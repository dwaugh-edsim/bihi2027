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Inter"/>
      <p:regular r:id="rId15"/>
      <p:bold r:id="rId16"/>
      <p:italic r:id="rId17"/>
      <p:boldItalic r:id="rId18"/>
    </p:embeddedFont>
    <p:embeddedFont>
      <p:font typeface="Roboto Mono"/>
      <p:regular r:id="rId19"/>
      <p:bold r:id="rId20"/>
      <p:italic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5465F1-01D6-4C66-8369-2D7B6B2C647D}">
  <a:tblStyle styleId="{455465F1-01D6-4C66-8369-2D7B6B2C647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22" Type="http://schemas.openxmlformats.org/officeDocument/2006/relationships/font" Target="fonts/RobotoMono-boldItalic.fntdata"/><Relationship Id="rId21" Type="http://schemas.openxmlformats.org/officeDocument/2006/relationships/font" Target="fonts/RobotoMono-italic.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boldItalic.fntdata"/><Relationship Id="rId25" Type="http://schemas.openxmlformats.org/officeDocument/2006/relationships/font" Target="fonts/Inter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nter-regular.fntdata"/><Relationship Id="rId14" Type="http://schemas.openxmlformats.org/officeDocument/2006/relationships/slide" Target="slides/slide8.xml"/><Relationship Id="rId17" Type="http://schemas.openxmlformats.org/officeDocument/2006/relationships/font" Target="fonts/Inter-italic.fntdata"/><Relationship Id="rId16" Type="http://schemas.openxmlformats.org/officeDocument/2006/relationships/font" Target="fonts/Inter-bold.fntdata"/><Relationship Id="rId19" Type="http://schemas.openxmlformats.org/officeDocument/2006/relationships/font" Target="fonts/RobotoMono-regular.fntdata"/><Relationship Id="rId18"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c74dce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c74dce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7c74dce5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7c74dce5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7c74dce5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7c74dce5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Personal Place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Reflection:</a:t>
            </a:r>
            <a:r>
              <a:rPr lang="en">
                <a:solidFill>
                  <a:schemeClr val="dk1"/>
                </a:solidFill>
              </a:rPr>
              <a:t> Write a paragraph about a personal place that holds significance for you.</a:t>
            </a:r>
            <a:endParaRPr>
              <a:solidFill>
                <a:schemeClr val="dk1"/>
              </a:solidFill>
            </a:endParaRPr>
          </a:p>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Guiding Questions:: In a second section, describe how  your personal perspective shapes the way you see and feel about this place. What stories or memories are tied to this specific location?</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7c74dce51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7c74dce51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Reflection: Write about a significant place in our local community. Tell the story of the place! Who owns it? Why do you like it? Describe something that happened there that you remember.</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7c74dce51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7c74dce51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Guiding Questions: Tell the story of how you and/or your family are connected to this place.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What traditions or values from this place have been passed down to you?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How does this connect to your cultural identity, including things you do and who you are?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7c74dce51c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7c74dce51c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8cf471e1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8cf471e1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7c74dce51c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7c74dce51c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1" name="Google Shape;11;p2"/>
          <p:cNvSpPr/>
          <p:nvPr>
            <p:ph idx="3" type="pic"/>
          </p:nvPr>
        </p:nvSpPr>
        <p:spPr>
          <a:xfrm>
            <a:off x="226525" y="2975750"/>
            <a:ext cx="4458900" cy="1941300"/>
          </a:xfrm>
          <a:prstGeom prst="rect">
            <a:avLst/>
          </a:prstGeom>
          <a:noFill/>
          <a:ln>
            <a:noFill/>
          </a:ln>
        </p:spPr>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 name="Google Shape;14;p2"/>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15" name="Shape 15"/>
        <p:cNvGrpSpPr/>
        <p:nvPr/>
      </p:nvGrpSpPr>
      <p:grpSpPr>
        <a:xfrm>
          <a:off x="0" y="0"/>
          <a:ext cx="0" cy="0"/>
          <a:chOff x="0" y="0"/>
          <a:chExt cx="0" cy="0"/>
        </a:xfrm>
      </p:grpSpPr>
      <p:sp>
        <p:nvSpPr>
          <p:cNvPr id="16" name="Google Shape;16;p3"/>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3"/>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 name="Google Shape;20;p3"/>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3"/>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22" name="Shape 22"/>
        <p:cNvGrpSpPr/>
        <p:nvPr/>
      </p:nvGrpSpPr>
      <p:grpSpPr>
        <a:xfrm>
          <a:off x="0" y="0"/>
          <a:ext cx="0" cy="0"/>
          <a:chOff x="0" y="0"/>
          <a:chExt cx="0" cy="0"/>
        </a:xfrm>
      </p:grpSpPr>
      <p:sp>
        <p:nvSpPr>
          <p:cNvPr id="23" name="Google Shape;23;p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6" name="Shape 26"/>
        <p:cNvGrpSpPr/>
        <p:nvPr/>
      </p:nvGrpSpPr>
      <p:grpSpPr>
        <a:xfrm>
          <a:off x="0" y="0"/>
          <a:ext cx="0" cy="0"/>
          <a:chOff x="0" y="0"/>
          <a:chExt cx="0" cy="0"/>
        </a:xfrm>
      </p:grpSpPr>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30" name="Shape 30"/>
        <p:cNvGrpSpPr/>
        <p:nvPr/>
      </p:nvGrpSpPr>
      <p:grpSpPr>
        <a:xfrm>
          <a:off x="0" y="0"/>
          <a:ext cx="0" cy="0"/>
          <a:chOff x="0" y="0"/>
          <a:chExt cx="0" cy="0"/>
        </a:xfrm>
      </p:grpSpPr>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3" name="Google Shape;33;p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35" name="Google Shape;35;p6"/>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6" name="Google Shape;36;p6"/>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7"/>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8"/>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6" name="Google Shape;46;p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48" name="Google Shape;48;p9"/>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49" name="Shape 49"/>
        <p:cNvGrpSpPr/>
        <p:nvPr/>
      </p:nvGrpSpPr>
      <p:grpSpPr>
        <a:xfrm>
          <a:off x="0" y="0"/>
          <a:ext cx="0" cy="0"/>
          <a:chOff x="0" y="0"/>
          <a:chExt cx="0" cy="0"/>
        </a:xfrm>
      </p:grpSpPr>
      <p:sp>
        <p:nvSpPr>
          <p:cNvPr id="50" name="Google Shape;50;p10"/>
          <p:cNvSpPr/>
          <p:nvPr>
            <p:ph idx="2" type="pic"/>
          </p:nvPr>
        </p:nvSpPr>
        <p:spPr>
          <a:xfrm>
            <a:off x="-5225" y="709575"/>
            <a:ext cx="3048600" cy="2805300"/>
          </a:xfrm>
          <a:prstGeom prst="rect">
            <a:avLst/>
          </a:prstGeom>
          <a:noFill/>
          <a:ln>
            <a:noFill/>
          </a:ln>
        </p:spPr>
      </p:sp>
      <p:sp>
        <p:nvSpPr>
          <p:cNvPr id="51" name="Google Shape;51;p10"/>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2" name="Google Shape;52;p10"/>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5" name="Google Shape;55;p10"/>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6" name="Google Shape;56;p10"/>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7" name="Google Shape;57;p10"/>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8" name="Google Shape;58;p10"/>
          <p:cNvSpPr/>
          <p:nvPr>
            <p:ph idx="7" type="pic"/>
          </p:nvPr>
        </p:nvSpPr>
        <p:spPr>
          <a:xfrm>
            <a:off x="3053763" y="709575"/>
            <a:ext cx="3031800" cy="2805300"/>
          </a:xfrm>
          <a:prstGeom prst="rect">
            <a:avLst/>
          </a:prstGeom>
          <a:noFill/>
          <a:ln>
            <a:noFill/>
          </a:ln>
        </p:spPr>
      </p:sp>
      <p:sp>
        <p:nvSpPr>
          <p:cNvPr id="59" name="Google Shape;59;p10"/>
          <p:cNvSpPr/>
          <p:nvPr>
            <p:ph idx="8" type="pic"/>
          </p:nvPr>
        </p:nvSpPr>
        <p:spPr>
          <a:xfrm>
            <a:off x="6095475" y="709575"/>
            <a:ext cx="3048600" cy="2805300"/>
          </a:xfrm>
          <a:prstGeom prst="rect">
            <a:avLst/>
          </a:prstGeom>
          <a:noFill/>
          <a:ln>
            <a:noFill/>
          </a:ln>
        </p:spPr>
      </p:sp>
      <p:cxnSp>
        <p:nvCxnSpPr>
          <p:cNvPr id="60" name="Google Shape;60;p10"/>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1" name="Google Shape;61;p10"/>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2" name="Google Shape;62;p10"/>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63" name="Google Shape;63;p10"/>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64" name="Google Shape;64;p10"/>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65" name="Shape 65"/>
        <p:cNvGrpSpPr/>
        <p:nvPr/>
      </p:nvGrpSpPr>
      <p:grpSpPr>
        <a:xfrm>
          <a:off x="0" y="0"/>
          <a:ext cx="0" cy="0"/>
          <a:chOff x="0" y="0"/>
          <a:chExt cx="0" cy="0"/>
        </a:xfrm>
      </p:grpSpPr>
      <p:sp>
        <p:nvSpPr>
          <p:cNvPr id="66" name="Google Shape;66;p11"/>
          <p:cNvSpPr/>
          <p:nvPr>
            <p:ph idx="2" type="pic"/>
          </p:nvPr>
        </p:nvSpPr>
        <p:spPr>
          <a:xfrm>
            <a:off x="-5225" y="709575"/>
            <a:ext cx="3048600" cy="1468500"/>
          </a:xfrm>
          <a:prstGeom prst="rect">
            <a:avLst/>
          </a:prstGeom>
          <a:noFill/>
          <a:ln>
            <a:noFill/>
          </a:ln>
        </p:spPr>
      </p:sp>
      <p:sp>
        <p:nvSpPr>
          <p:cNvPr id="67" name="Google Shape;67;p11"/>
          <p:cNvSpPr/>
          <p:nvPr>
            <p:ph idx="3" type="pic"/>
          </p:nvPr>
        </p:nvSpPr>
        <p:spPr>
          <a:xfrm>
            <a:off x="3053763" y="709575"/>
            <a:ext cx="3031800" cy="1468500"/>
          </a:xfrm>
          <a:prstGeom prst="rect">
            <a:avLst/>
          </a:prstGeom>
          <a:noFill/>
          <a:ln>
            <a:noFill/>
          </a:ln>
        </p:spPr>
      </p:sp>
      <p:sp>
        <p:nvSpPr>
          <p:cNvPr id="68" name="Google Shape;68;p11"/>
          <p:cNvSpPr/>
          <p:nvPr>
            <p:ph idx="4" type="pic"/>
          </p:nvPr>
        </p:nvSpPr>
        <p:spPr>
          <a:xfrm>
            <a:off x="6095475" y="709575"/>
            <a:ext cx="3048600" cy="1468500"/>
          </a:xfrm>
          <a:prstGeom prst="rect">
            <a:avLst/>
          </a:prstGeom>
          <a:noFill/>
          <a:ln>
            <a:noFill/>
          </a:ln>
        </p:spPr>
      </p:sp>
      <p:cxnSp>
        <p:nvCxnSpPr>
          <p:cNvPr id="69" name="Google Shape;69;p11"/>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70" name="Google Shape;70;p11"/>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1"/>
          <p:cNvSpPr/>
          <p:nvPr>
            <p:ph idx="5" type="pic"/>
          </p:nvPr>
        </p:nvSpPr>
        <p:spPr>
          <a:xfrm>
            <a:off x="-4975" y="2192221"/>
            <a:ext cx="3048600" cy="1468500"/>
          </a:xfrm>
          <a:prstGeom prst="rect">
            <a:avLst/>
          </a:prstGeom>
          <a:noFill/>
          <a:ln>
            <a:noFill/>
          </a:ln>
        </p:spPr>
      </p:sp>
      <p:sp>
        <p:nvSpPr>
          <p:cNvPr id="72" name="Google Shape;72;p11"/>
          <p:cNvSpPr/>
          <p:nvPr>
            <p:ph idx="6" type="pic"/>
          </p:nvPr>
        </p:nvSpPr>
        <p:spPr>
          <a:xfrm>
            <a:off x="3054013" y="2192221"/>
            <a:ext cx="3031800" cy="1468500"/>
          </a:xfrm>
          <a:prstGeom prst="rect">
            <a:avLst/>
          </a:prstGeom>
          <a:noFill/>
          <a:ln>
            <a:noFill/>
          </a:ln>
        </p:spPr>
      </p:sp>
      <p:sp>
        <p:nvSpPr>
          <p:cNvPr id="73" name="Google Shape;73;p11"/>
          <p:cNvSpPr/>
          <p:nvPr>
            <p:ph idx="7" type="pic"/>
          </p:nvPr>
        </p:nvSpPr>
        <p:spPr>
          <a:xfrm>
            <a:off x="6095725" y="2192221"/>
            <a:ext cx="3048600" cy="1468500"/>
          </a:xfrm>
          <a:prstGeom prst="rect">
            <a:avLst/>
          </a:prstGeom>
          <a:noFill/>
          <a:ln>
            <a:noFill/>
          </a:ln>
        </p:spPr>
      </p:sp>
      <p:sp>
        <p:nvSpPr>
          <p:cNvPr id="74" name="Google Shape;74;p11"/>
          <p:cNvSpPr/>
          <p:nvPr>
            <p:ph idx="8" type="pic"/>
          </p:nvPr>
        </p:nvSpPr>
        <p:spPr>
          <a:xfrm>
            <a:off x="-4975" y="3674873"/>
            <a:ext cx="3048600" cy="1468500"/>
          </a:xfrm>
          <a:prstGeom prst="rect">
            <a:avLst/>
          </a:prstGeom>
          <a:noFill/>
          <a:ln>
            <a:noFill/>
          </a:ln>
        </p:spPr>
      </p:sp>
      <p:sp>
        <p:nvSpPr>
          <p:cNvPr id="75" name="Google Shape;75;p11"/>
          <p:cNvSpPr/>
          <p:nvPr>
            <p:ph idx="9" type="pic"/>
          </p:nvPr>
        </p:nvSpPr>
        <p:spPr>
          <a:xfrm>
            <a:off x="3054013" y="3674873"/>
            <a:ext cx="3031800" cy="1468500"/>
          </a:xfrm>
          <a:prstGeom prst="rect">
            <a:avLst/>
          </a:prstGeom>
          <a:noFill/>
          <a:ln>
            <a:noFill/>
          </a:ln>
        </p:spPr>
      </p:sp>
      <p:sp>
        <p:nvSpPr>
          <p:cNvPr id="76" name="Google Shape;76;p11"/>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77" name="Shape 77"/>
        <p:cNvGrpSpPr/>
        <p:nvPr/>
      </p:nvGrpSpPr>
      <p:grpSpPr>
        <a:xfrm>
          <a:off x="0" y="0"/>
          <a:ext cx="0" cy="0"/>
          <a:chOff x="0" y="0"/>
          <a:chExt cx="0" cy="0"/>
        </a:xfrm>
      </p:grpSpPr>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80" name="Shape 80"/>
        <p:cNvGrpSpPr/>
        <p:nvPr/>
      </p:nvGrpSpPr>
      <p:grpSpPr>
        <a:xfrm>
          <a:off x="0" y="0"/>
          <a:ext cx="0" cy="0"/>
          <a:chOff x="0" y="0"/>
          <a:chExt cx="0" cy="0"/>
        </a:xfrm>
      </p:grpSpPr>
      <p:sp>
        <p:nvSpPr>
          <p:cNvPr id="81" name="Google Shape;8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83" name="Shape 83"/>
        <p:cNvGrpSpPr/>
        <p:nvPr/>
      </p:nvGrpSpPr>
      <p:grpSpPr>
        <a:xfrm>
          <a:off x="0" y="0"/>
          <a:ext cx="0" cy="0"/>
          <a:chOff x="0" y="0"/>
          <a:chExt cx="0" cy="0"/>
        </a:xfrm>
      </p:grpSpPr>
      <p:sp>
        <p:nvSpPr>
          <p:cNvPr id="84" name="Google Shape;84;p14"/>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85" name="Google Shape;85;p14"/>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88" name="Shape 88"/>
        <p:cNvGrpSpPr/>
        <p:nvPr/>
      </p:nvGrpSpPr>
      <p:grpSpPr>
        <a:xfrm>
          <a:off x="0" y="0"/>
          <a:ext cx="0" cy="0"/>
          <a:chOff x="0" y="0"/>
          <a:chExt cx="0" cy="0"/>
        </a:xfrm>
      </p:grpSpPr>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5"/>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92" name="Google Shape;92;p15"/>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93" name="Google Shape;93;p15"/>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1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9" name="Google Shape;99;p16"/>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0" name="Google Shape;100;p1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01" name="Shape 101"/>
        <p:cNvGrpSpPr/>
        <p:nvPr/>
      </p:nvGrpSpPr>
      <p:grpSpPr>
        <a:xfrm>
          <a:off x="0" y="0"/>
          <a:ext cx="0" cy="0"/>
          <a:chOff x="0" y="0"/>
          <a:chExt cx="0" cy="0"/>
        </a:xfrm>
      </p:grpSpPr>
      <p:sp>
        <p:nvSpPr>
          <p:cNvPr id="102" name="Google Shape;102;p17"/>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5" name="Google Shape;105;p17"/>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7"/>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07" name="Shape 107"/>
        <p:cNvGrpSpPr/>
        <p:nvPr/>
      </p:nvGrpSpPr>
      <p:grpSpPr>
        <a:xfrm>
          <a:off x="0" y="0"/>
          <a:ext cx="0" cy="0"/>
          <a:chOff x="0" y="0"/>
          <a:chExt cx="0" cy="0"/>
        </a:xfrm>
      </p:grpSpPr>
      <p:sp>
        <p:nvSpPr>
          <p:cNvPr id="108" name="Google Shape;108;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8"/>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11" name="Google Shape;111;p18"/>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18"/>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14" name="Google Shape;114;p18"/>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19"/>
          <p:cNvSpPr/>
          <p:nvPr>
            <p:ph idx="2" type="pic"/>
          </p:nvPr>
        </p:nvSpPr>
        <p:spPr>
          <a:xfrm>
            <a:off x="0" y="709975"/>
            <a:ext cx="3043800" cy="3346500"/>
          </a:xfrm>
          <a:prstGeom prst="rect">
            <a:avLst/>
          </a:prstGeom>
          <a:noFill/>
          <a:ln>
            <a:noFill/>
          </a:ln>
        </p:spPr>
      </p:sp>
      <p:cxnSp>
        <p:nvCxnSpPr>
          <p:cNvPr id="118" name="Google Shape;118;p19"/>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9"/>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9"/>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9"/>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2" name="Google Shape;122;p19"/>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3" name="Google Shape;123;p19"/>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 name="Google Shape;124;p19"/>
          <p:cNvSpPr/>
          <p:nvPr>
            <p:ph idx="3" type="pic"/>
          </p:nvPr>
        </p:nvSpPr>
        <p:spPr>
          <a:xfrm>
            <a:off x="6095725" y="709975"/>
            <a:ext cx="3043800" cy="3346500"/>
          </a:xfrm>
          <a:prstGeom prst="rect">
            <a:avLst/>
          </a:prstGeom>
          <a:noFill/>
          <a:ln>
            <a:noFill/>
          </a:ln>
        </p:spPr>
      </p:sp>
      <p:sp>
        <p:nvSpPr>
          <p:cNvPr id="125" name="Google Shape;125;p19"/>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6" name="Google Shape;126;p19"/>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7" name="Google Shape;127;p19"/>
          <p:cNvSpPr/>
          <p:nvPr>
            <p:ph idx="6" type="pic"/>
          </p:nvPr>
        </p:nvSpPr>
        <p:spPr>
          <a:xfrm>
            <a:off x="3053900" y="1794150"/>
            <a:ext cx="3030600" cy="3349200"/>
          </a:xfrm>
          <a:prstGeom prst="rect">
            <a:avLst/>
          </a:prstGeom>
          <a:noFill/>
          <a:ln>
            <a:noFill/>
          </a:ln>
        </p:spPr>
      </p:sp>
      <p:sp>
        <p:nvSpPr>
          <p:cNvPr id="128" name="Google Shape;128;p19"/>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19"/>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30" name="Google Shape;130;p19"/>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31" name="Google Shape;131;p19"/>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9"/>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19"/>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34" name="Shape 134"/>
        <p:cNvGrpSpPr/>
        <p:nvPr/>
      </p:nvGrpSpPr>
      <p:grpSpPr>
        <a:xfrm>
          <a:off x="0" y="0"/>
          <a:ext cx="0" cy="0"/>
          <a:chOff x="0" y="0"/>
          <a:chExt cx="0" cy="0"/>
        </a:xfrm>
      </p:grpSpPr>
      <p:sp>
        <p:nvSpPr>
          <p:cNvPr id="135" name="Google Shape;135;p2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0"/>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39" name="Google Shape;139;p20"/>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40" name="Google Shape;140;p20"/>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1" name="Google Shape;141;p20"/>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42" name="Google Shape;142;p20"/>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43" name="Google Shape;143;p20"/>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44" name="Google Shape;144;p20"/>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45" name="Shape 145"/>
        <p:cNvGrpSpPr/>
        <p:nvPr/>
      </p:nvGrpSpPr>
      <p:grpSpPr>
        <a:xfrm>
          <a:off x="0" y="0"/>
          <a:ext cx="0" cy="0"/>
          <a:chOff x="0" y="0"/>
          <a:chExt cx="0" cy="0"/>
        </a:xfrm>
      </p:grpSpPr>
      <p:sp>
        <p:nvSpPr>
          <p:cNvPr id="146" name="Google Shape;146;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1"/>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9" name="Google Shape;149;p21"/>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50" name="Google Shape;150;p21"/>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51" name="Shape 151"/>
        <p:cNvGrpSpPr/>
        <p:nvPr/>
      </p:nvGrpSpPr>
      <p:grpSpPr>
        <a:xfrm>
          <a:off x="0" y="0"/>
          <a:ext cx="0" cy="0"/>
          <a:chOff x="0" y="0"/>
          <a:chExt cx="0" cy="0"/>
        </a:xfrm>
      </p:grpSpPr>
      <p:sp>
        <p:nvSpPr>
          <p:cNvPr id="152" name="Google Shape;152;p22"/>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 name="Google Shape;153;p22"/>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56" name="Google Shape;156;p2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57" name="Google Shape;157;p23"/>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158" name="Google Shape;158;p23"/>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161" name="Google Shape;161;p24"/>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162" name="Shape 162"/>
        <p:cNvGrpSpPr/>
        <p:nvPr/>
      </p:nvGrpSpPr>
      <p:grpSpPr>
        <a:xfrm>
          <a:off x="0" y="0"/>
          <a:ext cx="0" cy="0"/>
          <a:chOff x="0" y="0"/>
          <a:chExt cx="0" cy="0"/>
        </a:xfrm>
      </p:grpSpPr>
      <p:sp>
        <p:nvSpPr>
          <p:cNvPr id="163" name="Google Shape;163;p25"/>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164" name="Google Shape;164;p2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66" name="Google Shape;166;p25"/>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168" name="Shape 168"/>
        <p:cNvGrpSpPr/>
        <p:nvPr/>
      </p:nvGrpSpPr>
      <p:grpSpPr>
        <a:xfrm>
          <a:off x="0" y="0"/>
          <a:ext cx="0" cy="0"/>
          <a:chOff x="0" y="0"/>
          <a:chExt cx="0" cy="0"/>
        </a:xfrm>
      </p:grpSpPr>
      <p:sp>
        <p:nvSpPr>
          <p:cNvPr id="169" name="Google Shape;169;p26"/>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 name="Google Shape;170;p26"/>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3" name="Google Shape;173;p27"/>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 name="Google Shape;174;p27"/>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 name="Google Shape;175;p27"/>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 name="Google Shape;176;p27"/>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 name="Google Shape;177;p27"/>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8" name="Google Shape;178;p27"/>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182" name="Shape 182"/>
        <p:cNvGrpSpPr/>
        <p:nvPr/>
      </p:nvGrpSpPr>
      <p:grpSpPr>
        <a:xfrm>
          <a:off x="0" y="0"/>
          <a:ext cx="0" cy="0"/>
          <a:chOff x="0" y="0"/>
          <a:chExt cx="0" cy="0"/>
        </a:xfrm>
      </p:grpSpPr>
      <p:sp>
        <p:nvSpPr>
          <p:cNvPr id="183" name="Google Shape;183;p2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85" name="Google Shape;185;p29"/>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29"/>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87" name="Google Shape;187;p29"/>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188" name="Google Shape;188;p29"/>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189" name="Shape 189"/>
        <p:cNvGrpSpPr/>
        <p:nvPr/>
      </p:nvGrpSpPr>
      <p:grpSpPr>
        <a:xfrm>
          <a:off x="0" y="0"/>
          <a:ext cx="0" cy="0"/>
          <a:chOff x="0" y="0"/>
          <a:chExt cx="0" cy="0"/>
        </a:xfrm>
      </p:grpSpPr>
      <p:sp>
        <p:nvSpPr>
          <p:cNvPr id="190" name="Google Shape;190;p30"/>
          <p:cNvSpPr/>
          <p:nvPr>
            <p:ph idx="2" type="pic"/>
          </p:nvPr>
        </p:nvSpPr>
        <p:spPr>
          <a:xfrm>
            <a:off x="-5225" y="713825"/>
            <a:ext cx="4571700" cy="2795700"/>
          </a:xfrm>
          <a:prstGeom prst="rect">
            <a:avLst/>
          </a:prstGeom>
          <a:noFill/>
          <a:ln>
            <a:noFill/>
          </a:ln>
        </p:spPr>
      </p:sp>
      <p:sp>
        <p:nvSpPr>
          <p:cNvPr id="191" name="Google Shape;191;p30"/>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2" name="Google Shape;192;p30"/>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30"/>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94" name="Google Shape;194;p30"/>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30"/>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30"/>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197" name="Google Shape;197;p30"/>
          <p:cNvSpPr/>
          <p:nvPr>
            <p:ph idx="4" type="pic"/>
          </p:nvPr>
        </p:nvSpPr>
        <p:spPr>
          <a:xfrm>
            <a:off x="4577525" y="713825"/>
            <a:ext cx="4571700" cy="2795700"/>
          </a:xfrm>
          <a:prstGeom prst="rect">
            <a:avLst/>
          </a:prstGeom>
          <a:noFill/>
          <a:ln>
            <a:noFill/>
          </a:ln>
        </p:spPr>
      </p:sp>
      <p:sp>
        <p:nvSpPr>
          <p:cNvPr id="198" name="Google Shape;198;p30"/>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9" name="Google Shape;199;p30"/>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00" name="Shape 200"/>
        <p:cNvGrpSpPr/>
        <p:nvPr/>
      </p:nvGrpSpPr>
      <p:grpSpPr>
        <a:xfrm>
          <a:off x="0" y="0"/>
          <a:ext cx="0" cy="0"/>
          <a:chOff x="0" y="0"/>
          <a:chExt cx="0" cy="0"/>
        </a:xfrm>
      </p:grpSpPr>
      <p:sp>
        <p:nvSpPr>
          <p:cNvPr id="201" name="Google Shape;201;p3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 name="Google Shape;202;p3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3" name="Google Shape;203;p3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4" name="Google Shape;204;p3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05" name="Google Shape;205;p31"/>
          <p:cNvPicPr preferRelativeResize="0"/>
          <p:nvPr/>
        </p:nvPicPr>
        <p:blipFill rotWithShape="1">
          <a:blip r:embed="rId2">
            <a:alphaModFix/>
          </a:blip>
          <a:srcRect b="38737" l="0" r="0" t="0"/>
          <a:stretch/>
        </p:blipFill>
        <p:spPr>
          <a:xfrm>
            <a:off x="3882050" y="261250"/>
            <a:ext cx="4814074" cy="4882250"/>
          </a:xfrm>
          <a:prstGeom prst="rect">
            <a:avLst/>
          </a:prstGeom>
          <a:noFill/>
          <a:ln>
            <a:noFill/>
          </a:ln>
        </p:spPr>
      </p:pic>
      <p:sp>
        <p:nvSpPr>
          <p:cNvPr id="206" name="Google Shape;206;p31"/>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07" name="Shape 207"/>
        <p:cNvGrpSpPr/>
        <p:nvPr/>
      </p:nvGrpSpPr>
      <p:grpSpPr>
        <a:xfrm>
          <a:off x="0" y="0"/>
          <a:ext cx="0" cy="0"/>
          <a:chOff x="0" y="0"/>
          <a:chExt cx="0" cy="0"/>
        </a:xfrm>
      </p:grpSpPr>
      <p:sp>
        <p:nvSpPr>
          <p:cNvPr id="208" name="Google Shape;208;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0" name="Google Shape;210;p32"/>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11" name="Google Shape;211;p32"/>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2" name="Google Shape;212;p32"/>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3" name="Google Shape;213;p32"/>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14" name="Shape 214"/>
        <p:cNvGrpSpPr/>
        <p:nvPr/>
      </p:nvGrpSpPr>
      <p:grpSpPr>
        <a:xfrm>
          <a:off x="0" y="0"/>
          <a:ext cx="0" cy="0"/>
          <a:chOff x="0" y="0"/>
          <a:chExt cx="0" cy="0"/>
        </a:xfrm>
      </p:grpSpPr>
      <p:sp>
        <p:nvSpPr>
          <p:cNvPr id="215" name="Google Shape;215;p33"/>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 name="Google Shape;216;p33"/>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8" name="Google Shape;218;p33"/>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3"/>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0" name="Google Shape;220;p33"/>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3"/>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22" name="Shape 222"/>
        <p:cNvGrpSpPr/>
        <p:nvPr/>
      </p:nvGrpSpPr>
      <p:grpSpPr>
        <a:xfrm>
          <a:off x="0" y="0"/>
          <a:ext cx="0" cy="0"/>
          <a:chOff x="0" y="0"/>
          <a:chExt cx="0" cy="0"/>
        </a:xfrm>
      </p:grpSpPr>
      <p:sp>
        <p:nvSpPr>
          <p:cNvPr id="223" name="Google Shape;223;p34"/>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4" name="Google Shape;224;p34"/>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4"/>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4"/>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4"/>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4"/>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4"/>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4"/>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4"/>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33" name="Shape 233"/>
        <p:cNvGrpSpPr/>
        <p:nvPr/>
      </p:nvGrpSpPr>
      <p:grpSpPr>
        <a:xfrm>
          <a:off x="0" y="0"/>
          <a:ext cx="0" cy="0"/>
          <a:chOff x="0" y="0"/>
          <a:chExt cx="0" cy="0"/>
        </a:xfrm>
      </p:grpSpPr>
      <p:sp>
        <p:nvSpPr>
          <p:cNvPr id="234" name="Google Shape;234;p36"/>
          <p:cNvSpPr/>
          <p:nvPr>
            <p:ph idx="2" type="pic"/>
          </p:nvPr>
        </p:nvSpPr>
        <p:spPr>
          <a:xfrm>
            <a:off x="0" y="0"/>
            <a:ext cx="9144000" cy="5143500"/>
          </a:xfrm>
          <a:prstGeom prst="rect">
            <a:avLst/>
          </a:prstGeom>
          <a:noFill/>
          <a:ln>
            <a:noFill/>
          </a:ln>
        </p:spPr>
      </p:sp>
      <p:sp>
        <p:nvSpPr>
          <p:cNvPr id="235" name="Google Shape;23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0" name="Shape 240"/>
        <p:cNvGrpSpPr/>
        <p:nvPr/>
      </p:nvGrpSpPr>
      <p:grpSpPr>
        <a:xfrm>
          <a:off x="0" y="0"/>
          <a:ext cx="0" cy="0"/>
          <a:chOff x="0" y="0"/>
          <a:chExt cx="0" cy="0"/>
        </a:xfrm>
      </p:grpSpPr>
      <p:sp>
        <p:nvSpPr>
          <p:cNvPr id="241" name="Google Shape;241;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43" name="Shape 243"/>
        <p:cNvGrpSpPr/>
        <p:nvPr/>
      </p:nvGrpSpPr>
      <p:grpSpPr>
        <a:xfrm>
          <a:off x="0" y="0"/>
          <a:ext cx="0" cy="0"/>
          <a:chOff x="0" y="0"/>
          <a:chExt cx="0" cy="0"/>
        </a:xfrm>
      </p:grpSpPr>
      <p:sp>
        <p:nvSpPr>
          <p:cNvPr id="244" name="Google Shape;24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49" name="Shape 249"/>
        <p:cNvGrpSpPr/>
        <p:nvPr/>
      </p:nvGrpSpPr>
      <p:grpSpPr>
        <a:xfrm>
          <a:off x="0" y="0"/>
          <a:ext cx="0" cy="0"/>
          <a:chOff x="0" y="0"/>
          <a:chExt cx="0" cy="0"/>
        </a:xfrm>
      </p:grpSpPr>
      <p:sp>
        <p:nvSpPr>
          <p:cNvPr id="250" name="Google Shape;250;p4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1" name="Google Shape;251;p40"/>
          <p:cNvSpPr/>
          <p:nvPr>
            <p:ph idx="2" type="pic"/>
          </p:nvPr>
        </p:nvSpPr>
        <p:spPr>
          <a:xfrm>
            <a:off x="4804825" y="1133300"/>
            <a:ext cx="4027500" cy="2392800"/>
          </a:xfrm>
          <a:prstGeom prst="rect">
            <a:avLst/>
          </a:prstGeom>
          <a:noFill/>
          <a:ln>
            <a:noFill/>
          </a:ln>
        </p:spPr>
      </p:sp>
      <p:sp>
        <p:nvSpPr>
          <p:cNvPr id="252" name="Google Shape;252;p40"/>
          <p:cNvSpPr/>
          <p:nvPr>
            <p:ph idx="3" type="pic"/>
          </p:nvPr>
        </p:nvSpPr>
        <p:spPr>
          <a:xfrm>
            <a:off x="311725" y="1133300"/>
            <a:ext cx="4027500" cy="2392800"/>
          </a:xfrm>
          <a:prstGeom prst="rect">
            <a:avLst/>
          </a:prstGeom>
          <a:noFill/>
          <a:ln>
            <a:noFill/>
          </a:ln>
        </p:spPr>
      </p:sp>
      <p:sp>
        <p:nvSpPr>
          <p:cNvPr id="253" name="Google Shape;253;p40"/>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4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7" name="Google Shape;257;p4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258" name="Shape 258"/>
        <p:cNvGrpSpPr/>
        <p:nvPr/>
      </p:nvGrpSpPr>
      <p:grpSpPr>
        <a:xfrm>
          <a:off x="0" y="0"/>
          <a:ext cx="0" cy="0"/>
          <a:chOff x="0" y="0"/>
          <a:chExt cx="0" cy="0"/>
        </a:xfrm>
      </p:grpSpPr>
      <p:sp>
        <p:nvSpPr>
          <p:cNvPr id="259" name="Google Shape;259;p4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41"/>
          <p:cNvSpPr/>
          <p:nvPr>
            <p:ph idx="2" type="pic"/>
          </p:nvPr>
        </p:nvSpPr>
        <p:spPr>
          <a:xfrm>
            <a:off x="6205225" y="1128325"/>
            <a:ext cx="2627100" cy="2273100"/>
          </a:xfrm>
          <a:prstGeom prst="rect">
            <a:avLst/>
          </a:prstGeom>
          <a:noFill/>
          <a:ln>
            <a:noFill/>
          </a:ln>
        </p:spPr>
      </p:sp>
      <p:sp>
        <p:nvSpPr>
          <p:cNvPr id="261" name="Google Shape;261;p41"/>
          <p:cNvSpPr/>
          <p:nvPr>
            <p:ph idx="3" type="pic"/>
          </p:nvPr>
        </p:nvSpPr>
        <p:spPr>
          <a:xfrm>
            <a:off x="311725" y="1128325"/>
            <a:ext cx="2627100" cy="2273100"/>
          </a:xfrm>
          <a:prstGeom prst="rect">
            <a:avLst/>
          </a:prstGeom>
          <a:noFill/>
          <a:ln>
            <a:noFill/>
          </a:ln>
        </p:spPr>
      </p:sp>
      <p:sp>
        <p:nvSpPr>
          <p:cNvPr id="262" name="Google Shape;262;p41"/>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41"/>
          <p:cNvSpPr/>
          <p:nvPr>
            <p:ph idx="5" type="pic"/>
          </p:nvPr>
        </p:nvSpPr>
        <p:spPr>
          <a:xfrm>
            <a:off x="3255250" y="1128325"/>
            <a:ext cx="2627100" cy="2273100"/>
          </a:xfrm>
          <a:prstGeom prst="rect">
            <a:avLst/>
          </a:prstGeom>
          <a:noFill/>
          <a:ln>
            <a:noFill/>
          </a:ln>
        </p:spPr>
      </p:sp>
      <p:sp>
        <p:nvSpPr>
          <p:cNvPr id="264" name="Google Shape;264;p41"/>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8" name="Google Shape;268;p4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9" name="Google Shape;269;p4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2.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hyperlink" Target="https://www.youtube.com/watch?v=uu7j_xljCR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DATE</a:t>
            </a:r>
            <a:endParaRPr/>
          </a:p>
        </p:txBody>
      </p:sp>
      <p:sp>
        <p:nvSpPr>
          <p:cNvPr id="275" name="Google Shape;275;p42"/>
          <p:cNvSpPr txBox="1"/>
          <p:nvPr>
            <p:ph idx="4294967295" type="title"/>
          </p:nvPr>
        </p:nvSpPr>
        <p:spPr>
          <a:xfrm>
            <a:off x="226525" y="753350"/>
            <a:ext cx="4673100" cy="41637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8500"/>
              <a:t>Oscar</a:t>
            </a:r>
            <a:endParaRPr sz="8500"/>
          </a:p>
          <a:p>
            <a:pPr indent="0" lvl="0" marL="0" rtl="0" algn="l">
              <a:spcBef>
                <a:spcPts val="0"/>
              </a:spcBef>
              <a:spcAft>
                <a:spcPts val="0"/>
              </a:spcAft>
              <a:buNone/>
            </a:pPr>
            <a:r>
              <a:rPr lang="en" sz="8500"/>
              <a:t>Pinks</a:t>
            </a:r>
            <a:br>
              <a:rPr lang="en" sz="8500"/>
            </a:br>
            <a:r>
              <a:rPr b="0" lang="en" sz="1600"/>
              <a:t>Citizenship 9</a:t>
            </a:r>
            <a:endParaRPr b="0" sz="1600"/>
          </a:p>
        </p:txBody>
      </p:sp>
      <p:pic>
        <p:nvPicPr>
          <p:cNvPr id="276" name="Google Shape;276;p42"/>
          <p:cNvPicPr preferRelativeResize="0"/>
          <p:nvPr/>
        </p:nvPicPr>
        <p:blipFill>
          <a:blip r:embed="rId3">
            <a:alphaModFix/>
          </a:blip>
          <a:stretch>
            <a:fillRect/>
          </a:stretch>
        </p:blipFill>
        <p:spPr>
          <a:xfrm>
            <a:off x="4310375" y="1466201"/>
            <a:ext cx="4605025" cy="2302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3"/>
          <p:cNvSpPr txBox="1"/>
          <p:nvPr>
            <p:ph idx="3" type="body"/>
          </p:nvPr>
        </p:nvSpPr>
        <p:spPr>
          <a:xfrm>
            <a:off x="138550" y="2621100"/>
            <a:ext cx="424800" cy="220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82" name="Google Shape;282;p43"/>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Personal </a:t>
            </a:r>
            <a:endParaRPr/>
          </a:p>
          <a:p>
            <a:pPr indent="0" lvl="0" marL="0" rtl="0" algn="r">
              <a:spcBef>
                <a:spcPts val="0"/>
              </a:spcBef>
              <a:spcAft>
                <a:spcPts val="0"/>
              </a:spcAft>
              <a:buNone/>
            </a:pPr>
            <a:r>
              <a:rPr lang="en"/>
              <a:t>Community</a:t>
            </a:r>
            <a:endParaRPr/>
          </a:p>
          <a:p>
            <a:pPr indent="0" lvl="0" marL="0" rtl="0" algn="r">
              <a:spcBef>
                <a:spcPts val="0"/>
              </a:spcBef>
              <a:spcAft>
                <a:spcPts val="0"/>
              </a:spcAft>
              <a:buNone/>
            </a:pPr>
            <a:r>
              <a:rPr lang="en"/>
              <a:t>Global</a:t>
            </a:r>
            <a:endParaRPr/>
          </a:p>
          <a:p>
            <a:pPr indent="0" lvl="0" marL="0" rtl="0" algn="r">
              <a:spcBef>
                <a:spcPts val="0"/>
              </a:spcBef>
              <a:spcAft>
                <a:spcPts val="0"/>
              </a:spcAft>
              <a:buNone/>
            </a:pPr>
            <a:r>
              <a:rPr lang="en"/>
              <a:t>Aspirational</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cxnSp>
        <p:nvCxnSpPr>
          <p:cNvPr id="283" name="Google Shape;283;p43"/>
          <p:cNvCxnSpPr/>
          <p:nvPr/>
        </p:nvCxnSpPr>
        <p:spPr>
          <a:xfrm flipH="1" rot="10800000">
            <a:off x="563100" y="2750475"/>
            <a:ext cx="7387200" cy="6600"/>
          </a:xfrm>
          <a:prstGeom prst="straightConnector1">
            <a:avLst/>
          </a:prstGeom>
          <a:noFill/>
          <a:ln cap="flat" cmpd="sng" w="9525">
            <a:solidFill>
              <a:schemeClr val="dk1"/>
            </a:solidFill>
            <a:prstDash val="dot"/>
            <a:round/>
            <a:headEnd len="med" w="med" type="none"/>
            <a:tailEnd len="med" w="med" type="none"/>
          </a:ln>
        </p:spPr>
      </p:cxnSp>
      <p:cxnSp>
        <p:nvCxnSpPr>
          <p:cNvPr id="284" name="Google Shape;284;p43"/>
          <p:cNvCxnSpPr/>
          <p:nvPr/>
        </p:nvCxnSpPr>
        <p:spPr>
          <a:xfrm>
            <a:off x="563100" y="3000800"/>
            <a:ext cx="7118100" cy="5700"/>
          </a:xfrm>
          <a:prstGeom prst="straightConnector1">
            <a:avLst/>
          </a:prstGeom>
          <a:noFill/>
          <a:ln cap="flat" cmpd="sng" w="9525">
            <a:solidFill>
              <a:schemeClr val="dk1"/>
            </a:solidFill>
            <a:prstDash val="dot"/>
            <a:round/>
            <a:headEnd len="med" w="med" type="none"/>
            <a:tailEnd len="med" w="med" type="none"/>
          </a:ln>
        </p:spPr>
      </p:cxnSp>
      <p:cxnSp>
        <p:nvCxnSpPr>
          <p:cNvPr id="285" name="Google Shape;285;p43"/>
          <p:cNvCxnSpPr/>
          <p:nvPr/>
        </p:nvCxnSpPr>
        <p:spPr>
          <a:xfrm>
            <a:off x="563100" y="3248450"/>
            <a:ext cx="7580700" cy="0"/>
          </a:xfrm>
          <a:prstGeom prst="straightConnector1">
            <a:avLst/>
          </a:prstGeom>
          <a:noFill/>
          <a:ln cap="flat" cmpd="sng" w="9525">
            <a:solidFill>
              <a:schemeClr val="dk1"/>
            </a:solidFill>
            <a:prstDash val="dot"/>
            <a:round/>
            <a:headEnd len="med" w="med" type="none"/>
            <a:tailEnd len="med" w="med" type="none"/>
          </a:ln>
        </p:spPr>
      </p:cxnSp>
      <p:cxnSp>
        <p:nvCxnSpPr>
          <p:cNvPr id="286" name="Google Shape;286;p43"/>
          <p:cNvCxnSpPr/>
          <p:nvPr/>
        </p:nvCxnSpPr>
        <p:spPr>
          <a:xfrm>
            <a:off x="563100" y="3480975"/>
            <a:ext cx="7073400" cy="6000"/>
          </a:xfrm>
          <a:prstGeom prst="straightConnector1">
            <a:avLst/>
          </a:prstGeom>
          <a:noFill/>
          <a:ln cap="flat" cmpd="sng" w="9525">
            <a:solidFill>
              <a:schemeClr val="dk1"/>
            </a:solidFill>
            <a:prstDash val="dot"/>
            <a:round/>
            <a:headEnd len="med" w="med" type="none"/>
            <a:tailEnd len="med" w="med" type="none"/>
          </a:ln>
        </p:spPr>
      </p:cxnSp>
      <p:sp>
        <p:nvSpPr>
          <p:cNvPr id="287" name="Google Shape;287;p43"/>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TABLE OF CONTENTS</a:t>
            </a:r>
            <a:endParaRPr sz="600">
              <a:solidFill>
                <a:schemeClr val="dk1"/>
              </a:solidFill>
              <a:latin typeface="Roboto Mono"/>
              <a:ea typeface="Roboto Mono"/>
              <a:cs typeface="Roboto Mono"/>
              <a:sym typeface="Roboto Mono"/>
            </a:endParaRPr>
          </a:p>
        </p:txBody>
      </p:sp>
      <p:sp>
        <p:nvSpPr>
          <p:cNvPr id="288" name="Google Shape;288;p43"/>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sp>
        <p:nvSpPr>
          <p:cNvPr id="289" name="Google Shape;289;p43"/>
          <p:cNvSpPr txBox="1"/>
          <p:nvPr>
            <p:ph idx="4" type="title"/>
          </p:nvPr>
        </p:nvSpPr>
        <p:spPr>
          <a:xfrm>
            <a:off x="302725" y="571800"/>
            <a:ext cx="6763500" cy="20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OF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Personal Place</a:t>
            </a:r>
            <a:endParaRPr sz="600">
              <a:solidFill>
                <a:schemeClr val="dk1"/>
              </a:solidFill>
              <a:latin typeface="Roboto Mono"/>
              <a:ea typeface="Roboto Mono"/>
              <a:cs typeface="Roboto Mono"/>
              <a:sym typeface="Roboto Mono"/>
            </a:endParaRPr>
          </a:p>
        </p:txBody>
      </p:sp>
      <p:sp>
        <p:nvSpPr>
          <p:cNvPr id="295" name="Google Shape;295;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sp>
        <p:nvSpPr>
          <p:cNvPr id="296" name="Google Shape;296;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a:t>
            </a: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graphicFrame>
        <p:nvGraphicFramePr>
          <p:cNvPr id="297" name="Google Shape;297;p44"/>
          <p:cNvGraphicFramePr/>
          <p:nvPr/>
        </p:nvGraphicFramePr>
        <p:xfrm>
          <a:off x="226500" y="600552"/>
          <a:ext cx="3000000" cy="3000000"/>
        </p:xfrm>
        <a:graphic>
          <a:graphicData uri="http://schemas.openxmlformats.org/drawingml/2006/table">
            <a:tbl>
              <a:tblPr>
                <a:noFill/>
                <a:tableStyleId>{455465F1-01D6-4C66-8369-2D7B6B2C647D}</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br>
                        <a:rPr lang="en">
                          <a:latin typeface="Inter Medium"/>
                          <a:ea typeface="Inter Medium"/>
                          <a:cs typeface="Inter Medium"/>
                          <a:sym typeface="Inter Medium"/>
                        </a:rPr>
                      </a:br>
                      <a:r>
                        <a:rPr lang="en">
                          <a:latin typeface="Inter Medium"/>
                          <a:ea typeface="Inter Medium"/>
                          <a:cs typeface="Inter Medium"/>
                          <a:sym typeface="Inter Medium"/>
                        </a:rPr>
                        <a:t>(from Bing Maps)</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latin typeface="Inter Medium"/>
                          <a:ea typeface="Inter Medium"/>
                          <a:cs typeface="Inter Medium"/>
                          <a:sym typeface="Inter Medium"/>
                        </a:rPr>
                        <a:t>Reflection:  This place is called Milford House. Since I was 3 years old my family, every summer drove roughly 2-3 hours, rented a cottage on a lake, and stayed there for up to a week. We would spend the days fishing and swimming, and the nights around a fire playing cards. They would serve 3 meals a day, and I would always get seafood chowder, which is very good.</a:t>
                      </a:r>
                      <a:endParaRPr sz="9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1200"/>
                        </a:spcAft>
                        <a:buClr>
                          <a:schemeClr val="dk1"/>
                        </a:buClr>
                        <a:buSzPts val="1100"/>
                        <a:buFont typeface="Arial"/>
                        <a:buNone/>
                      </a:pPr>
                      <a:br>
                        <a:rPr lang="en" sz="900">
                          <a:solidFill>
                            <a:schemeClr val="dk1"/>
                          </a:solidFill>
                          <a:latin typeface="Inter Medium"/>
                          <a:ea typeface="Inter Medium"/>
                          <a:cs typeface="Inter Medium"/>
                          <a:sym typeface="Inter Medium"/>
                        </a:rPr>
                      </a:br>
                      <a:r>
                        <a:rPr lang="en" sz="900">
                          <a:solidFill>
                            <a:schemeClr val="dk1"/>
                          </a:solidFill>
                          <a:latin typeface="Inter Medium"/>
                          <a:ea typeface="Inter Medium"/>
                          <a:cs typeface="Inter Medium"/>
                          <a:sym typeface="Inter Medium"/>
                        </a:rPr>
                        <a:t>Guiding Questions: Not far from the cottages, is where the previous owners used to live. They were very kind and would always give gifts to me and my sister, mostly stuffed animals. They were very kind and would always help </a:t>
                      </a:r>
                      <a:r>
                        <a:rPr lang="en" sz="900">
                          <a:solidFill>
                            <a:schemeClr val="dk1"/>
                          </a:solidFill>
                          <a:latin typeface="Inter Medium"/>
                          <a:ea typeface="Inter Medium"/>
                          <a:cs typeface="Inter Medium"/>
                          <a:sym typeface="Inter Medium"/>
                        </a:rPr>
                        <a:t>employ</a:t>
                      </a:r>
                      <a:r>
                        <a:rPr lang="en" sz="900">
                          <a:solidFill>
                            <a:schemeClr val="dk1"/>
                          </a:solidFill>
                          <a:latin typeface="Inter Medium"/>
                          <a:ea typeface="Inter Medium"/>
                          <a:cs typeface="Inter Medium"/>
                          <a:sym typeface="Inter Medium"/>
                        </a:rPr>
                        <a:t> people in need. </a:t>
                      </a:r>
                      <a:endParaRPr sz="9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pic>
        <p:nvPicPr>
          <p:cNvPr id="298" name="Google Shape;298;p44"/>
          <p:cNvPicPr preferRelativeResize="0"/>
          <p:nvPr/>
        </p:nvPicPr>
        <p:blipFill>
          <a:blip r:embed="rId3">
            <a:alphaModFix/>
          </a:blip>
          <a:stretch>
            <a:fillRect/>
          </a:stretch>
        </p:blipFill>
        <p:spPr>
          <a:xfrm>
            <a:off x="5946875" y="2680250"/>
            <a:ext cx="3197125" cy="2405350"/>
          </a:xfrm>
          <a:prstGeom prst="rect">
            <a:avLst/>
          </a:prstGeom>
          <a:noFill/>
          <a:ln>
            <a:noFill/>
          </a:ln>
        </p:spPr>
      </p:pic>
      <p:pic>
        <p:nvPicPr>
          <p:cNvPr id="299" name="Google Shape;299;p44"/>
          <p:cNvPicPr preferRelativeResize="0"/>
          <p:nvPr/>
        </p:nvPicPr>
        <p:blipFill>
          <a:blip r:embed="rId4">
            <a:alphaModFix/>
          </a:blip>
          <a:stretch>
            <a:fillRect/>
          </a:stretch>
        </p:blipFill>
        <p:spPr>
          <a:xfrm>
            <a:off x="226525" y="3000238"/>
            <a:ext cx="2381250" cy="1952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5"/>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Community Place</a:t>
            </a:r>
            <a:endParaRPr sz="600">
              <a:solidFill>
                <a:schemeClr val="dk1"/>
              </a:solidFill>
              <a:latin typeface="Roboto Mono"/>
              <a:ea typeface="Roboto Mono"/>
              <a:cs typeface="Roboto Mono"/>
              <a:sym typeface="Roboto Mono"/>
            </a:endParaRPr>
          </a:p>
        </p:txBody>
      </p:sp>
      <p:sp>
        <p:nvSpPr>
          <p:cNvPr id="305" name="Google Shape;305;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06" name="Google Shape;306;p45"/>
          <p:cNvGraphicFramePr/>
          <p:nvPr/>
        </p:nvGraphicFramePr>
        <p:xfrm>
          <a:off x="226500" y="600552"/>
          <a:ext cx="3000000" cy="3000000"/>
        </p:xfrm>
        <a:graphic>
          <a:graphicData uri="http://schemas.openxmlformats.org/drawingml/2006/table">
            <a:tbl>
              <a:tblPr>
                <a:noFill/>
                <a:tableStyleId>{455465F1-01D6-4C66-8369-2D7B6B2C647D}</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1200"/>
                        </a:spcAft>
                        <a:buNone/>
                      </a:pPr>
                      <a:r>
                        <a:rPr lang="en" sz="1000">
                          <a:solidFill>
                            <a:schemeClr val="dk1"/>
                          </a:solidFill>
                          <a:latin typeface="Inter Medium"/>
                          <a:ea typeface="Inter Medium"/>
                          <a:cs typeface="Inter Medium"/>
                          <a:sym typeface="Inter Medium"/>
                        </a:rPr>
                        <a:t>Reflection: The place i chose is East Coast Varsity. It is a sports dome of which people play soccer, football, </a:t>
                      </a:r>
                      <a:r>
                        <a:rPr lang="en" sz="1000">
                          <a:solidFill>
                            <a:schemeClr val="dk1"/>
                          </a:solidFill>
                          <a:latin typeface="Inter Medium"/>
                          <a:ea typeface="Inter Medium"/>
                          <a:cs typeface="Inter Medium"/>
                          <a:sym typeface="Inter Medium"/>
                        </a:rPr>
                        <a:t>lacrosse</a:t>
                      </a:r>
                      <a:r>
                        <a:rPr lang="en" sz="1000">
                          <a:solidFill>
                            <a:schemeClr val="dk1"/>
                          </a:solidFill>
                          <a:latin typeface="Inter Medium"/>
                          <a:ea typeface="Inter Medium"/>
                          <a:cs typeface="Inter Medium"/>
                          <a:sym typeface="Inter Medium"/>
                        </a:rPr>
                        <a:t>, and baseball. I chose this place </a:t>
                      </a:r>
                      <a:r>
                        <a:rPr lang="en" sz="1000">
                          <a:solidFill>
                            <a:schemeClr val="dk1"/>
                          </a:solidFill>
                          <a:latin typeface="Inter Medium"/>
                          <a:ea typeface="Inter Medium"/>
                          <a:cs typeface="Inter Medium"/>
                          <a:sym typeface="Inter Medium"/>
                        </a:rPr>
                        <a:t>because</a:t>
                      </a:r>
                      <a:r>
                        <a:rPr lang="en" sz="1000">
                          <a:solidFill>
                            <a:schemeClr val="dk1"/>
                          </a:solidFill>
                          <a:latin typeface="Inter Medium"/>
                          <a:ea typeface="Inter Medium"/>
                          <a:cs typeface="Inter Medium"/>
                          <a:sym typeface="Inter Medium"/>
                        </a:rPr>
                        <a:t> it is where i spent years learning the sport i love. Year after year, no matter the time, I always end up there.</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07" name="Google Shape;307;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08" name="Google Shape;308;p45" title="Screenshot 2026-09-11 1.32.11 PM.png"/>
          <p:cNvPicPr preferRelativeResize="0"/>
          <p:nvPr/>
        </p:nvPicPr>
        <p:blipFill rotWithShape="1">
          <a:blip r:embed="rId3">
            <a:alphaModFix/>
          </a:blip>
          <a:srcRect b="0" l="-96186" r="18787" t="0"/>
          <a:stretch/>
        </p:blipFill>
        <p:spPr>
          <a:xfrm>
            <a:off x="-3728700" y="1150225"/>
            <a:ext cx="6115999" cy="3802650"/>
          </a:xfrm>
          <a:prstGeom prst="rect">
            <a:avLst/>
          </a:prstGeom>
          <a:noFill/>
          <a:ln>
            <a:noFill/>
          </a:ln>
        </p:spPr>
      </p:pic>
      <p:pic>
        <p:nvPicPr>
          <p:cNvPr id="309" name="Google Shape;309;p45"/>
          <p:cNvPicPr preferRelativeResize="0"/>
          <p:nvPr/>
        </p:nvPicPr>
        <p:blipFill>
          <a:blip r:embed="rId4">
            <a:alphaModFix/>
          </a:blip>
          <a:stretch>
            <a:fillRect/>
          </a:stretch>
        </p:blipFill>
        <p:spPr>
          <a:xfrm>
            <a:off x="5794300" y="1790450"/>
            <a:ext cx="2713824" cy="1655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Global Place</a:t>
            </a:r>
            <a:endParaRPr sz="600">
              <a:solidFill>
                <a:schemeClr val="dk1"/>
              </a:solidFill>
              <a:latin typeface="Roboto Mono"/>
              <a:ea typeface="Roboto Mono"/>
              <a:cs typeface="Roboto Mono"/>
              <a:sym typeface="Roboto Mono"/>
            </a:endParaRPr>
          </a:p>
        </p:txBody>
      </p:sp>
      <p:sp>
        <p:nvSpPr>
          <p:cNvPr id="315" name="Google Shape;315;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16" name="Google Shape;316;p46"/>
          <p:cNvGraphicFramePr/>
          <p:nvPr/>
        </p:nvGraphicFramePr>
        <p:xfrm>
          <a:off x="226500" y="600552"/>
          <a:ext cx="3000000" cy="3000000"/>
        </p:xfrm>
        <a:graphic>
          <a:graphicData uri="http://schemas.openxmlformats.org/drawingml/2006/table">
            <a:tbl>
              <a:tblPr>
                <a:noFill/>
                <a:tableStyleId>{455465F1-01D6-4C66-8369-2D7B6B2C647D}</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Reflection: The place I chose is england. I chose england because I have family in Brighton, and my family immigrated from London.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My grandfather and grandmother, had flown to Canada from London England, started a new life, and have lived on to love canada.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My cousins are from brighton England. Every couple of years we fly out and live with my cousins for a week or two and it’s always really fun.</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17" name="Google Shape;317;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18" name="Google Shape;318;p46" title="Screenshot 2026-09-11 1.38.11 PM.png"/>
          <p:cNvPicPr preferRelativeResize="0"/>
          <p:nvPr/>
        </p:nvPicPr>
        <p:blipFill>
          <a:blip r:embed="rId3">
            <a:alphaModFix/>
          </a:blip>
          <a:stretch>
            <a:fillRect/>
          </a:stretch>
        </p:blipFill>
        <p:spPr>
          <a:xfrm>
            <a:off x="608875" y="3324413"/>
            <a:ext cx="2667000" cy="1381125"/>
          </a:xfrm>
          <a:prstGeom prst="rect">
            <a:avLst/>
          </a:prstGeom>
          <a:noFill/>
          <a:ln>
            <a:noFill/>
          </a:ln>
        </p:spPr>
      </p:pic>
      <p:pic>
        <p:nvPicPr>
          <p:cNvPr id="319" name="Google Shape;319;p46"/>
          <p:cNvPicPr preferRelativeResize="0"/>
          <p:nvPr/>
        </p:nvPicPr>
        <p:blipFill>
          <a:blip r:embed="rId4">
            <a:alphaModFix/>
          </a:blip>
          <a:stretch>
            <a:fillRect/>
          </a:stretch>
        </p:blipFill>
        <p:spPr>
          <a:xfrm>
            <a:off x="6218338" y="3409125"/>
            <a:ext cx="2371725" cy="1428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7"/>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25" name="Google Shape;325;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26" name="Google Shape;326;p47"/>
          <p:cNvGraphicFramePr/>
          <p:nvPr/>
        </p:nvGraphicFramePr>
        <p:xfrm>
          <a:off x="226500" y="600552"/>
          <a:ext cx="3000000" cy="3000000"/>
        </p:xfrm>
        <a:graphic>
          <a:graphicData uri="http://schemas.openxmlformats.org/drawingml/2006/table">
            <a:tbl>
              <a:tblPr>
                <a:noFill/>
                <a:tableStyleId>{455465F1-01D6-4C66-8369-2D7B6B2C647D}</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Reflection:</a:t>
                      </a:r>
                      <a:r>
                        <a:rPr lang="en" sz="1100">
                          <a:solidFill>
                            <a:schemeClr val="dk1"/>
                          </a:solidFill>
                          <a:latin typeface="Inter Medium"/>
                          <a:ea typeface="Inter Medium"/>
                          <a:cs typeface="Inter Medium"/>
                          <a:sym typeface="Inter Medium"/>
                        </a:rPr>
                        <a:t> I’ve always wanted to go to Hawaii. The main reasons I’ve wanted to go is because of the beaches. I hear the water is perfectly clear. I think it would be a great time to get a beach resort and spend the days playing in the water.</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27" name="Google Shape;327;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28" name="Google Shape;328;p47" title="Screenshot 2026-09-11 1.41.17 PM.png"/>
          <p:cNvPicPr preferRelativeResize="0"/>
          <p:nvPr/>
        </p:nvPicPr>
        <p:blipFill>
          <a:blip r:embed="rId3">
            <a:alphaModFix/>
          </a:blip>
          <a:stretch>
            <a:fillRect/>
          </a:stretch>
        </p:blipFill>
        <p:spPr>
          <a:xfrm>
            <a:off x="380972" y="1747050"/>
            <a:ext cx="4270900" cy="3137225"/>
          </a:xfrm>
          <a:prstGeom prst="rect">
            <a:avLst/>
          </a:prstGeom>
          <a:noFill/>
          <a:ln>
            <a:noFill/>
          </a:ln>
        </p:spPr>
      </p:pic>
      <p:pic>
        <p:nvPicPr>
          <p:cNvPr id="329" name="Google Shape;329;p47"/>
          <p:cNvPicPr preferRelativeResize="0"/>
          <p:nvPr/>
        </p:nvPicPr>
        <p:blipFill>
          <a:blip r:embed="rId4">
            <a:alphaModFix/>
          </a:blip>
          <a:stretch>
            <a:fillRect/>
          </a:stretch>
        </p:blipFill>
        <p:spPr>
          <a:xfrm>
            <a:off x="5583500" y="2711500"/>
            <a:ext cx="3472474" cy="2172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8"/>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35" name="Google Shape;335;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36" name="Google Shape;336;p48"/>
          <p:cNvGraphicFramePr/>
          <p:nvPr/>
        </p:nvGraphicFramePr>
        <p:xfrm>
          <a:off x="226500" y="600552"/>
          <a:ext cx="3000000" cy="3000000"/>
        </p:xfrm>
        <a:graphic>
          <a:graphicData uri="http://schemas.openxmlformats.org/drawingml/2006/table">
            <a:tbl>
              <a:tblPr>
                <a:noFill/>
                <a:tableStyleId>{455465F1-01D6-4C66-8369-2D7B6B2C647D}</a:tableStyleId>
              </a:tblPr>
              <a:tblGrid>
                <a:gridCol w="2227325"/>
                <a:gridCol w="3466625"/>
                <a:gridCol w="2994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Soundtrack of your life</a:t>
                      </a:r>
                      <a:endParaRPr>
                        <a:latin typeface="Inter Medium"/>
                        <a:ea typeface="Inter Medium"/>
                        <a:cs typeface="Inter Medium"/>
                        <a:sym typeface="Inter Medium"/>
                      </a:endParaRPr>
                    </a:p>
                    <a:p>
                      <a:pPr indent="0" lvl="0" marL="0" rtl="0" algn="l">
                        <a:spcBef>
                          <a:spcPts val="0"/>
                        </a:spcBef>
                        <a:spcAft>
                          <a:spcPts val="0"/>
                        </a:spcAft>
                        <a:buNone/>
                      </a:pPr>
                      <a:r>
                        <a:t/>
                      </a:r>
                      <a:endParaRPr>
                        <a:latin typeface="Inter Medium"/>
                        <a:ea typeface="Inter Medium"/>
                        <a:cs typeface="Inter Medium"/>
                        <a:sym typeface="Inter Medium"/>
                      </a:endParaRPr>
                    </a:p>
                    <a:p>
                      <a:pPr indent="0" lvl="0" marL="0" rtl="0" algn="l">
                        <a:spcBef>
                          <a:spcPts val="0"/>
                        </a:spcBef>
                        <a:spcAft>
                          <a:spcPts val="0"/>
                        </a:spcAft>
                        <a:buNone/>
                      </a:pPr>
                      <a:r>
                        <a:rPr lang="en">
                          <a:latin typeface="Inter Medium"/>
                          <a:ea typeface="Inter Medium"/>
                          <a:cs typeface="Inter Medium"/>
                          <a:sym typeface="Inter Medium"/>
                        </a:rPr>
                        <a:t>The song I choose is </a:t>
                      </a:r>
                      <a:r>
                        <a:rPr lang="en">
                          <a:latin typeface="Inter Medium"/>
                          <a:ea typeface="Inter Medium"/>
                          <a:cs typeface="Inter Medium"/>
                          <a:sym typeface="Inter Medium"/>
                        </a:rPr>
                        <a:t>country</a:t>
                      </a:r>
                      <a:r>
                        <a:rPr lang="en">
                          <a:latin typeface="Inter Medium"/>
                          <a:ea typeface="Inter Medium"/>
                          <a:cs typeface="Inter Medium"/>
                          <a:sym typeface="Inter Medium"/>
                        </a:rPr>
                        <a:t> roads, by John Denver.</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Post the youtube </a:t>
                      </a:r>
                      <a:r>
                        <a:rPr b="1" lang="en" sz="1100">
                          <a:solidFill>
                            <a:schemeClr val="dk1"/>
                          </a:solidFill>
                          <a:latin typeface="Inter"/>
                          <a:ea typeface="Inter"/>
                          <a:cs typeface="Inter"/>
                          <a:sym typeface="Inter"/>
                        </a:rPr>
                        <a:t>link here</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r>
                        <a:rPr lang="en" sz="1100" u="sng">
                          <a:solidFill>
                            <a:schemeClr val="hlink"/>
                          </a:solidFill>
                          <a:latin typeface="Inter"/>
                          <a:ea typeface="Inter"/>
                          <a:cs typeface="Inter"/>
                          <a:sym typeface="Inter"/>
                          <a:hlinkClick r:id="rId3"/>
                        </a:rPr>
                        <a:t>https://www.youtube.com/watch?v=uu7j_xljCRY</a:t>
                      </a: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What’s the story on the song? Write here!</a:t>
                      </a:r>
                      <a:endParaRPr>
                        <a:latin typeface="Inter Medium"/>
                        <a:ea typeface="Inter Medium"/>
                        <a:cs typeface="Inter Medium"/>
                        <a:sym typeface="Inter Medium"/>
                      </a:endParaRPr>
                    </a:p>
                    <a:p>
                      <a:pPr indent="0" lvl="0" marL="0" rtl="0" algn="l">
                        <a:spcBef>
                          <a:spcPts val="0"/>
                        </a:spcBef>
                        <a:spcAft>
                          <a:spcPts val="0"/>
                        </a:spcAft>
                        <a:buNone/>
                      </a:pPr>
                      <a:r>
                        <a:t/>
                      </a:r>
                      <a:endParaRPr>
                        <a:latin typeface="Inter Medium"/>
                        <a:ea typeface="Inter Medium"/>
                        <a:cs typeface="Inter Medium"/>
                        <a:sym typeface="Inter Medium"/>
                      </a:endParaRPr>
                    </a:p>
                    <a:p>
                      <a:pPr indent="0" lvl="0" marL="0" rtl="0" algn="l">
                        <a:spcBef>
                          <a:spcPts val="0"/>
                        </a:spcBef>
                        <a:spcAft>
                          <a:spcPts val="0"/>
                        </a:spcAft>
                        <a:buNone/>
                      </a:pPr>
                      <a:r>
                        <a:rPr lang="en">
                          <a:latin typeface="Inter Medium"/>
                          <a:ea typeface="Inter Medium"/>
                          <a:cs typeface="Inter Medium"/>
                          <a:sym typeface="Inter Medium"/>
                        </a:rPr>
                        <a:t>Every time I hear this song I think of camping at </a:t>
                      </a:r>
                      <a:r>
                        <a:rPr lang="en">
                          <a:latin typeface="Inter Medium"/>
                          <a:ea typeface="Inter Medium"/>
                          <a:cs typeface="Inter Medium"/>
                          <a:sym typeface="Inter Medium"/>
                        </a:rPr>
                        <a:t>Rissers</a:t>
                      </a:r>
                      <a:r>
                        <a:rPr lang="en">
                          <a:latin typeface="Inter Medium"/>
                          <a:ea typeface="Inter Medium"/>
                          <a:cs typeface="Inter Medium"/>
                          <a:sym typeface="Inter Medium"/>
                        </a:rPr>
                        <a:t> beach. When I was 5 my parents took me camping and we listened to this song all the way there. Every time I hear this song I think about that camping trip. We played cards, threw a ball and had a great time</a:t>
                      </a:r>
                      <a:endParaRPr>
                        <a:latin typeface="Inter Medium"/>
                        <a:ea typeface="Inter Medium"/>
                        <a:cs typeface="Inter Medium"/>
                        <a:sym typeface="Inter Medium"/>
                      </a:endParaRPr>
                    </a:p>
                  </a:txBody>
                  <a:tcPr marT="91425" marB="91425" marR="91425" marL="91425"/>
                </a:tc>
              </a:tr>
            </a:tbl>
          </a:graphicData>
        </a:graphic>
      </p:graphicFrame>
      <p:sp>
        <p:nvSpPr>
          <p:cNvPr id="337" name="Google Shape;337;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9"/>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