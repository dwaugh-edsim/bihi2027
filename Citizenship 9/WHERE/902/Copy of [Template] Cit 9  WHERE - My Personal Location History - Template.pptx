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6552C5-03EF-4D93-8EE6-DCA76CFBC8FE}">
  <a:tblStyle styleId="{1C6552C5-03EF-4D93-8EE6-DCA76CFBC8F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22" Type="http://schemas.openxmlformats.org/officeDocument/2006/relationships/font" Target="fonts/RobotoMono-boldItalic.fntdata"/><Relationship Id="rId21" Type="http://schemas.openxmlformats.org/officeDocument/2006/relationships/font" Target="fonts/RobotoMono-italic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nter-regular.fntdata"/><Relationship Id="rId14" Type="http://schemas.openxmlformats.org/officeDocument/2006/relationships/slide" Target="slides/slide8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19" Type="http://schemas.openxmlformats.org/officeDocument/2006/relationships/font" Target="fonts/RobotoMono-regular.fntdata"/><Relationship Id="rId18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c74dce5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7c74dce5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c74dce51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7c74dce51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7c74dce51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7c74dce51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 The Personal Place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Reflection:</a:t>
            </a:r>
            <a:r>
              <a:rPr lang="en">
                <a:solidFill>
                  <a:schemeClr val="dk1"/>
                </a:solidFill>
              </a:rPr>
              <a:t> Write a paragraph about a personal place that holds significance for you.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Guiding Questions:: In a second section, describe how  your personal perspective shapes the way you see and feel about this place. What stories or memories are tied to this specific location?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7c74dce51c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7c74dce51c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Reflection: Write about a significant place in our local community. Tell the story of the place! Who owns it? Why do you like it? Describe something that happened there that you remember.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7c74dce51c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7c74dce51c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Reflection: Write a story about a place in the world that is part of your family's story.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Guiding Questions: Tell the story of how you and/or your family are connected to this place. </a:t>
            </a:r>
            <a:b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traditions or values from this place have been passed down to you? </a:t>
            </a:r>
            <a:b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How does this connect to your cultural identity, including things you do and who you are?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7c74dce51c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7c74dce51c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Reflection: Write a story about a place in the world that is part of your family's story.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Guiding Questions: </a:t>
            </a:r>
            <a:r>
              <a:rPr lang="en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draws you to this place? What do you hope to learn or experience there? How does this place fit into your hopes for the future?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8cf471e1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f8cf471e1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Reflection: Write a story about a place in the world that is part of your family's story.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Guiding Questions: </a:t>
            </a:r>
            <a:r>
              <a:rPr lang="en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draws you to this place? What do you hope to learn or experience there? How does this place fit into your hopes for the future?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7c74dce51c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7c74dce51c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layout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>
            <p:ph idx="3" type="pic"/>
          </p:nvPr>
        </p:nvSpPr>
        <p:spPr>
          <a:xfrm>
            <a:off x="226525" y="2975750"/>
            <a:ext cx="4458900" cy="1941300"/>
          </a:xfrm>
          <a:prstGeom prst="rect">
            <a:avLst/>
          </a:prstGeom>
          <a:noFill/>
          <a:ln>
            <a:noFill/>
          </a:ln>
        </p:spPr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4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with details">
  <p:cSld name="TITLE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66700" y="4099025"/>
            <a:ext cx="4458900" cy="84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1_2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226525" y="2857625"/>
            <a:ext cx="4458900" cy="20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3" type="body"/>
          </p:nvPr>
        </p:nvSpPr>
        <p:spPr>
          <a:xfrm>
            <a:off x="226525" y="2621103"/>
            <a:ext cx="3366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4" type="title"/>
          </p:nvPr>
        </p:nvSpPr>
        <p:spPr>
          <a:xfrm>
            <a:off x="226525" y="571800"/>
            <a:ext cx="52614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tx">
  <p:cSld name="TITLE_AND_BODY"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525" y="2581610"/>
            <a:ext cx="8691000" cy="237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AND_BODY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8"/>
          <p:cNvSpPr txBox="1"/>
          <p:nvPr>
            <p:ph type="title"/>
          </p:nvPr>
        </p:nvSpPr>
        <p:spPr>
          <a:xfrm>
            <a:off x="226525" y="248960"/>
            <a:ext cx="8691000" cy="23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TITLE_AND_BODY_1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246325" y="2591450"/>
            <a:ext cx="7587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1077200" y="2591450"/>
            <a:ext cx="78045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" type="twoColTx">
  <p:cSld name="TITLE_AND_TWO_COLUMNS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>
            <p:ph idx="2" type="pic"/>
          </p:nvPr>
        </p:nvSpPr>
        <p:spPr>
          <a:xfrm>
            <a:off x="-522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/>
          <p:nvPr>
            <p:ph type="title"/>
          </p:nvPr>
        </p:nvSpPr>
        <p:spPr>
          <a:xfrm>
            <a:off x="156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156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0"/>
          <p:cNvSpPr txBox="1"/>
          <p:nvPr>
            <p:ph idx="3" type="title"/>
          </p:nvPr>
        </p:nvSpPr>
        <p:spPr>
          <a:xfrm>
            <a:off x="32086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4" type="body"/>
          </p:nvPr>
        </p:nvSpPr>
        <p:spPr>
          <a:xfrm>
            <a:off x="32086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0"/>
          <p:cNvSpPr txBox="1"/>
          <p:nvPr>
            <p:ph idx="5" type="title"/>
          </p:nvPr>
        </p:nvSpPr>
        <p:spPr>
          <a:xfrm>
            <a:off x="6268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6" type="body"/>
          </p:nvPr>
        </p:nvSpPr>
        <p:spPr>
          <a:xfrm>
            <a:off x="6268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0"/>
          <p:cNvSpPr/>
          <p:nvPr>
            <p:ph idx="7" type="pic"/>
          </p:nvPr>
        </p:nvSpPr>
        <p:spPr>
          <a:xfrm>
            <a:off x="3053763" y="709575"/>
            <a:ext cx="30318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0"/>
          <p:cNvSpPr/>
          <p:nvPr>
            <p:ph idx="8" type="pic"/>
          </p:nvPr>
        </p:nvSpPr>
        <p:spPr>
          <a:xfrm>
            <a:off x="609547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0" name="Google Shape;60;p10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10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0"/>
          <p:cNvCxnSpPr/>
          <p:nvPr/>
        </p:nvCxnSpPr>
        <p:spPr>
          <a:xfrm rot="10800000">
            <a:off x="0" y="3520200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0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10"/>
          <p:cNvSpPr txBox="1"/>
          <p:nvPr>
            <p:ph idx="9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AND_TWO_COLUMNS_1"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>
            <p:ph idx="2" type="pic"/>
          </p:nvPr>
        </p:nvSpPr>
        <p:spPr>
          <a:xfrm>
            <a:off x="-522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1"/>
          <p:cNvSpPr/>
          <p:nvPr>
            <p:ph idx="3" type="pic"/>
          </p:nvPr>
        </p:nvSpPr>
        <p:spPr>
          <a:xfrm>
            <a:off x="3053763" y="709575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/>
          <p:nvPr>
            <p:ph idx="4" type="pic"/>
          </p:nvPr>
        </p:nvSpPr>
        <p:spPr>
          <a:xfrm>
            <a:off x="609547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9" name="Google Shape;69;p11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1"/>
          <p:cNvSpPr txBox="1"/>
          <p:nvPr>
            <p:ph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1"/>
          <p:cNvSpPr/>
          <p:nvPr>
            <p:ph idx="5" type="pic"/>
          </p:nvPr>
        </p:nvSpPr>
        <p:spPr>
          <a:xfrm>
            <a:off x="-497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1"/>
          <p:cNvSpPr/>
          <p:nvPr>
            <p:ph idx="6" type="pic"/>
          </p:nvPr>
        </p:nvSpPr>
        <p:spPr>
          <a:xfrm>
            <a:off x="3054013" y="2192221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1"/>
          <p:cNvSpPr/>
          <p:nvPr>
            <p:ph idx="7" type="pic"/>
          </p:nvPr>
        </p:nvSpPr>
        <p:spPr>
          <a:xfrm>
            <a:off x="609572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1"/>
          <p:cNvSpPr/>
          <p:nvPr>
            <p:ph idx="8" type="pic"/>
          </p:nvPr>
        </p:nvSpPr>
        <p:spPr>
          <a:xfrm>
            <a:off x="-497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1"/>
          <p:cNvSpPr/>
          <p:nvPr>
            <p:ph idx="9" type="pic"/>
          </p:nvPr>
        </p:nvSpPr>
        <p:spPr>
          <a:xfrm>
            <a:off x="3054013" y="3674873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1"/>
          <p:cNvSpPr/>
          <p:nvPr>
            <p:ph idx="13" type="pic"/>
          </p:nvPr>
        </p:nvSpPr>
        <p:spPr>
          <a:xfrm>
            <a:off x="609572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TITLE_ONLY_1"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ONE_COLUMN_TEXT"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>
            <p:ph idx="2" type="pic"/>
          </p:nvPr>
        </p:nvSpPr>
        <p:spPr>
          <a:xfrm>
            <a:off x="4576350" y="0"/>
            <a:ext cx="4567500" cy="5153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4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4"/>
          <p:cNvSpPr txBox="1"/>
          <p:nvPr>
            <p:ph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 2">
  <p:cSld name="MAIN_POI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5"/>
          <p:cNvSpPr/>
          <p:nvPr>
            <p:ph idx="2" type="pic"/>
          </p:nvPr>
        </p:nvSpPr>
        <p:spPr>
          <a:xfrm>
            <a:off x="231542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5"/>
          <p:cNvSpPr/>
          <p:nvPr>
            <p:ph idx="3" type="pic"/>
          </p:nvPr>
        </p:nvSpPr>
        <p:spPr>
          <a:xfrm>
            <a:off x="6255975" y="1391900"/>
            <a:ext cx="2661600" cy="235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5"/>
          <p:cNvSpPr txBox="1"/>
          <p:nvPr>
            <p:ph idx="4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chart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6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idx="3"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SECTION_TITLE_AND_DESCRIPTION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7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SECTION_TITLE_AND_DESCRIPTION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8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2" name="Google Shape;112;p18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3" type="body"/>
          </p:nvPr>
        </p:nvSpPr>
        <p:spPr>
          <a:xfrm>
            <a:off x="4798500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4" type="subTitle"/>
          </p:nvPr>
        </p:nvSpPr>
        <p:spPr>
          <a:xfrm>
            <a:off x="4798500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 2">
  <p:cSld name="CAPTION_ONLY"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>
            <a:off x="0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9"/>
          <p:cNvSpPr/>
          <p:nvPr>
            <p:ph idx="2" type="pic"/>
          </p:nvPr>
        </p:nvSpPr>
        <p:spPr>
          <a:xfrm>
            <a:off x="0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18" name="Google Shape;118;p19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9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9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9"/>
          <p:cNvSpPr txBox="1"/>
          <p:nvPr>
            <p:ph type="title"/>
          </p:nvPr>
        </p:nvSpPr>
        <p:spPr>
          <a:xfrm>
            <a:off x="161850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161850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3" name="Google Shape;123;p19"/>
          <p:cNvSpPr/>
          <p:nvPr/>
        </p:nvSpPr>
        <p:spPr>
          <a:xfrm>
            <a:off x="6095725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19"/>
          <p:cNvSpPr/>
          <p:nvPr>
            <p:ph idx="3" type="pic"/>
          </p:nvPr>
        </p:nvSpPr>
        <p:spPr>
          <a:xfrm>
            <a:off x="6095725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9"/>
          <p:cNvSpPr txBox="1"/>
          <p:nvPr>
            <p:ph idx="4" type="title"/>
          </p:nvPr>
        </p:nvSpPr>
        <p:spPr>
          <a:xfrm>
            <a:off x="6257575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6" name="Google Shape;126;p19"/>
          <p:cNvSpPr txBox="1"/>
          <p:nvPr>
            <p:ph idx="5" type="body"/>
          </p:nvPr>
        </p:nvSpPr>
        <p:spPr>
          <a:xfrm>
            <a:off x="6257575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7" name="Google Shape;127;p19"/>
          <p:cNvSpPr/>
          <p:nvPr>
            <p:ph idx="6" type="pic"/>
          </p:nvPr>
        </p:nvSpPr>
        <p:spPr>
          <a:xfrm>
            <a:off x="3053900" y="1794150"/>
            <a:ext cx="3030600" cy="33492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9"/>
          <p:cNvSpPr/>
          <p:nvPr/>
        </p:nvSpPr>
        <p:spPr>
          <a:xfrm>
            <a:off x="3054250" y="709380"/>
            <a:ext cx="30306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9"/>
          <p:cNvSpPr txBox="1"/>
          <p:nvPr>
            <p:ph idx="7" type="title"/>
          </p:nvPr>
        </p:nvSpPr>
        <p:spPr>
          <a:xfrm>
            <a:off x="3214545" y="801878"/>
            <a:ext cx="27006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30" name="Google Shape;130;p19"/>
          <p:cNvSpPr txBox="1"/>
          <p:nvPr>
            <p:ph idx="8" type="body"/>
          </p:nvPr>
        </p:nvSpPr>
        <p:spPr>
          <a:xfrm>
            <a:off x="3214545" y="1271620"/>
            <a:ext cx="2700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131" name="Google Shape;131;p19"/>
          <p:cNvCxnSpPr/>
          <p:nvPr/>
        </p:nvCxnSpPr>
        <p:spPr>
          <a:xfrm rot="10800000">
            <a:off x="3049250" y="1791825"/>
            <a:ext cx="30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9"/>
          <p:cNvCxnSpPr/>
          <p:nvPr/>
        </p:nvCxnSpPr>
        <p:spPr>
          <a:xfrm rot="10800000">
            <a:off x="0" y="40619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19"/>
          <p:cNvSpPr txBox="1"/>
          <p:nvPr>
            <p:ph idx="9" type="title"/>
          </p:nvPr>
        </p:nvSpPr>
        <p:spPr>
          <a:xfrm>
            <a:off x="2497875" y="145800"/>
            <a:ext cx="4791600" cy="4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details">
  <p:cSld name="BIG_NUMBER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0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20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3" type="title"/>
          </p:nvPr>
        </p:nvSpPr>
        <p:spPr>
          <a:xfrm>
            <a:off x="4801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20"/>
          <p:cNvSpPr txBox="1"/>
          <p:nvPr>
            <p:ph idx="4" type="title"/>
          </p:nvPr>
        </p:nvSpPr>
        <p:spPr>
          <a:xfrm>
            <a:off x="4801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20"/>
          <p:cNvSpPr txBox="1"/>
          <p:nvPr>
            <p:ph idx="5" type="title"/>
          </p:nvPr>
        </p:nvSpPr>
        <p:spPr>
          <a:xfrm>
            <a:off x="229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3" name="Google Shape;143;p20"/>
          <p:cNvSpPr txBox="1"/>
          <p:nvPr>
            <p:ph idx="6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44" name="Google Shape;144;p20"/>
          <p:cNvSpPr txBox="1"/>
          <p:nvPr>
            <p:ph idx="7" type="title"/>
          </p:nvPr>
        </p:nvSpPr>
        <p:spPr>
          <a:xfrm>
            <a:off x="229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IG_NUMBER_1"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9" name="Google Shape;149;p21"/>
          <p:cNvSpPr txBox="1"/>
          <p:nvPr>
            <p:ph type="title"/>
          </p:nvPr>
        </p:nvSpPr>
        <p:spPr>
          <a:xfrm>
            <a:off x="229800" y="8956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0" name="Google Shape;150;p21"/>
          <p:cNvSpPr txBox="1"/>
          <p:nvPr>
            <p:ph idx="2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285750" y="1555350"/>
            <a:ext cx="7291500" cy="3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7256675" y="1827175"/>
            <a:ext cx="17676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226525" y="1850026"/>
            <a:ext cx="8673000" cy="19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58" name="Google Shape;158;p23"/>
          <p:cNvSpPr txBox="1"/>
          <p:nvPr/>
        </p:nvSpPr>
        <p:spPr>
          <a:xfrm>
            <a:off x="48250" y="482279"/>
            <a:ext cx="16473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“</a:t>
            </a:r>
            <a:endParaRPr b="1" sz="20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>
  <p:cSld name="CUSTOM_1_1"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338100" y="480450"/>
            <a:ext cx="3785400" cy="443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4355225" y="3379725"/>
            <a:ext cx="4512900" cy="155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and image">
  <p:cSld name="CUSTOM_2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/>
          <p:nvPr>
            <p:ph idx="2" type="pic"/>
          </p:nvPr>
        </p:nvSpPr>
        <p:spPr>
          <a:xfrm>
            <a:off x="226500" y="2357750"/>
            <a:ext cx="8691000" cy="255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5"/>
          <p:cNvSpPr txBox="1"/>
          <p:nvPr>
            <p:ph idx="3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226525" y="700225"/>
            <a:ext cx="21579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b="1" sz="1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5"/>
          <p:cNvSpPr txBox="1"/>
          <p:nvPr>
            <p:ph idx="4" type="body"/>
          </p:nvPr>
        </p:nvSpPr>
        <p:spPr>
          <a:xfrm>
            <a:off x="2492925" y="700283"/>
            <a:ext cx="64245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2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26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_1_2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idx="1" type="subTitle"/>
          </p:nvPr>
        </p:nvSpPr>
        <p:spPr>
          <a:xfrm>
            <a:off x="226533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3" name="Google Shape;173;p27"/>
          <p:cNvSpPr txBox="1"/>
          <p:nvPr>
            <p:ph idx="2" type="subTitle"/>
          </p:nvPr>
        </p:nvSpPr>
        <p:spPr>
          <a:xfrm>
            <a:off x="3091450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4" name="Google Shape;174;p27"/>
          <p:cNvSpPr txBox="1"/>
          <p:nvPr>
            <p:ph idx="3" type="subTitle"/>
          </p:nvPr>
        </p:nvSpPr>
        <p:spPr>
          <a:xfrm>
            <a:off x="5956367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5" name="Google Shape;175;p27"/>
          <p:cNvSpPr txBox="1"/>
          <p:nvPr>
            <p:ph idx="4" type="subTitle"/>
          </p:nvPr>
        </p:nvSpPr>
        <p:spPr>
          <a:xfrm>
            <a:off x="226533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6" name="Google Shape;176;p27"/>
          <p:cNvSpPr txBox="1"/>
          <p:nvPr>
            <p:ph idx="5" type="subTitle"/>
          </p:nvPr>
        </p:nvSpPr>
        <p:spPr>
          <a:xfrm>
            <a:off x="3091450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7" name="Google Shape;177;p27"/>
          <p:cNvSpPr txBox="1"/>
          <p:nvPr>
            <p:ph idx="6" type="subTitle"/>
          </p:nvPr>
        </p:nvSpPr>
        <p:spPr>
          <a:xfrm>
            <a:off x="5956367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" name="Google Shape;178;p27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2_1_1">
    <p:bg>
      <p:bgPr>
        <a:solidFill>
          <a:schemeClr val="dk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two images">
  <p:cSld name="CUSTOM_3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29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6" name="Google Shape;186;p29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7" name="Google Shape;187;p29"/>
          <p:cNvSpPr/>
          <p:nvPr>
            <p:ph idx="4" type="pic"/>
          </p:nvPr>
        </p:nvSpPr>
        <p:spPr>
          <a:xfrm>
            <a:off x="336877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29"/>
          <p:cNvSpPr/>
          <p:nvPr>
            <p:ph idx="5" type="pic"/>
          </p:nvPr>
        </p:nvSpPr>
        <p:spPr>
          <a:xfrm>
            <a:off x="7320200" y="1391900"/>
            <a:ext cx="1597200" cy="197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wo storyboards">
  <p:cSld name="CUSTOM_3_2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/>
          <p:nvPr>
            <p:ph idx="2" type="pic"/>
          </p:nvPr>
        </p:nvSpPr>
        <p:spPr>
          <a:xfrm>
            <a:off x="-52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30"/>
          <p:cNvSpPr txBox="1"/>
          <p:nvPr>
            <p:ph type="title"/>
          </p:nvPr>
        </p:nvSpPr>
        <p:spPr>
          <a:xfrm>
            <a:off x="18047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18047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3" name="Google Shape;193;p30"/>
          <p:cNvSpPr txBox="1"/>
          <p:nvPr>
            <p:ph idx="3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94" name="Google Shape;194;p30"/>
          <p:cNvCxnSpPr/>
          <p:nvPr/>
        </p:nvCxnSpPr>
        <p:spPr>
          <a:xfrm>
            <a:off x="4572000" y="709150"/>
            <a:ext cx="0" cy="444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30"/>
          <p:cNvCxnSpPr/>
          <p:nvPr/>
        </p:nvCxnSpPr>
        <p:spPr>
          <a:xfrm rot="10800000">
            <a:off x="0" y="35148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30"/>
          <p:cNvCxnSpPr/>
          <p:nvPr/>
        </p:nvCxnSpPr>
        <p:spPr>
          <a:xfrm rot="10800000">
            <a:off x="0" y="7095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30"/>
          <p:cNvSpPr/>
          <p:nvPr>
            <p:ph idx="4" type="pic"/>
          </p:nvPr>
        </p:nvSpPr>
        <p:spPr>
          <a:xfrm>
            <a:off x="45775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30"/>
          <p:cNvSpPr txBox="1"/>
          <p:nvPr>
            <p:ph idx="5" type="title"/>
          </p:nvPr>
        </p:nvSpPr>
        <p:spPr>
          <a:xfrm>
            <a:off x="476322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9" name="Google Shape;199;p30"/>
          <p:cNvSpPr txBox="1"/>
          <p:nvPr>
            <p:ph idx="6" type="body"/>
          </p:nvPr>
        </p:nvSpPr>
        <p:spPr>
          <a:xfrm>
            <a:off x="476322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with phone">
  <p:cSld name="CUSTOM_3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31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4" name="Google Shape;204;p31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descr="Blank mock of a smartphone." id="205" name="Google Shape;205;p31"/>
          <p:cNvPicPr preferRelativeResize="0"/>
          <p:nvPr/>
        </p:nvPicPr>
        <p:blipFill rotWithShape="1">
          <a:blip r:embed="rId2">
            <a:alphaModFix/>
          </a:blip>
          <a:srcRect b="38737" l="0" r="0" t="0"/>
          <a:stretch/>
        </p:blipFill>
        <p:spPr>
          <a:xfrm>
            <a:off x="3882050" y="261250"/>
            <a:ext cx="4814074" cy="488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1"/>
          <p:cNvSpPr/>
          <p:nvPr>
            <p:ph idx="4" type="pic"/>
          </p:nvPr>
        </p:nvSpPr>
        <p:spPr>
          <a:xfrm>
            <a:off x="4197575" y="512375"/>
            <a:ext cx="2847600" cy="4631100"/>
          </a:xfrm>
          <a:prstGeom prst="round2SameRect">
            <a:avLst>
              <a:gd fmla="val 12455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CUSTOM_4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" name="Google Shape;209;p32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226525" y="1793250"/>
            <a:ext cx="8599500" cy="15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11" name="Google Shape;211;p32"/>
          <p:cNvSpPr txBox="1"/>
          <p:nvPr>
            <p:ph idx="3" type="body"/>
          </p:nvPr>
        </p:nvSpPr>
        <p:spPr>
          <a:xfrm>
            <a:off x="226525" y="4719800"/>
            <a:ext cx="31434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2" name="Google Shape;212;p32"/>
          <p:cNvSpPr txBox="1"/>
          <p:nvPr>
            <p:ph idx="4" type="body"/>
          </p:nvPr>
        </p:nvSpPr>
        <p:spPr>
          <a:xfrm>
            <a:off x="3590149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3" name="Google Shape;213;p32"/>
          <p:cNvSpPr txBox="1"/>
          <p:nvPr>
            <p:ph idx="5" type="body"/>
          </p:nvPr>
        </p:nvSpPr>
        <p:spPr>
          <a:xfrm>
            <a:off x="6345974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4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2265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6" name="Google Shape;216;p33"/>
          <p:cNvSpPr txBox="1"/>
          <p:nvPr>
            <p:ph idx="2" type="subTitle"/>
          </p:nvPr>
        </p:nvSpPr>
        <p:spPr>
          <a:xfrm>
            <a:off x="2265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3"/>
          <p:cNvSpPr txBox="1"/>
          <p:nvPr>
            <p:ph idx="3" type="body"/>
          </p:nvPr>
        </p:nvSpPr>
        <p:spPr>
          <a:xfrm>
            <a:off x="3235500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8" name="Google Shape;218;p33"/>
          <p:cNvSpPr txBox="1"/>
          <p:nvPr>
            <p:ph idx="4" type="subTitle"/>
          </p:nvPr>
        </p:nvSpPr>
        <p:spPr>
          <a:xfrm>
            <a:off x="3235500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3"/>
          <p:cNvSpPr txBox="1"/>
          <p:nvPr>
            <p:ph idx="5" type="body"/>
          </p:nvPr>
        </p:nvSpPr>
        <p:spPr>
          <a:xfrm>
            <a:off x="61530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0" name="Google Shape;220;p33"/>
          <p:cNvSpPr txBox="1"/>
          <p:nvPr>
            <p:ph idx="6" type="subTitle"/>
          </p:nvPr>
        </p:nvSpPr>
        <p:spPr>
          <a:xfrm>
            <a:off x="61530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3"/>
          <p:cNvSpPr txBox="1"/>
          <p:nvPr>
            <p:ph type="title"/>
          </p:nvPr>
        </p:nvSpPr>
        <p:spPr>
          <a:xfrm>
            <a:off x="226525" y="1793250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4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226525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4" name="Google Shape;224;p34"/>
          <p:cNvSpPr txBox="1"/>
          <p:nvPr>
            <p:ph idx="2" type="subTitle"/>
          </p:nvPr>
        </p:nvSpPr>
        <p:spPr>
          <a:xfrm>
            <a:off x="226525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4"/>
          <p:cNvSpPr txBox="1"/>
          <p:nvPr>
            <p:ph idx="3" type="body"/>
          </p:nvPr>
        </p:nvSpPr>
        <p:spPr>
          <a:xfrm>
            <a:off x="4841843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6" name="Google Shape;226;p34"/>
          <p:cNvSpPr txBox="1"/>
          <p:nvPr>
            <p:ph idx="4" type="subTitle"/>
          </p:nvPr>
        </p:nvSpPr>
        <p:spPr>
          <a:xfrm>
            <a:off x="4841843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4"/>
          <p:cNvSpPr txBox="1"/>
          <p:nvPr>
            <p:ph idx="5" type="body"/>
          </p:nvPr>
        </p:nvSpPr>
        <p:spPr>
          <a:xfrm>
            <a:off x="226525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8" name="Google Shape;228;p34"/>
          <p:cNvSpPr txBox="1"/>
          <p:nvPr>
            <p:ph idx="6" type="subTitle"/>
          </p:nvPr>
        </p:nvSpPr>
        <p:spPr>
          <a:xfrm>
            <a:off x="226525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4"/>
          <p:cNvSpPr txBox="1"/>
          <p:nvPr>
            <p:ph idx="7" type="body"/>
          </p:nvPr>
        </p:nvSpPr>
        <p:spPr>
          <a:xfrm>
            <a:off x="4841843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0" name="Google Shape;230;p34"/>
          <p:cNvSpPr txBox="1"/>
          <p:nvPr>
            <p:ph idx="8" type="subTitle"/>
          </p:nvPr>
        </p:nvSpPr>
        <p:spPr>
          <a:xfrm>
            <a:off x="4841843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4"/>
          <p:cNvSpPr txBox="1"/>
          <p:nvPr>
            <p:ph type="title"/>
          </p:nvPr>
        </p:nvSpPr>
        <p:spPr>
          <a:xfrm>
            <a:off x="226525" y="433125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9" name="Google Shape;23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2" name="Google Shape;24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2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6" name="Google Shape;246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7" name="Google Shape;247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8" name="Google Shape;24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_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1" name="Google Shape;251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4" name="Google Shape;25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7" name="Google Shape;257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0" name="Google Shape;260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3" name="Google Shape;263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5" name="Google Shape;26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7" name="Google Shape;267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8" name="Google Shape;268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9" name="Google Shape;269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2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275" name="Google Shape;275;p42"/>
          <p:cNvSpPr txBox="1"/>
          <p:nvPr>
            <p:ph idx="4294967295" type="title"/>
          </p:nvPr>
        </p:nvSpPr>
        <p:spPr>
          <a:xfrm>
            <a:off x="226525" y="753350"/>
            <a:ext cx="4673100" cy="41637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0"/>
              <a:t>YOUR NAME</a:t>
            </a:r>
            <a:br>
              <a:rPr lang="en" sz="8500"/>
            </a:br>
            <a:r>
              <a:rPr b="0" lang="en" sz="1600"/>
              <a:t>Citizenship 9</a:t>
            </a:r>
            <a:endParaRPr b="0" sz="1600"/>
          </a:p>
        </p:txBody>
      </p:sp>
      <p:graphicFrame>
        <p:nvGraphicFramePr>
          <p:cNvPr id="276" name="Google Shape;276;p42"/>
          <p:cNvGraphicFramePr/>
          <p:nvPr/>
        </p:nvGraphicFramePr>
        <p:xfrm>
          <a:off x="4738075" y="67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{1C6552C5-03EF-4D93-8EE6-DCA76CFBC8FE}</a:tableStyleId>
              </a:tblPr>
              <a:tblGrid>
                <a:gridCol w="3453425"/>
              </a:tblGrid>
              <a:tr h="390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77" name="Google Shape;27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075" y="671025"/>
            <a:ext cx="3453425" cy="390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/>
          <p:nvPr>
            <p:ph idx="3" type="body"/>
          </p:nvPr>
        </p:nvSpPr>
        <p:spPr>
          <a:xfrm>
            <a:off x="138550" y="2621100"/>
            <a:ext cx="4248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Aspirational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4" name="Google Shape;284;p43"/>
          <p:cNvCxnSpPr/>
          <p:nvPr/>
        </p:nvCxnSpPr>
        <p:spPr>
          <a:xfrm flipH="1" rot="10800000">
            <a:off x="563100" y="2750475"/>
            <a:ext cx="73872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43"/>
          <p:cNvCxnSpPr/>
          <p:nvPr/>
        </p:nvCxnSpPr>
        <p:spPr>
          <a:xfrm>
            <a:off x="563100" y="3000800"/>
            <a:ext cx="71181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43"/>
          <p:cNvCxnSpPr/>
          <p:nvPr/>
        </p:nvCxnSpPr>
        <p:spPr>
          <a:xfrm>
            <a:off x="563100" y="3248450"/>
            <a:ext cx="7580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43"/>
          <p:cNvCxnSpPr/>
          <p:nvPr/>
        </p:nvCxnSpPr>
        <p:spPr>
          <a:xfrm>
            <a:off x="563100" y="3480975"/>
            <a:ext cx="7073400" cy="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88" name="Google Shape;288;p43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TABLE OF CONTENTS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9" name="Google Shape;289;p43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0" name="Google Shape;290;p43"/>
          <p:cNvSpPr txBox="1"/>
          <p:nvPr>
            <p:ph idx="4" type="title"/>
          </p:nvPr>
        </p:nvSpPr>
        <p:spPr>
          <a:xfrm>
            <a:off x="302725" y="571800"/>
            <a:ext cx="67635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Personal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6" name="Google Shape;296;p44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7" name="Google Shape;297;p44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</a:t>
            </a: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298" name="Google Shape;298;p44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{1C6552C5-03EF-4D93-8EE6-DCA76CFBC8FE}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b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(from Bing Maps)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Reflection: Write about a personal place that holds significance for you. Tell the story of the place!</a:t>
                      </a:r>
                      <a:endParaRPr sz="9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b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Guiding Questions: In a second section, describe how your personal perspective shapes the way you see and feel about this place. What stories or memories are tied to this specific location?</a:t>
                      </a:r>
                      <a:endParaRPr sz="9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5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Community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4" name="Google Shape;304;p45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05" name="Google Shape;305;p45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{1C6552C5-03EF-4D93-8EE6-DCA76CFBC8FE}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Reflection: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Write about a significant place in our local community. Tell the story of the place! Who owns it? Why do you like it? Describe something that happened there that you remember.</a:t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This place / lake bannock holds a lot of important memories because i spend all year long in one of those clubs for paddling, I been paddling for 8 years and i've got really good at it even breaking lake records for my age group. All these races hold so much memoirs for me. That's why bannock holds a lot of memories for me.</a:t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6" name="Google Shape;306;p45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07" name="Google Shape;30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9450" y="1381188"/>
            <a:ext cx="2052126" cy="2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500" y="1224650"/>
            <a:ext cx="2227325" cy="372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Global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4" name="Google Shape;314;p46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15" name="Google Shape;315;p46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{1C6552C5-03EF-4D93-8EE6-DCA76CFBC8FE}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Reflection: Write a story about a place in the world that is part of your family's story.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Guiding Questions: Tell the story of how you and/or your family are connected to this place. </a:t>
                      </a:r>
                      <a:b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What traditions or values from this place have been passed down to you? </a:t>
                      </a:r>
                      <a:b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How does this connect to your cultural identity, including things you do and who you are?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6" name="Google Shape;316;p46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7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Aspirational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2" name="Google Shape;322;p47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23" name="Google Shape;323;p47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{1C6552C5-03EF-4D93-8EE6-DCA76CFBC8FE}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Reflection: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Write a story about a place you have never been to but dream of visiting.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Guiding Questions: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What draws you to this place? What do you hope to learn or experience there? How does this place fit into your hopes for the future?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4" name="Google Shape;324;p47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8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Aspirational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0" name="Google Shape;330;p48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31" name="Google Shape;331;p48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{1C6552C5-03EF-4D93-8EE6-DCA76CFBC8FE}</a:tableStyleId>
              </a:tblPr>
              <a:tblGrid>
                <a:gridCol w="2227325"/>
                <a:gridCol w="3466625"/>
                <a:gridCol w="2994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Soundtrack of your life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 the youtube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link here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What’s the story on the song? Write here!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2" name="Google Shape;332;p48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9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duct / Service Offering Overview #2">
  <a:themeElements>
    <a:clrScheme name="Simple Light">
      <a:dk1>
        <a:srgbClr val="000000"/>
      </a:dk1>
      <a:lt1>
        <a:srgbClr val="E2DFD2"/>
      </a:lt1>
      <a:dk2>
        <a:srgbClr val="FFFCE9"/>
      </a:dk2>
      <a:lt2>
        <a:srgbClr val="C9C3A7"/>
      </a:lt2>
      <a:accent1>
        <a:srgbClr val="FFEDCF"/>
      </a:accent1>
      <a:accent2>
        <a:srgbClr val="595959"/>
      </a:accent2>
      <a:accent3>
        <a:srgbClr val="D56F3E"/>
      </a:accent3>
      <a:accent4>
        <a:srgbClr val="FF7D00"/>
      </a:accent4>
      <a:accent5>
        <a:srgbClr val="78290F"/>
      </a:accent5>
      <a:accent6>
        <a:srgbClr val="D05353"/>
      </a:accent6>
      <a:hlink>
        <a:srgbClr val="DF29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