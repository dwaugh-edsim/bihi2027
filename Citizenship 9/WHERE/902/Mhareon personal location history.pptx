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F8278C-E9FE-4F18-A38C-63D07651AE41}">
  <a:tblStyle styleId="{31F8278C-E9FE-4F18-A38C-63D07651AE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74dc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74dc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c74dce5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c74dce5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c74dce5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c74dce5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The Personal Place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Reflection:</a:t>
            </a:r>
            <a:r>
              <a:rPr lang="en">
                <a:solidFill>
                  <a:schemeClr val="dk1"/>
                </a:solidFill>
              </a:rPr>
              <a:t> Write a paragraph about a personal place that holds significance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Questions:: In a second section, describe how  your personal perspective shapes the way you see and feel about this place. What stories or memories are tied to this specific location?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c74dce51c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c74dce51c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Reflection: Write about a significant place in our local community. Tell the story of the place! Who owns it? Why do you like it? Describe something that happened there that you remember.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c74dce51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c74dce51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 Tell the story of how you and/or your family are connected to this place.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traditions or values from this place have been passed down to you?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this connect to your cultural identity, including things you do and who you are?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c74dce51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c74dce51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8cf471e1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8cf471e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74dce51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c74dce51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0" y="671025"/>
            <a:ext cx="46731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/>
              <a:t>Mhareon</a:t>
            </a:r>
            <a:br>
              <a:rPr lang="en" sz="8500"/>
            </a:br>
            <a:r>
              <a:rPr b="0" lang="en" sz="1600"/>
              <a:t>Citizenship 9</a:t>
            </a:r>
            <a:endParaRPr b="0" sz="1600"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388" y="945263"/>
            <a:ext cx="3392800" cy="36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3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43"/>
          <p:cNvCxnSpPr/>
          <p:nvPr/>
        </p:nvCxnSpPr>
        <p:spPr>
          <a:xfrm flipH="1" rot="10800000">
            <a:off x="563100" y="2750475"/>
            <a:ext cx="73872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3"/>
          <p:cNvCxnSpPr/>
          <p:nvPr/>
        </p:nvCxnSpPr>
        <p:spPr>
          <a:xfrm>
            <a:off x="563100" y="3000800"/>
            <a:ext cx="71181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>
            <a:off x="563100" y="3248450"/>
            <a:ext cx="758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>
            <a:off x="563100" y="3480975"/>
            <a:ext cx="7073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7" name="Google Shape;287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8" name="Google Shape;288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Personal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5" name="Google Shape;295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97" name="Google Shape;297;p44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{31F8278C-E9FE-4F18-A38C-63D07651AE41}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b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(from Bing Maps)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Write about a personal place that holds significance for you. Tell the story of the place!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 loved riding around in my Lightning McQueen car everywhere I went. My family was always right there with me while I drove it. My aunts and uncles lived close by, so they came over to visit us a lot. All of my best friends lived in the same area too. Because everyone was so close, I always had someone to play with.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In a second section, describe how your personal perspective shapes the way you see and feel about this place. What stories or memories are tied to this specific location?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And this place is also where i used to hangout with my friends when i was a baby.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98" name="Google Shape;298;p44" title="Screenshot 2026-09-11 13.31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25" y="1890450"/>
            <a:ext cx="2109825" cy="116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4516" y="1486400"/>
            <a:ext cx="1647300" cy="1291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Community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06" name="Google Shape;306;p45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{31F8278C-E9FE-4F18-A38C-63D07651AE41}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Write about a significant place in our local community. Tell the story of the place! Who owns it? Why do you like it? Describe something that happened there that you remember.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7" name="Google Shape;307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8" name="Google Shape;3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00" y="1842350"/>
            <a:ext cx="1949449" cy="10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15" name="Google Shape;315;p46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{31F8278C-E9FE-4F18-A38C-63D07651AE41}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 Write a story about a place in the world that is part of your family's story.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Tell the story of how you and/or your family are connected to this place.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traditions or values from this place have been passed down to you?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How does this connect to your cultural identity, including things you do and who you are?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" name="Google Shape;316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2" name="Google Shape;322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3" name="Google Shape;323;p47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{31F8278C-E9FE-4F18-A38C-63D07651AE41}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Write a story about a place you have never been to but dream of visiting.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Guiding Questions: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draws you to this place? What do you hope to learn or experience there? How does this place fit into your hopes for the future?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" name="Google Shape;324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0" name="Google Shape;330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31" name="Google Shape;331;p48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{31F8278C-E9FE-4F18-A38C-63D07651AE41}</a:tableStyleId>
              </a:tblPr>
              <a:tblGrid>
                <a:gridCol w="2227325"/>
                <a:gridCol w="3466625"/>
                <a:gridCol w="2994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Soundtrack of your life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the youtube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 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What’s the story on the song? Write here!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2" name="Google Shape;332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