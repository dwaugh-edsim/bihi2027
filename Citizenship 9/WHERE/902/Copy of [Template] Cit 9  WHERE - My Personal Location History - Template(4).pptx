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Inter"/>
      <p:regular r:id="rId15"/>
      <p:bold r:id="rId16"/>
      <p:italic r:id="rId17"/>
      <p:boldItalic r:id="rId18"/>
    </p:embeddedFont>
    <p:embeddedFont>
      <p:font typeface="Roboto Mono"/>
      <p:regular r:id="rId19"/>
      <p:bold r:id="rId20"/>
      <p:italic r:id="rId21"/>
      <p:boldItalic r:id="rId22"/>
    </p:embeddedFont>
    <p:embeddedFont>
      <p:font typeface="Inter Medium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F6A6A91-2655-4F69-AF5F-C88FAD422604}">
  <a:tblStyle styleId="{FF6A6A91-2655-4F69-AF5F-C88FAD42260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.fntdata"/><Relationship Id="rId22" Type="http://schemas.openxmlformats.org/officeDocument/2006/relationships/font" Target="fonts/RobotoMono-boldItalic.fntdata"/><Relationship Id="rId21" Type="http://schemas.openxmlformats.org/officeDocument/2006/relationships/font" Target="fonts/RobotoMono-italic.fntdata"/><Relationship Id="rId24" Type="http://schemas.openxmlformats.org/officeDocument/2006/relationships/font" Target="fonts/InterMedium-bold.fntdata"/><Relationship Id="rId23" Type="http://schemas.openxmlformats.org/officeDocument/2006/relationships/font" Target="fonts/InterMedium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Medium-boldItalic.fntdata"/><Relationship Id="rId25" Type="http://schemas.openxmlformats.org/officeDocument/2006/relationships/font" Target="fonts/InterMedium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Inter-regular.fntdata"/><Relationship Id="rId14" Type="http://schemas.openxmlformats.org/officeDocument/2006/relationships/slide" Target="slides/slide8.xml"/><Relationship Id="rId17" Type="http://schemas.openxmlformats.org/officeDocument/2006/relationships/font" Target="fonts/Inter-italic.fntdata"/><Relationship Id="rId16" Type="http://schemas.openxmlformats.org/officeDocument/2006/relationships/font" Target="fonts/Inter-bold.fntdata"/><Relationship Id="rId19" Type="http://schemas.openxmlformats.org/officeDocument/2006/relationships/font" Target="fonts/RobotoMono-regular.fntdata"/><Relationship Id="rId18" Type="http://schemas.openxmlformats.org/officeDocument/2006/relationships/font" Target="fonts/Inter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7c74dce51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7c74dce51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7c74dce51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7c74dce51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7c74dce51c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7c74dce51c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 The Personal Place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Reflection:</a:t>
            </a:r>
            <a:r>
              <a:rPr lang="en">
                <a:solidFill>
                  <a:schemeClr val="dk1"/>
                </a:solidFill>
              </a:rPr>
              <a:t> Write a paragraph about a personal place that holds significance for you.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Guiding Questions:: In a second section, describe how  your personal perspective shapes the way you see and feel about this place. What stories or memories are tied to this specific location?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7c74dce51c_0_6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7c74dce51c_0_6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Reflection: Write about a significant place in our local community. Tell the story of the place! Who owns it? Why do you like it? Describe something that happened there that you remember.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7c74dce51c_0_6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7c74dce51c_0_6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Reflection: Write a story about a place in the world that is part of your family's story.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Guiding Questions: Tell the story of how you and/or your family are connected to this place. </a:t>
            </a:r>
            <a:br>
              <a:rPr lang="en"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lang="en"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What traditions or values from this place have been passed down to you? </a:t>
            </a:r>
            <a:br>
              <a:rPr lang="en"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lang="en"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How does this connect to your cultural identity, including things you do and who you are?</a:t>
            </a:r>
            <a:endParaRPr sz="1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7c74dce51c_0_6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7c74dce51c_0_6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Reflection: Write a story about a place in the world that is part of your family's story.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Guiding Questions: </a:t>
            </a:r>
            <a:r>
              <a:rPr lang="en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What draws you to this place? What do you hope to learn or experience there? How does this place fit into your hopes for the future?</a:t>
            </a:r>
            <a:endParaRPr sz="1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f8cf471e17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f8cf471e1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Reflection: Write a story about a place in the world that is part of your family's story.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Guiding Questions: </a:t>
            </a:r>
            <a:r>
              <a:rPr lang="en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What draws you to this place? What do you hope to learn or experience there? How does this place fit into your hopes for the future?</a:t>
            </a:r>
            <a:endParaRPr sz="1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7c74dce51c_0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7c74dce51c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 layout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>
            <p:ph idx="2" type="pic"/>
          </p:nvPr>
        </p:nvSpPr>
        <p:spPr>
          <a:xfrm>
            <a:off x="5034275" y="226500"/>
            <a:ext cx="3883200" cy="469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>
            <p:ph idx="3" type="pic"/>
          </p:nvPr>
        </p:nvSpPr>
        <p:spPr>
          <a:xfrm>
            <a:off x="226525" y="2975750"/>
            <a:ext cx="4458900" cy="1941300"/>
          </a:xfrm>
          <a:prstGeom prst="rect">
            <a:avLst/>
          </a:prstGeom>
          <a:noFill/>
          <a:ln>
            <a:noFill/>
          </a:ln>
        </p:spPr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" name="Google Shape;13;p2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4" type="title"/>
          </p:nvPr>
        </p:nvSpPr>
        <p:spPr>
          <a:xfrm>
            <a:off x="30381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with details">
  <p:cSld name="TITLE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>
            <p:ph idx="2" type="pic"/>
          </p:nvPr>
        </p:nvSpPr>
        <p:spPr>
          <a:xfrm>
            <a:off x="5034275" y="226500"/>
            <a:ext cx="3883200" cy="469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title"/>
          </p:nvPr>
        </p:nvSpPr>
        <p:spPr>
          <a:xfrm>
            <a:off x="30381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title"/>
          </p:nvPr>
        </p:nvSpPr>
        <p:spPr>
          <a:xfrm>
            <a:off x="226525" y="630625"/>
            <a:ext cx="44589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266700" y="4099025"/>
            <a:ext cx="4458900" cy="84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1_2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>
            <p:ph idx="2" type="pic"/>
          </p:nvPr>
        </p:nvSpPr>
        <p:spPr>
          <a:xfrm>
            <a:off x="5034275" y="226500"/>
            <a:ext cx="3883200" cy="469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4"/>
          <p:cNvSpPr txBox="1"/>
          <p:nvPr>
            <p:ph type="title"/>
          </p:nvPr>
        </p:nvSpPr>
        <p:spPr>
          <a:xfrm>
            <a:off x="226525" y="630625"/>
            <a:ext cx="44589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1_1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226525" y="630625"/>
            <a:ext cx="44589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226525" y="2857625"/>
            <a:ext cx="4458900" cy="208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" name="Google Shape;32;p6"/>
          <p:cNvSpPr txBox="1"/>
          <p:nvPr>
            <p:ph idx="1" type="body"/>
          </p:nvPr>
        </p:nvSpPr>
        <p:spPr>
          <a:xfrm>
            <a:off x="6325910" y="2621103"/>
            <a:ext cx="2612700" cy="22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330200" lvl="1" marL="9144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330200" lvl="2" marL="13716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330200" lvl="3" marL="18288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330200" lvl="4" marL="22860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330200" lvl="5" marL="27432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330200" lvl="6" marL="32004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330200" lvl="7" marL="36576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330200" lvl="8" marL="4114800" algn="r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3" name="Google Shape;33;p6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3" type="body"/>
          </p:nvPr>
        </p:nvSpPr>
        <p:spPr>
          <a:xfrm>
            <a:off x="226525" y="2621103"/>
            <a:ext cx="336600" cy="22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●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○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Font typeface="Inter Medium"/>
              <a:buChar char="■"/>
              <a:defRPr sz="16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6" name="Google Shape;36;p6"/>
          <p:cNvSpPr txBox="1"/>
          <p:nvPr>
            <p:ph idx="4" type="title"/>
          </p:nvPr>
        </p:nvSpPr>
        <p:spPr>
          <a:xfrm>
            <a:off x="226525" y="571800"/>
            <a:ext cx="52614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tx">
  <p:cSld name="TITLE_AND_BODY">
    <p:bg>
      <p:bgPr>
        <a:solidFill>
          <a:schemeClr val="dk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525" y="2581610"/>
            <a:ext cx="8691000" cy="237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300"/>
              <a:buNone/>
              <a:defRPr sz="73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AND_BODY_2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" name="Google Shape;42;p8"/>
          <p:cNvSpPr txBox="1"/>
          <p:nvPr>
            <p:ph type="title"/>
          </p:nvPr>
        </p:nvSpPr>
        <p:spPr>
          <a:xfrm>
            <a:off x="226525" y="248960"/>
            <a:ext cx="8691000" cy="237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">
  <p:cSld name="TITLE_AND_BODY_1">
    <p:bg>
      <p:bgPr>
        <a:solidFill>
          <a:schemeClr val="dk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" name="Google Shape;45;p9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246325" y="2591450"/>
            <a:ext cx="758700" cy="236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41275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3" type="body"/>
          </p:nvPr>
        </p:nvSpPr>
        <p:spPr>
          <a:xfrm>
            <a:off x="1077200" y="2591450"/>
            <a:ext cx="7804500" cy="236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41275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hree storyboards" type="twoColTx">
  <p:cSld name="TITLE_AND_TWO_COLUMNS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/>
          <p:nvPr>
            <p:ph idx="2" type="pic"/>
          </p:nvPr>
        </p:nvSpPr>
        <p:spPr>
          <a:xfrm>
            <a:off x="-5225" y="709575"/>
            <a:ext cx="3048600" cy="2805300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10"/>
          <p:cNvSpPr txBox="1"/>
          <p:nvPr>
            <p:ph type="title"/>
          </p:nvPr>
        </p:nvSpPr>
        <p:spPr>
          <a:xfrm>
            <a:off x="156950" y="3632698"/>
            <a:ext cx="27267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156950" y="4133503"/>
            <a:ext cx="2726700" cy="7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10"/>
          <p:cNvSpPr txBox="1"/>
          <p:nvPr>
            <p:ph idx="3" type="title"/>
          </p:nvPr>
        </p:nvSpPr>
        <p:spPr>
          <a:xfrm>
            <a:off x="3208650" y="3632698"/>
            <a:ext cx="27267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" name="Google Shape;55;p10"/>
          <p:cNvSpPr txBox="1"/>
          <p:nvPr>
            <p:ph idx="4" type="body"/>
          </p:nvPr>
        </p:nvSpPr>
        <p:spPr>
          <a:xfrm>
            <a:off x="3208650" y="4133503"/>
            <a:ext cx="2726700" cy="7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" name="Google Shape;56;p10"/>
          <p:cNvSpPr txBox="1"/>
          <p:nvPr>
            <p:ph idx="5" type="title"/>
          </p:nvPr>
        </p:nvSpPr>
        <p:spPr>
          <a:xfrm>
            <a:off x="6268950" y="3632698"/>
            <a:ext cx="27267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" name="Google Shape;57;p10"/>
          <p:cNvSpPr txBox="1"/>
          <p:nvPr>
            <p:ph idx="6" type="body"/>
          </p:nvPr>
        </p:nvSpPr>
        <p:spPr>
          <a:xfrm>
            <a:off x="6268950" y="4133503"/>
            <a:ext cx="2726700" cy="7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10"/>
          <p:cNvSpPr/>
          <p:nvPr>
            <p:ph idx="7" type="pic"/>
          </p:nvPr>
        </p:nvSpPr>
        <p:spPr>
          <a:xfrm>
            <a:off x="3053763" y="709575"/>
            <a:ext cx="3031800" cy="2805300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10"/>
          <p:cNvSpPr/>
          <p:nvPr>
            <p:ph idx="8" type="pic"/>
          </p:nvPr>
        </p:nvSpPr>
        <p:spPr>
          <a:xfrm>
            <a:off x="6095475" y="709575"/>
            <a:ext cx="3048600" cy="28053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60" name="Google Shape;60;p10"/>
          <p:cNvCxnSpPr/>
          <p:nvPr/>
        </p:nvCxnSpPr>
        <p:spPr>
          <a:xfrm>
            <a:off x="3048525" y="703650"/>
            <a:ext cx="0" cy="4448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" name="Google Shape;61;p10"/>
          <p:cNvCxnSpPr/>
          <p:nvPr/>
        </p:nvCxnSpPr>
        <p:spPr>
          <a:xfrm>
            <a:off x="6090575" y="703650"/>
            <a:ext cx="0" cy="4448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" name="Google Shape;62;p10"/>
          <p:cNvCxnSpPr/>
          <p:nvPr/>
        </p:nvCxnSpPr>
        <p:spPr>
          <a:xfrm rot="10800000">
            <a:off x="0" y="3520200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" name="Google Shape;63;p10"/>
          <p:cNvCxnSpPr/>
          <p:nvPr/>
        </p:nvCxnSpPr>
        <p:spPr>
          <a:xfrm rot="10800000">
            <a:off x="0" y="70472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" name="Google Shape;64;p10"/>
          <p:cNvSpPr txBox="1"/>
          <p:nvPr>
            <p:ph idx="9" type="title"/>
          </p:nvPr>
        </p:nvSpPr>
        <p:spPr>
          <a:xfrm>
            <a:off x="322275" y="116625"/>
            <a:ext cx="8494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TITLE_AND_TWO_COLUMNS_1">
    <p:bg>
      <p:bgPr>
        <a:solidFill>
          <a:schemeClr val="dk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/>
          <p:nvPr>
            <p:ph idx="2" type="pic"/>
          </p:nvPr>
        </p:nvSpPr>
        <p:spPr>
          <a:xfrm>
            <a:off x="-5225" y="709575"/>
            <a:ext cx="30486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1"/>
          <p:cNvSpPr/>
          <p:nvPr>
            <p:ph idx="3" type="pic"/>
          </p:nvPr>
        </p:nvSpPr>
        <p:spPr>
          <a:xfrm>
            <a:off x="3053763" y="709575"/>
            <a:ext cx="30318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/>
          <p:nvPr>
            <p:ph idx="4" type="pic"/>
          </p:nvPr>
        </p:nvSpPr>
        <p:spPr>
          <a:xfrm>
            <a:off x="6095475" y="709575"/>
            <a:ext cx="3048600" cy="14685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69" name="Google Shape;69;p11"/>
          <p:cNvCxnSpPr/>
          <p:nvPr/>
        </p:nvCxnSpPr>
        <p:spPr>
          <a:xfrm rot="10800000">
            <a:off x="0" y="70472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" name="Google Shape;70;p11"/>
          <p:cNvSpPr txBox="1"/>
          <p:nvPr>
            <p:ph type="title"/>
          </p:nvPr>
        </p:nvSpPr>
        <p:spPr>
          <a:xfrm>
            <a:off x="322275" y="116625"/>
            <a:ext cx="8494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" name="Google Shape;71;p11"/>
          <p:cNvSpPr/>
          <p:nvPr>
            <p:ph idx="5" type="pic"/>
          </p:nvPr>
        </p:nvSpPr>
        <p:spPr>
          <a:xfrm>
            <a:off x="-4975" y="2192221"/>
            <a:ext cx="30486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1"/>
          <p:cNvSpPr/>
          <p:nvPr>
            <p:ph idx="6" type="pic"/>
          </p:nvPr>
        </p:nvSpPr>
        <p:spPr>
          <a:xfrm>
            <a:off x="3054013" y="2192221"/>
            <a:ext cx="30318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1"/>
          <p:cNvSpPr/>
          <p:nvPr>
            <p:ph idx="7" type="pic"/>
          </p:nvPr>
        </p:nvSpPr>
        <p:spPr>
          <a:xfrm>
            <a:off x="6095725" y="2192221"/>
            <a:ext cx="30486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1"/>
          <p:cNvSpPr/>
          <p:nvPr>
            <p:ph idx="8" type="pic"/>
          </p:nvPr>
        </p:nvSpPr>
        <p:spPr>
          <a:xfrm>
            <a:off x="-4975" y="3674873"/>
            <a:ext cx="30486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11"/>
          <p:cNvSpPr/>
          <p:nvPr>
            <p:ph idx="9" type="pic"/>
          </p:nvPr>
        </p:nvSpPr>
        <p:spPr>
          <a:xfrm>
            <a:off x="3054013" y="3674873"/>
            <a:ext cx="3031800" cy="1468500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1"/>
          <p:cNvSpPr/>
          <p:nvPr>
            <p:ph idx="13" type="pic"/>
          </p:nvPr>
        </p:nvSpPr>
        <p:spPr>
          <a:xfrm>
            <a:off x="6095725" y="3674873"/>
            <a:ext cx="3048600" cy="1468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 type="titleOnly">
  <p:cSld name="TITLE_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2"/>
          <p:cNvSpPr txBox="1"/>
          <p:nvPr>
            <p:ph idx="1" type="body"/>
          </p:nvPr>
        </p:nvSpPr>
        <p:spPr>
          <a:xfrm>
            <a:off x="226525" y="2995441"/>
            <a:ext cx="8673000" cy="19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41275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main point">
  <p:cSld name="TITLE_ONLY_1">
    <p:bg>
      <p:bgPr>
        <a:solidFill>
          <a:schemeClr val="dk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226525" y="2995441"/>
            <a:ext cx="8673000" cy="19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41275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ONE_COLUMN_TEXT"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/>
          <p:nvPr>
            <p:ph idx="2" type="pic"/>
          </p:nvPr>
        </p:nvSpPr>
        <p:spPr>
          <a:xfrm>
            <a:off x="4576350" y="0"/>
            <a:ext cx="4567500" cy="5153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14"/>
          <p:cNvSpPr txBox="1"/>
          <p:nvPr>
            <p:ph idx="1" type="body"/>
          </p:nvPr>
        </p:nvSpPr>
        <p:spPr>
          <a:xfrm>
            <a:off x="226525" y="2080439"/>
            <a:ext cx="41190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6" name="Google Shape;8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" name="Google Shape;87;p14"/>
          <p:cNvSpPr txBox="1"/>
          <p:nvPr>
            <p:ph type="title"/>
          </p:nvPr>
        </p:nvSpPr>
        <p:spPr>
          <a:xfrm>
            <a:off x="226525" y="1271099"/>
            <a:ext cx="41190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allery 2">
  <p:cSld name="MAIN_POIN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15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5"/>
          <p:cNvSpPr/>
          <p:nvPr>
            <p:ph idx="2" type="pic"/>
          </p:nvPr>
        </p:nvSpPr>
        <p:spPr>
          <a:xfrm>
            <a:off x="2315425" y="226625"/>
            <a:ext cx="3733800" cy="469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15"/>
          <p:cNvSpPr/>
          <p:nvPr>
            <p:ph idx="3" type="pic"/>
          </p:nvPr>
        </p:nvSpPr>
        <p:spPr>
          <a:xfrm>
            <a:off x="6255975" y="1391900"/>
            <a:ext cx="2661600" cy="2359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15"/>
          <p:cNvSpPr txBox="1"/>
          <p:nvPr>
            <p:ph idx="4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chart">
  <p:cSld name="SECTION_TITLE_AND_DESCRIPTION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" name="Google Shape;9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6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8" name="Google Shape;98;p16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16"/>
          <p:cNvSpPr txBox="1"/>
          <p:nvPr>
            <p:ph idx="3" type="title"/>
          </p:nvPr>
        </p:nvSpPr>
        <p:spPr>
          <a:xfrm>
            <a:off x="226525" y="1271099"/>
            <a:ext cx="41190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0" name="Google Shape;100;p16"/>
          <p:cNvSpPr txBox="1"/>
          <p:nvPr>
            <p:ph idx="1" type="body"/>
          </p:nvPr>
        </p:nvSpPr>
        <p:spPr>
          <a:xfrm>
            <a:off x="226525" y="2080439"/>
            <a:ext cx="41190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one column text">
  <p:cSld name="SECTION_TITLE_AND_DESCRIPTION_1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" name="Google Shape;10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" name="Google Shape;104;p17"/>
          <p:cNvSpPr txBox="1"/>
          <p:nvPr>
            <p:ph type="title"/>
          </p:nvPr>
        </p:nvSpPr>
        <p:spPr>
          <a:xfrm>
            <a:off x="226525" y="697649"/>
            <a:ext cx="41190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5" name="Google Shape;105;p17"/>
          <p:cNvSpPr txBox="1"/>
          <p:nvPr>
            <p:ph idx="1" type="body"/>
          </p:nvPr>
        </p:nvSpPr>
        <p:spPr>
          <a:xfrm>
            <a:off x="226525" y="2509639"/>
            <a:ext cx="41190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17"/>
          <p:cNvSpPr txBox="1"/>
          <p:nvPr>
            <p:ph idx="2" type="subTitle"/>
          </p:nvPr>
        </p:nvSpPr>
        <p:spPr>
          <a:xfrm>
            <a:off x="226525" y="1710600"/>
            <a:ext cx="39948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SECTION_TITLE_AND_DESCRIPTION_1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" name="Google Shape;10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" name="Google Shape;110;p18"/>
          <p:cNvSpPr txBox="1"/>
          <p:nvPr>
            <p:ph type="title"/>
          </p:nvPr>
        </p:nvSpPr>
        <p:spPr>
          <a:xfrm>
            <a:off x="226525" y="697649"/>
            <a:ext cx="41190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11" name="Google Shape;111;p18"/>
          <p:cNvSpPr txBox="1"/>
          <p:nvPr>
            <p:ph idx="1" type="body"/>
          </p:nvPr>
        </p:nvSpPr>
        <p:spPr>
          <a:xfrm>
            <a:off x="226525" y="2509639"/>
            <a:ext cx="41190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2" name="Google Shape;112;p18"/>
          <p:cNvSpPr txBox="1"/>
          <p:nvPr>
            <p:ph idx="2" type="subTitle"/>
          </p:nvPr>
        </p:nvSpPr>
        <p:spPr>
          <a:xfrm>
            <a:off x="226525" y="1710600"/>
            <a:ext cx="39948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8"/>
          <p:cNvSpPr txBox="1"/>
          <p:nvPr>
            <p:ph idx="3" type="body"/>
          </p:nvPr>
        </p:nvSpPr>
        <p:spPr>
          <a:xfrm>
            <a:off x="4798500" y="2509639"/>
            <a:ext cx="41190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 sz="1200">
                <a:solidFill>
                  <a:schemeClr val="dk2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 sz="1200">
                <a:solidFill>
                  <a:schemeClr val="dk2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 sz="1200">
                <a:solidFill>
                  <a:schemeClr val="dk2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 sz="1200">
                <a:solidFill>
                  <a:schemeClr val="dk2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 sz="1200">
                <a:solidFill>
                  <a:schemeClr val="dk2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 sz="1200">
                <a:solidFill>
                  <a:schemeClr val="dk2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 sz="1200">
                <a:solidFill>
                  <a:schemeClr val="dk2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 sz="1200">
                <a:solidFill>
                  <a:schemeClr val="dk2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4" name="Google Shape;114;p18"/>
          <p:cNvSpPr txBox="1"/>
          <p:nvPr>
            <p:ph idx="4" type="subTitle"/>
          </p:nvPr>
        </p:nvSpPr>
        <p:spPr>
          <a:xfrm>
            <a:off x="4798500" y="1710600"/>
            <a:ext cx="39948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hree storyboards 2">
  <p:cSld name="CAPTION_ONLY">
    <p:bg>
      <p:bgPr>
        <a:solidFill>
          <a:schemeClr val="dk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/>
          <p:nvPr/>
        </p:nvSpPr>
        <p:spPr>
          <a:xfrm>
            <a:off x="0" y="4063950"/>
            <a:ext cx="3060000" cy="107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" name="Google Shape;117;p19"/>
          <p:cNvSpPr/>
          <p:nvPr>
            <p:ph idx="2" type="pic"/>
          </p:nvPr>
        </p:nvSpPr>
        <p:spPr>
          <a:xfrm>
            <a:off x="0" y="709975"/>
            <a:ext cx="3043800" cy="33465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18" name="Google Shape;118;p19"/>
          <p:cNvCxnSpPr/>
          <p:nvPr/>
        </p:nvCxnSpPr>
        <p:spPr>
          <a:xfrm>
            <a:off x="3048525" y="703650"/>
            <a:ext cx="0" cy="4448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" name="Google Shape;119;p19"/>
          <p:cNvCxnSpPr/>
          <p:nvPr/>
        </p:nvCxnSpPr>
        <p:spPr>
          <a:xfrm>
            <a:off x="6090575" y="703650"/>
            <a:ext cx="0" cy="4448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" name="Google Shape;120;p19"/>
          <p:cNvCxnSpPr/>
          <p:nvPr/>
        </p:nvCxnSpPr>
        <p:spPr>
          <a:xfrm rot="10800000">
            <a:off x="0" y="70472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" name="Google Shape;121;p19"/>
          <p:cNvSpPr txBox="1"/>
          <p:nvPr>
            <p:ph type="title"/>
          </p:nvPr>
        </p:nvSpPr>
        <p:spPr>
          <a:xfrm>
            <a:off x="161850" y="4156448"/>
            <a:ext cx="27267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22" name="Google Shape;122;p19"/>
          <p:cNvSpPr txBox="1"/>
          <p:nvPr>
            <p:ph idx="1" type="body"/>
          </p:nvPr>
        </p:nvSpPr>
        <p:spPr>
          <a:xfrm>
            <a:off x="161850" y="4626190"/>
            <a:ext cx="2726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3" name="Google Shape;123;p19"/>
          <p:cNvSpPr/>
          <p:nvPr/>
        </p:nvSpPr>
        <p:spPr>
          <a:xfrm>
            <a:off x="6095725" y="4063950"/>
            <a:ext cx="3060000" cy="107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4" name="Google Shape;124;p19"/>
          <p:cNvSpPr/>
          <p:nvPr>
            <p:ph idx="3" type="pic"/>
          </p:nvPr>
        </p:nvSpPr>
        <p:spPr>
          <a:xfrm>
            <a:off x="6095725" y="709975"/>
            <a:ext cx="3043800" cy="33465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19"/>
          <p:cNvSpPr txBox="1"/>
          <p:nvPr>
            <p:ph idx="4" type="title"/>
          </p:nvPr>
        </p:nvSpPr>
        <p:spPr>
          <a:xfrm>
            <a:off x="6257575" y="4156448"/>
            <a:ext cx="27267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26" name="Google Shape;126;p19"/>
          <p:cNvSpPr txBox="1"/>
          <p:nvPr>
            <p:ph idx="5" type="body"/>
          </p:nvPr>
        </p:nvSpPr>
        <p:spPr>
          <a:xfrm>
            <a:off x="6257575" y="4626190"/>
            <a:ext cx="2726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27" name="Google Shape;127;p19"/>
          <p:cNvSpPr/>
          <p:nvPr>
            <p:ph idx="6" type="pic"/>
          </p:nvPr>
        </p:nvSpPr>
        <p:spPr>
          <a:xfrm>
            <a:off x="3053900" y="1794150"/>
            <a:ext cx="3030600" cy="33492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19"/>
          <p:cNvSpPr/>
          <p:nvPr/>
        </p:nvSpPr>
        <p:spPr>
          <a:xfrm>
            <a:off x="3054250" y="709380"/>
            <a:ext cx="3030600" cy="107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" name="Google Shape;129;p19"/>
          <p:cNvSpPr txBox="1"/>
          <p:nvPr>
            <p:ph idx="7" type="title"/>
          </p:nvPr>
        </p:nvSpPr>
        <p:spPr>
          <a:xfrm>
            <a:off x="3214545" y="801878"/>
            <a:ext cx="27006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30" name="Google Shape;130;p19"/>
          <p:cNvSpPr txBox="1"/>
          <p:nvPr>
            <p:ph idx="8" type="body"/>
          </p:nvPr>
        </p:nvSpPr>
        <p:spPr>
          <a:xfrm>
            <a:off x="3214545" y="1271620"/>
            <a:ext cx="2700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131" name="Google Shape;131;p19"/>
          <p:cNvCxnSpPr/>
          <p:nvPr/>
        </p:nvCxnSpPr>
        <p:spPr>
          <a:xfrm rot="10800000">
            <a:off x="3049250" y="1791825"/>
            <a:ext cx="3041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" name="Google Shape;132;p19"/>
          <p:cNvCxnSpPr/>
          <p:nvPr/>
        </p:nvCxnSpPr>
        <p:spPr>
          <a:xfrm rot="10800000">
            <a:off x="0" y="406197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" name="Google Shape;133;p19"/>
          <p:cNvSpPr txBox="1"/>
          <p:nvPr>
            <p:ph idx="9" type="title"/>
          </p:nvPr>
        </p:nvSpPr>
        <p:spPr>
          <a:xfrm>
            <a:off x="2497875" y="145800"/>
            <a:ext cx="4791600" cy="46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with details">
  <p:cSld name="BIG_NUMBER"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" name="Google Shape;13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7" name="Google Shape;137;p20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8" name="Google Shape;138;p20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9" name="Google Shape;139;p20"/>
          <p:cNvSpPr txBox="1"/>
          <p:nvPr>
            <p:ph idx="3" type="title"/>
          </p:nvPr>
        </p:nvSpPr>
        <p:spPr>
          <a:xfrm>
            <a:off x="4801800" y="1644025"/>
            <a:ext cx="4108500" cy="4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0" name="Google Shape;140;p20"/>
          <p:cNvSpPr txBox="1"/>
          <p:nvPr>
            <p:ph idx="1" type="body"/>
          </p:nvPr>
        </p:nvSpPr>
        <p:spPr>
          <a:xfrm>
            <a:off x="4805709" y="2069213"/>
            <a:ext cx="4108500" cy="133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1" name="Google Shape;141;p20"/>
          <p:cNvSpPr txBox="1"/>
          <p:nvPr>
            <p:ph idx="4" type="title"/>
          </p:nvPr>
        </p:nvSpPr>
        <p:spPr>
          <a:xfrm>
            <a:off x="4801800" y="3379700"/>
            <a:ext cx="4108500" cy="4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2" name="Google Shape;142;p20"/>
          <p:cNvSpPr txBox="1"/>
          <p:nvPr>
            <p:ph idx="5" type="title"/>
          </p:nvPr>
        </p:nvSpPr>
        <p:spPr>
          <a:xfrm>
            <a:off x="229800" y="1644025"/>
            <a:ext cx="4108500" cy="4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43" name="Google Shape;143;p20"/>
          <p:cNvSpPr txBox="1"/>
          <p:nvPr>
            <p:ph idx="6" type="body"/>
          </p:nvPr>
        </p:nvSpPr>
        <p:spPr>
          <a:xfrm>
            <a:off x="233709" y="2069213"/>
            <a:ext cx="4108500" cy="133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44" name="Google Shape;144;p20"/>
          <p:cNvSpPr txBox="1"/>
          <p:nvPr>
            <p:ph idx="7" type="title"/>
          </p:nvPr>
        </p:nvSpPr>
        <p:spPr>
          <a:xfrm>
            <a:off x="229800" y="3379700"/>
            <a:ext cx="4108500" cy="4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BIG_NUMBER_1">
    <p:bg>
      <p:bgPr>
        <a:solidFill>
          <a:schemeClr val="l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7" name="Google Shape;14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21"/>
          <p:cNvSpPr txBox="1"/>
          <p:nvPr>
            <p:ph idx="1" type="body"/>
          </p:nvPr>
        </p:nvSpPr>
        <p:spPr>
          <a:xfrm>
            <a:off x="4805709" y="2069213"/>
            <a:ext cx="4108500" cy="133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9" name="Google Shape;149;p21"/>
          <p:cNvSpPr txBox="1"/>
          <p:nvPr>
            <p:ph type="title"/>
          </p:nvPr>
        </p:nvSpPr>
        <p:spPr>
          <a:xfrm>
            <a:off x="229800" y="895625"/>
            <a:ext cx="4108500" cy="44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50" name="Google Shape;150;p21"/>
          <p:cNvSpPr txBox="1"/>
          <p:nvPr>
            <p:ph idx="2" type="body"/>
          </p:nvPr>
        </p:nvSpPr>
        <p:spPr>
          <a:xfrm>
            <a:off x="233709" y="2069213"/>
            <a:ext cx="4108500" cy="133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CUSTOM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 txBox="1"/>
          <p:nvPr>
            <p:ph type="title"/>
          </p:nvPr>
        </p:nvSpPr>
        <p:spPr>
          <a:xfrm>
            <a:off x="285750" y="1555350"/>
            <a:ext cx="7291500" cy="34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0"/>
              <a:buNone/>
              <a:defRPr sz="30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3" name="Google Shape;153;p22"/>
          <p:cNvSpPr txBox="1"/>
          <p:nvPr>
            <p:ph idx="1" type="body"/>
          </p:nvPr>
        </p:nvSpPr>
        <p:spPr>
          <a:xfrm>
            <a:off x="7256675" y="1827175"/>
            <a:ext cx="1767600" cy="2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●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○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■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●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○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■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●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○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Roboto Mono"/>
              <a:buChar char="■"/>
              <a:defRPr b="1" sz="1000"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">
    <p:bg>
      <p:bgPr>
        <a:solidFill>
          <a:schemeClr val="dk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6" name="Google Shape;156;p23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b="0" sz="6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7" name="Google Shape;157;p23"/>
          <p:cNvSpPr txBox="1"/>
          <p:nvPr>
            <p:ph idx="1" type="body"/>
          </p:nvPr>
        </p:nvSpPr>
        <p:spPr>
          <a:xfrm>
            <a:off x="226525" y="1850026"/>
            <a:ext cx="8673000" cy="19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275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●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○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Inter Medium"/>
              <a:buChar char="■"/>
              <a:defRPr sz="29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58" name="Google Shape;158;p23"/>
          <p:cNvSpPr txBox="1"/>
          <p:nvPr/>
        </p:nvSpPr>
        <p:spPr>
          <a:xfrm>
            <a:off x="48250" y="482279"/>
            <a:ext cx="16473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“</a:t>
            </a:r>
            <a:endParaRPr b="1" sz="20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and image">
  <p:cSld name="CUSTOM_1_1">
    <p:bg>
      <p:bgPr>
        <a:solidFill>
          <a:schemeClr val="dk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/>
          <p:nvPr>
            <p:ph idx="2" type="pic"/>
          </p:nvPr>
        </p:nvSpPr>
        <p:spPr>
          <a:xfrm>
            <a:off x="338100" y="480450"/>
            <a:ext cx="3785400" cy="4438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24"/>
          <p:cNvSpPr txBox="1"/>
          <p:nvPr>
            <p:ph idx="1" type="body"/>
          </p:nvPr>
        </p:nvSpPr>
        <p:spPr>
          <a:xfrm>
            <a:off x="4355225" y="3379725"/>
            <a:ext cx="4512900" cy="155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556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000">
                <a:solidFill>
                  <a:schemeClr val="lt1"/>
                </a:solidFill>
              </a:defRPr>
            </a:lvl1pPr>
            <a:lvl2pPr indent="-3556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000">
                <a:solidFill>
                  <a:schemeClr val="lt1"/>
                </a:solidFill>
              </a:defRPr>
            </a:lvl2pPr>
            <a:lvl3pPr indent="-3556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000">
                <a:solidFill>
                  <a:schemeClr val="lt1"/>
                </a:solidFill>
              </a:defRPr>
            </a:lvl3pPr>
            <a:lvl4pPr indent="-3556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000">
                <a:solidFill>
                  <a:schemeClr val="lt1"/>
                </a:solidFill>
              </a:defRPr>
            </a:lvl4pPr>
            <a:lvl5pPr indent="-3556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000">
                <a:solidFill>
                  <a:schemeClr val="lt1"/>
                </a:solidFill>
              </a:defRPr>
            </a:lvl5pPr>
            <a:lvl6pPr indent="-3556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000">
                <a:solidFill>
                  <a:schemeClr val="lt1"/>
                </a:solidFill>
              </a:defRPr>
            </a:lvl6pPr>
            <a:lvl7pPr indent="-3556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000">
                <a:solidFill>
                  <a:schemeClr val="lt1"/>
                </a:solidFill>
              </a:defRPr>
            </a:lvl7pPr>
            <a:lvl8pPr indent="-3556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000">
                <a:solidFill>
                  <a:schemeClr val="lt1"/>
                </a:solidFill>
              </a:defRPr>
            </a:lvl8pPr>
            <a:lvl9pPr indent="-3556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0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and image">
  <p:cSld name="CUSTOM_2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/>
          <p:nvPr>
            <p:ph idx="2" type="pic"/>
          </p:nvPr>
        </p:nvSpPr>
        <p:spPr>
          <a:xfrm>
            <a:off x="226500" y="2357750"/>
            <a:ext cx="8691000" cy="2559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25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5" name="Google Shape;165;p25"/>
          <p:cNvSpPr txBox="1"/>
          <p:nvPr>
            <p:ph idx="3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6" name="Google Shape;166;p25"/>
          <p:cNvSpPr txBox="1"/>
          <p:nvPr>
            <p:ph idx="1" type="subTitle"/>
          </p:nvPr>
        </p:nvSpPr>
        <p:spPr>
          <a:xfrm>
            <a:off x="226525" y="700225"/>
            <a:ext cx="2157900" cy="157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b="1" sz="1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25"/>
          <p:cNvSpPr txBox="1"/>
          <p:nvPr>
            <p:ph idx="4" type="body"/>
          </p:nvPr>
        </p:nvSpPr>
        <p:spPr>
          <a:xfrm>
            <a:off x="2492925" y="700283"/>
            <a:ext cx="6424500" cy="157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5560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●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35560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○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35560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■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35560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●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35560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○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35560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■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35560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●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35560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○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35560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nter Medium"/>
              <a:buChar char="■"/>
              <a:defRPr sz="2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CUSTOM_2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 txBox="1"/>
          <p:nvPr>
            <p:ph type="title"/>
          </p:nvPr>
        </p:nvSpPr>
        <p:spPr>
          <a:xfrm>
            <a:off x="226525" y="630625"/>
            <a:ext cx="68103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0" name="Google Shape;170;p26"/>
          <p:cNvSpPr txBox="1"/>
          <p:nvPr>
            <p:ph idx="1" type="subTitle"/>
          </p:nvPr>
        </p:nvSpPr>
        <p:spPr>
          <a:xfrm>
            <a:off x="226525" y="3814125"/>
            <a:ext cx="2999100" cy="11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2_1_2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7"/>
          <p:cNvSpPr txBox="1"/>
          <p:nvPr>
            <p:ph idx="1" type="subTitle"/>
          </p:nvPr>
        </p:nvSpPr>
        <p:spPr>
          <a:xfrm>
            <a:off x="226533" y="3459275"/>
            <a:ext cx="26055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3" name="Google Shape;173;p27"/>
          <p:cNvSpPr txBox="1"/>
          <p:nvPr>
            <p:ph idx="2" type="subTitle"/>
          </p:nvPr>
        </p:nvSpPr>
        <p:spPr>
          <a:xfrm>
            <a:off x="3091450" y="3459275"/>
            <a:ext cx="26055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4" name="Google Shape;174;p27"/>
          <p:cNvSpPr txBox="1"/>
          <p:nvPr>
            <p:ph idx="3" type="subTitle"/>
          </p:nvPr>
        </p:nvSpPr>
        <p:spPr>
          <a:xfrm>
            <a:off x="5956367" y="3459275"/>
            <a:ext cx="26055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5" name="Google Shape;175;p27"/>
          <p:cNvSpPr txBox="1"/>
          <p:nvPr>
            <p:ph idx="4" type="subTitle"/>
          </p:nvPr>
        </p:nvSpPr>
        <p:spPr>
          <a:xfrm>
            <a:off x="226533" y="4236825"/>
            <a:ext cx="26055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6" name="Google Shape;176;p27"/>
          <p:cNvSpPr txBox="1"/>
          <p:nvPr>
            <p:ph idx="5" type="subTitle"/>
          </p:nvPr>
        </p:nvSpPr>
        <p:spPr>
          <a:xfrm>
            <a:off x="3091450" y="4236825"/>
            <a:ext cx="26055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7" name="Google Shape;177;p27"/>
          <p:cNvSpPr txBox="1"/>
          <p:nvPr>
            <p:ph idx="6" type="subTitle"/>
          </p:nvPr>
        </p:nvSpPr>
        <p:spPr>
          <a:xfrm>
            <a:off x="5956367" y="4236825"/>
            <a:ext cx="2605500" cy="69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8" name="Google Shape;178;p27"/>
          <p:cNvSpPr txBox="1"/>
          <p:nvPr>
            <p:ph type="title"/>
          </p:nvPr>
        </p:nvSpPr>
        <p:spPr>
          <a:xfrm>
            <a:off x="226525" y="630625"/>
            <a:ext cx="68103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CUSTOM_2_1_1">
    <p:bg>
      <p:bgPr>
        <a:solidFill>
          <a:schemeClr val="dk1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8"/>
          <p:cNvSpPr txBox="1"/>
          <p:nvPr>
            <p:ph type="title"/>
          </p:nvPr>
        </p:nvSpPr>
        <p:spPr>
          <a:xfrm>
            <a:off x="226525" y="630625"/>
            <a:ext cx="68103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300"/>
              <a:buNone/>
              <a:defRPr sz="7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1" name="Google Shape;181;p28"/>
          <p:cNvSpPr txBox="1"/>
          <p:nvPr>
            <p:ph idx="1" type="subTitle"/>
          </p:nvPr>
        </p:nvSpPr>
        <p:spPr>
          <a:xfrm>
            <a:off x="226525" y="3814125"/>
            <a:ext cx="2999100" cy="11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two images">
  <p:cSld name="CUSTOM_3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4" name="Google Shape;184;p29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5" name="Google Shape;185;p29"/>
          <p:cNvSpPr txBox="1"/>
          <p:nvPr>
            <p:ph idx="1" type="body"/>
          </p:nvPr>
        </p:nvSpPr>
        <p:spPr>
          <a:xfrm>
            <a:off x="226525" y="2080445"/>
            <a:ext cx="29247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86" name="Google Shape;186;p29"/>
          <p:cNvSpPr txBox="1"/>
          <p:nvPr>
            <p:ph idx="3" type="title"/>
          </p:nvPr>
        </p:nvSpPr>
        <p:spPr>
          <a:xfrm>
            <a:off x="226525" y="1271100"/>
            <a:ext cx="29247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87" name="Google Shape;187;p29"/>
          <p:cNvSpPr/>
          <p:nvPr>
            <p:ph idx="4" type="pic"/>
          </p:nvPr>
        </p:nvSpPr>
        <p:spPr>
          <a:xfrm>
            <a:off x="3368775" y="226625"/>
            <a:ext cx="3733800" cy="469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29"/>
          <p:cNvSpPr/>
          <p:nvPr>
            <p:ph idx="5" type="pic"/>
          </p:nvPr>
        </p:nvSpPr>
        <p:spPr>
          <a:xfrm>
            <a:off x="7320200" y="1391900"/>
            <a:ext cx="1597200" cy="1970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wo storyboards">
  <p:cSld name="CUSTOM_3_2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0"/>
          <p:cNvSpPr/>
          <p:nvPr>
            <p:ph idx="2" type="pic"/>
          </p:nvPr>
        </p:nvSpPr>
        <p:spPr>
          <a:xfrm>
            <a:off x="-5225" y="713825"/>
            <a:ext cx="4571700" cy="2795700"/>
          </a:xfrm>
          <a:prstGeom prst="rect">
            <a:avLst/>
          </a:prstGeom>
          <a:noFill/>
          <a:ln>
            <a:noFill/>
          </a:ln>
        </p:spPr>
      </p:sp>
      <p:sp>
        <p:nvSpPr>
          <p:cNvPr id="191" name="Google Shape;191;p30"/>
          <p:cNvSpPr txBox="1"/>
          <p:nvPr>
            <p:ph type="title"/>
          </p:nvPr>
        </p:nvSpPr>
        <p:spPr>
          <a:xfrm>
            <a:off x="180475" y="3632700"/>
            <a:ext cx="42003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92" name="Google Shape;192;p30"/>
          <p:cNvSpPr txBox="1"/>
          <p:nvPr>
            <p:ph idx="1" type="body"/>
          </p:nvPr>
        </p:nvSpPr>
        <p:spPr>
          <a:xfrm>
            <a:off x="180475" y="4133502"/>
            <a:ext cx="4200300" cy="7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93" name="Google Shape;193;p30"/>
          <p:cNvSpPr txBox="1"/>
          <p:nvPr>
            <p:ph idx="3" type="title"/>
          </p:nvPr>
        </p:nvSpPr>
        <p:spPr>
          <a:xfrm>
            <a:off x="322275" y="116625"/>
            <a:ext cx="84948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194" name="Google Shape;194;p30"/>
          <p:cNvCxnSpPr/>
          <p:nvPr/>
        </p:nvCxnSpPr>
        <p:spPr>
          <a:xfrm>
            <a:off x="4572000" y="709150"/>
            <a:ext cx="0" cy="4443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" name="Google Shape;195;p30"/>
          <p:cNvCxnSpPr/>
          <p:nvPr/>
        </p:nvCxnSpPr>
        <p:spPr>
          <a:xfrm rot="10800000">
            <a:off x="0" y="351487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" name="Google Shape;196;p30"/>
          <p:cNvCxnSpPr/>
          <p:nvPr/>
        </p:nvCxnSpPr>
        <p:spPr>
          <a:xfrm rot="10800000">
            <a:off x="0" y="709575"/>
            <a:ext cx="9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" name="Google Shape;197;p30"/>
          <p:cNvSpPr/>
          <p:nvPr>
            <p:ph idx="4" type="pic"/>
          </p:nvPr>
        </p:nvSpPr>
        <p:spPr>
          <a:xfrm>
            <a:off x="4577525" y="713825"/>
            <a:ext cx="4571700" cy="2795700"/>
          </a:xfrm>
          <a:prstGeom prst="rect">
            <a:avLst/>
          </a:prstGeom>
          <a:noFill/>
          <a:ln>
            <a:noFill/>
          </a:ln>
        </p:spPr>
      </p:sp>
      <p:sp>
        <p:nvSpPr>
          <p:cNvPr id="198" name="Google Shape;198;p30"/>
          <p:cNvSpPr txBox="1"/>
          <p:nvPr>
            <p:ph idx="5" type="title"/>
          </p:nvPr>
        </p:nvSpPr>
        <p:spPr>
          <a:xfrm>
            <a:off x="4763225" y="3632700"/>
            <a:ext cx="42003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99" name="Google Shape;199;p30"/>
          <p:cNvSpPr txBox="1"/>
          <p:nvPr>
            <p:ph idx="6" type="body"/>
          </p:nvPr>
        </p:nvSpPr>
        <p:spPr>
          <a:xfrm>
            <a:off x="4763225" y="4133502"/>
            <a:ext cx="4200300" cy="7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description with phone">
  <p:cSld name="CUSTOM_3_1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1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2" name="Google Shape;202;p31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3" name="Google Shape;203;p31"/>
          <p:cNvSpPr txBox="1"/>
          <p:nvPr>
            <p:ph idx="1" type="body"/>
          </p:nvPr>
        </p:nvSpPr>
        <p:spPr>
          <a:xfrm>
            <a:off x="226525" y="2080445"/>
            <a:ext cx="29247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4" name="Google Shape;204;p31"/>
          <p:cNvSpPr txBox="1"/>
          <p:nvPr>
            <p:ph idx="3" type="title"/>
          </p:nvPr>
        </p:nvSpPr>
        <p:spPr>
          <a:xfrm>
            <a:off x="226525" y="1271100"/>
            <a:ext cx="2924700" cy="8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pic>
        <p:nvPicPr>
          <p:cNvPr descr="Blank mock of a smartphone." id="205" name="Google Shape;205;p31"/>
          <p:cNvPicPr preferRelativeResize="0"/>
          <p:nvPr/>
        </p:nvPicPr>
        <p:blipFill rotWithShape="1">
          <a:blip r:embed="rId2">
            <a:alphaModFix/>
          </a:blip>
          <a:srcRect b="38737" l="0" r="0" t="0"/>
          <a:stretch/>
        </p:blipFill>
        <p:spPr>
          <a:xfrm>
            <a:off x="3882050" y="261250"/>
            <a:ext cx="4814074" cy="4882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1"/>
          <p:cNvSpPr/>
          <p:nvPr>
            <p:ph idx="4" type="pic"/>
          </p:nvPr>
        </p:nvSpPr>
        <p:spPr>
          <a:xfrm>
            <a:off x="4197575" y="512375"/>
            <a:ext cx="2847600" cy="4631100"/>
          </a:xfrm>
          <a:prstGeom prst="round2SameRect">
            <a:avLst>
              <a:gd fmla="val 12455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">
  <p:cSld name="CUSTOM_4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2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9" name="Google Shape;209;p32"/>
          <p:cNvSpPr txBox="1"/>
          <p:nvPr>
            <p:ph idx="2" type="title"/>
          </p:nvPr>
        </p:nvSpPr>
        <p:spPr>
          <a:xfrm>
            <a:off x="7234267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0" name="Google Shape;210;p32"/>
          <p:cNvSpPr txBox="1"/>
          <p:nvPr>
            <p:ph idx="1" type="body"/>
          </p:nvPr>
        </p:nvSpPr>
        <p:spPr>
          <a:xfrm>
            <a:off x="226525" y="1793250"/>
            <a:ext cx="8599500" cy="15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412750" lv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412750" lvl="1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412750" lvl="2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412750" lvl="3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412750" lvl="4" marL="2286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412750" lvl="5" marL="2743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412750" lvl="6" marL="320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●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412750" lvl="7" marL="3657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○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412750" lvl="8" marL="4114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Font typeface="Inter Medium"/>
              <a:buChar char="■"/>
              <a:defRPr sz="29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211" name="Google Shape;211;p32"/>
          <p:cNvSpPr txBox="1"/>
          <p:nvPr>
            <p:ph idx="3" type="body"/>
          </p:nvPr>
        </p:nvSpPr>
        <p:spPr>
          <a:xfrm>
            <a:off x="226525" y="4719800"/>
            <a:ext cx="31434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2" name="Google Shape;212;p32"/>
          <p:cNvSpPr txBox="1"/>
          <p:nvPr>
            <p:ph idx="4" type="body"/>
          </p:nvPr>
        </p:nvSpPr>
        <p:spPr>
          <a:xfrm>
            <a:off x="3590149" y="4719800"/>
            <a:ext cx="25356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3" name="Google Shape;213;p32"/>
          <p:cNvSpPr txBox="1"/>
          <p:nvPr>
            <p:ph idx="5" type="body"/>
          </p:nvPr>
        </p:nvSpPr>
        <p:spPr>
          <a:xfrm>
            <a:off x="6345974" y="4719800"/>
            <a:ext cx="25356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4_1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3"/>
          <p:cNvSpPr txBox="1"/>
          <p:nvPr>
            <p:ph idx="1" type="body"/>
          </p:nvPr>
        </p:nvSpPr>
        <p:spPr>
          <a:xfrm>
            <a:off x="226525" y="4334850"/>
            <a:ext cx="26730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6" name="Google Shape;216;p33"/>
          <p:cNvSpPr txBox="1"/>
          <p:nvPr>
            <p:ph idx="2" type="subTitle"/>
          </p:nvPr>
        </p:nvSpPr>
        <p:spPr>
          <a:xfrm>
            <a:off x="226525" y="3712825"/>
            <a:ext cx="26730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33"/>
          <p:cNvSpPr txBox="1"/>
          <p:nvPr>
            <p:ph idx="3" type="body"/>
          </p:nvPr>
        </p:nvSpPr>
        <p:spPr>
          <a:xfrm>
            <a:off x="3235500" y="4334850"/>
            <a:ext cx="26730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8" name="Google Shape;218;p33"/>
          <p:cNvSpPr txBox="1"/>
          <p:nvPr>
            <p:ph idx="4" type="subTitle"/>
          </p:nvPr>
        </p:nvSpPr>
        <p:spPr>
          <a:xfrm>
            <a:off x="3235500" y="3712825"/>
            <a:ext cx="26730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33"/>
          <p:cNvSpPr txBox="1"/>
          <p:nvPr>
            <p:ph idx="5" type="body"/>
          </p:nvPr>
        </p:nvSpPr>
        <p:spPr>
          <a:xfrm>
            <a:off x="6153025" y="4334850"/>
            <a:ext cx="26730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0" name="Google Shape;220;p33"/>
          <p:cNvSpPr txBox="1"/>
          <p:nvPr>
            <p:ph idx="6" type="subTitle"/>
          </p:nvPr>
        </p:nvSpPr>
        <p:spPr>
          <a:xfrm>
            <a:off x="6153025" y="3712825"/>
            <a:ext cx="26730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33"/>
          <p:cNvSpPr txBox="1"/>
          <p:nvPr>
            <p:ph type="title"/>
          </p:nvPr>
        </p:nvSpPr>
        <p:spPr>
          <a:xfrm>
            <a:off x="226525" y="1793250"/>
            <a:ext cx="8599500" cy="15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4_1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4"/>
          <p:cNvSpPr txBox="1"/>
          <p:nvPr>
            <p:ph idx="1" type="body"/>
          </p:nvPr>
        </p:nvSpPr>
        <p:spPr>
          <a:xfrm>
            <a:off x="226525" y="4334850"/>
            <a:ext cx="41001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4" name="Google Shape;224;p34"/>
          <p:cNvSpPr txBox="1"/>
          <p:nvPr>
            <p:ph idx="2" type="subTitle"/>
          </p:nvPr>
        </p:nvSpPr>
        <p:spPr>
          <a:xfrm>
            <a:off x="226525" y="3712825"/>
            <a:ext cx="41001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34"/>
          <p:cNvSpPr txBox="1"/>
          <p:nvPr>
            <p:ph idx="3" type="body"/>
          </p:nvPr>
        </p:nvSpPr>
        <p:spPr>
          <a:xfrm>
            <a:off x="4841843" y="4334850"/>
            <a:ext cx="41001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6" name="Google Shape;226;p34"/>
          <p:cNvSpPr txBox="1"/>
          <p:nvPr>
            <p:ph idx="4" type="subTitle"/>
          </p:nvPr>
        </p:nvSpPr>
        <p:spPr>
          <a:xfrm>
            <a:off x="4841843" y="3712825"/>
            <a:ext cx="41001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34"/>
          <p:cNvSpPr txBox="1"/>
          <p:nvPr>
            <p:ph idx="5" type="body"/>
          </p:nvPr>
        </p:nvSpPr>
        <p:spPr>
          <a:xfrm>
            <a:off x="226525" y="2723150"/>
            <a:ext cx="41001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8" name="Google Shape;228;p34"/>
          <p:cNvSpPr txBox="1"/>
          <p:nvPr>
            <p:ph idx="6" type="subTitle"/>
          </p:nvPr>
        </p:nvSpPr>
        <p:spPr>
          <a:xfrm>
            <a:off x="226525" y="2101125"/>
            <a:ext cx="41001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34"/>
          <p:cNvSpPr txBox="1"/>
          <p:nvPr>
            <p:ph idx="7" type="body"/>
          </p:nvPr>
        </p:nvSpPr>
        <p:spPr>
          <a:xfrm>
            <a:off x="4841843" y="2723150"/>
            <a:ext cx="4100100" cy="6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0" name="Google Shape;230;p34"/>
          <p:cNvSpPr txBox="1"/>
          <p:nvPr>
            <p:ph idx="8" type="subTitle"/>
          </p:nvPr>
        </p:nvSpPr>
        <p:spPr>
          <a:xfrm>
            <a:off x="4841843" y="2101125"/>
            <a:ext cx="41001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34"/>
          <p:cNvSpPr txBox="1"/>
          <p:nvPr>
            <p:ph type="title"/>
          </p:nvPr>
        </p:nvSpPr>
        <p:spPr>
          <a:xfrm>
            <a:off x="226525" y="433125"/>
            <a:ext cx="8599500" cy="15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BLANK_1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6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38" name="Google Shape;238;p3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9" name="Google Shape;239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42" name="Google Shape;242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_2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46" name="Google Shape;246;p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47" name="Google Shape;247;p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8" name="Google Shape;248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_2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0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1" name="Google Shape;251;p40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52" name="Google Shape;252;p40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53" name="Google Shape;253;p40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4" name="Google Shape;254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5" name="Google Shape;255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6" name="Google Shape;256;p40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57" name="Google Shape;257;p40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_1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1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0" name="Google Shape;260;p41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61" name="Google Shape;261;p41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p41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3" name="Google Shape;263;p41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64" name="Google Shape;264;p41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5" name="Google Shape;265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6" name="Google Shape;266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7" name="Google Shape;267;p41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68" name="Google Shape;268;p41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69" name="Google Shape;269;p41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1" Type="http://schemas.openxmlformats.org/officeDocument/2006/relationships/theme" Target="../theme/theme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"/>
              <a:buNone/>
              <a:defRPr b="1" sz="2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Char char="●"/>
              <a:defRPr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2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275" name="Google Shape;275;p42"/>
          <p:cNvSpPr txBox="1"/>
          <p:nvPr>
            <p:ph idx="4294967295" type="title"/>
          </p:nvPr>
        </p:nvSpPr>
        <p:spPr>
          <a:xfrm>
            <a:off x="226525" y="753350"/>
            <a:ext cx="4673100" cy="41637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0"/>
              <a:t>Lyla Fleet</a:t>
            </a:r>
            <a:br>
              <a:rPr lang="en" sz="8500"/>
            </a:br>
            <a:r>
              <a:rPr b="0" lang="en" sz="1600"/>
              <a:t>Citizenship 9</a:t>
            </a:r>
            <a:endParaRPr b="0" sz="1600"/>
          </a:p>
        </p:txBody>
      </p:sp>
      <p:graphicFrame>
        <p:nvGraphicFramePr>
          <p:cNvPr id="276" name="Google Shape;276;p42"/>
          <p:cNvGraphicFramePr/>
          <p:nvPr/>
        </p:nvGraphicFramePr>
        <p:xfrm>
          <a:off x="4738075" y="67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{FF6A6A91-2655-4F69-AF5F-C88FAD422604}</a:tableStyleId>
              </a:tblPr>
              <a:tblGrid>
                <a:gridCol w="3453425"/>
              </a:tblGrid>
              <a:tr h="3906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Insert some kind of cool picture here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3"/>
          <p:cNvSpPr txBox="1"/>
          <p:nvPr>
            <p:ph idx="3" type="body"/>
          </p:nvPr>
        </p:nvSpPr>
        <p:spPr>
          <a:xfrm>
            <a:off x="138550" y="2621100"/>
            <a:ext cx="424800" cy="22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43"/>
          <p:cNvSpPr txBox="1"/>
          <p:nvPr>
            <p:ph idx="1" type="body"/>
          </p:nvPr>
        </p:nvSpPr>
        <p:spPr>
          <a:xfrm>
            <a:off x="6325910" y="2621103"/>
            <a:ext cx="2612700" cy="22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Personal 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Community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Global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Aspirational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3" name="Google Shape;283;p43"/>
          <p:cNvCxnSpPr/>
          <p:nvPr/>
        </p:nvCxnSpPr>
        <p:spPr>
          <a:xfrm flipH="1" rot="10800000">
            <a:off x="563100" y="2750475"/>
            <a:ext cx="7387200" cy="6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84" name="Google Shape;284;p43"/>
          <p:cNvCxnSpPr/>
          <p:nvPr/>
        </p:nvCxnSpPr>
        <p:spPr>
          <a:xfrm>
            <a:off x="563100" y="3000800"/>
            <a:ext cx="71181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85" name="Google Shape;285;p43"/>
          <p:cNvCxnSpPr/>
          <p:nvPr/>
        </p:nvCxnSpPr>
        <p:spPr>
          <a:xfrm>
            <a:off x="563100" y="3248450"/>
            <a:ext cx="7580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86" name="Google Shape;286;p43"/>
          <p:cNvCxnSpPr/>
          <p:nvPr/>
        </p:nvCxnSpPr>
        <p:spPr>
          <a:xfrm>
            <a:off x="563100" y="3480975"/>
            <a:ext cx="7073400" cy="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87" name="Google Shape;287;p43"/>
          <p:cNvSpPr txBox="1"/>
          <p:nvPr/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TABLE OF CONTENTS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88" name="Google Shape;288;p43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WHERE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89" name="Google Shape;289;p43"/>
          <p:cNvSpPr txBox="1"/>
          <p:nvPr>
            <p:ph idx="4" type="title"/>
          </p:nvPr>
        </p:nvSpPr>
        <p:spPr>
          <a:xfrm>
            <a:off x="302725" y="571800"/>
            <a:ext cx="67635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4"/>
          <p:cNvSpPr txBox="1"/>
          <p:nvPr/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The Personal Place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95" name="Google Shape;295;p44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96" name="Google Shape;296;p44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Cit 9  </a:t>
            </a: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WHERE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aphicFrame>
        <p:nvGraphicFramePr>
          <p:cNvPr id="297" name="Google Shape;297;p44"/>
          <p:cNvGraphicFramePr/>
          <p:nvPr/>
        </p:nvGraphicFramePr>
        <p:xfrm>
          <a:off x="226500" y="6005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{FF6A6A91-2655-4F69-AF5F-C88FAD422604}</a:tableStyleId>
              </a:tblPr>
              <a:tblGrid>
                <a:gridCol w="2227325"/>
                <a:gridCol w="4375625"/>
                <a:gridCol w="2085900"/>
              </a:tblGrid>
              <a:tr h="4352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MAP SCREENSHOT</a:t>
                      </a:r>
                      <a:b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</a:b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(from Bing Maps)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Kingston Cres</a:t>
                      </a:r>
                      <a:endParaRPr sz="18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This is my neighborhood where I obviously spent so much time there growing up. It will always hold a special place in my heart. The best time was always during the summer. The green grass and trees.</a:t>
                      </a:r>
                      <a:endParaRPr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IMAGE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298" name="Google Shape;298;p44" title="Screenshot 2026-09-14 3.03.11 PM.png"/>
          <p:cNvPicPr preferRelativeResize="0"/>
          <p:nvPr/>
        </p:nvPicPr>
        <p:blipFill rotWithShape="1">
          <a:blip r:embed="rId3">
            <a:alphaModFix/>
          </a:blip>
          <a:srcRect b="18606" l="39799" r="33872" t="29797"/>
          <a:stretch/>
        </p:blipFill>
        <p:spPr>
          <a:xfrm>
            <a:off x="-206025" y="2022375"/>
            <a:ext cx="2659851" cy="293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5"/>
          <p:cNvSpPr txBox="1"/>
          <p:nvPr/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The Community Place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04" name="Google Shape;304;p45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aphicFrame>
        <p:nvGraphicFramePr>
          <p:cNvPr id="305" name="Google Shape;305;p45"/>
          <p:cNvGraphicFramePr/>
          <p:nvPr/>
        </p:nvGraphicFramePr>
        <p:xfrm>
          <a:off x="226500" y="6005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{FF6A6A91-2655-4F69-AF5F-C88FAD422604}</a:tableStyleId>
              </a:tblPr>
              <a:tblGrid>
                <a:gridCol w="2227325"/>
                <a:gridCol w="4375625"/>
                <a:gridCol w="2085900"/>
              </a:tblGrid>
              <a:tr h="4352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MAP SCREENSHOT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Harbour East All Weather Field </a:t>
                      </a:r>
                      <a:endParaRPr sz="18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I chose this because its 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where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 I go to play soccer. I practice there I play games there, I go there almost everyday during the summertime. Its an awesome field and it makes me happy just  being there.</a:t>
                      </a:r>
                      <a:endParaRPr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IMAGE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06" name="Google Shape;306;p45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Cit 9  WHERE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307" name="Google Shape;307;p45" title="Screenshot 2026-09-14 11.51.48 AM.png"/>
          <p:cNvPicPr preferRelativeResize="0"/>
          <p:nvPr/>
        </p:nvPicPr>
        <p:blipFill rotWithShape="1">
          <a:blip r:embed="rId3">
            <a:alphaModFix/>
          </a:blip>
          <a:srcRect b="13554" l="35907" r="26244" t="36690"/>
          <a:stretch/>
        </p:blipFill>
        <p:spPr>
          <a:xfrm>
            <a:off x="164150" y="2394800"/>
            <a:ext cx="3460925" cy="2558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45" title="images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9450" y="2892321"/>
            <a:ext cx="3665901" cy="206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6"/>
          <p:cNvSpPr txBox="1"/>
          <p:nvPr/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The Global Place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14" name="Google Shape;314;p46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aphicFrame>
        <p:nvGraphicFramePr>
          <p:cNvPr id="315" name="Google Shape;315;p46"/>
          <p:cNvGraphicFramePr/>
          <p:nvPr/>
        </p:nvGraphicFramePr>
        <p:xfrm>
          <a:off x="226500" y="6005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{FF6A6A91-2655-4F69-AF5F-C88FAD422604}</a:tableStyleId>
              </a:tblPr>
              <a:tblGrid>
                <a:gridCol w="2227325"/>
                <a:gridCol w="4375625"/>
                <a:gridCol w="2085900"/>
              </a:tblGrid>
              <a:tr h="4352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MAP SCREENSHOT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Orlando, FL</a:t>
                      </a:r>
                      <a:endParaRPr sz="18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IMAGE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16" name="Google Shape;316;p46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Cit 9  WHERE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7"/>
          <p:cNvSpPr txBox="1"/>
          <p:nvPr/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The Aspirational Place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22" name="Google Shape;322;p47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aphicFrame>
        <p:nvGraphicFramePr>
          <p:cNvPr id="323" name="Google Shape;323;p47"/>
          <p:cNvGraphicFramePr/>
          <p:nvPr/>
        </p:nvGraphicFramePr>
        <p:xfrm>
          <a:off x="226500" y="6005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{FF6A6A91-2655-4F69-AF5F-C88FAD422604}</a:tableStyleId>
              </a:tblPr>
              <a:tblGrid>
                <a:gridCol w="2227325"/>
                <a:gridCol w="4375625"/>
                <a:gridCol w="2085900"/>
              </a:tblGrid>
              <a:tr h="4352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MAP SCREENSHOT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Reflection: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 Write a story about a place you have never been to but dream of visiting.</a:t>
                      </a:r>
                      <a:endParaRPr sz="11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Guiding Questions: 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What draws you to this place? What do you hope to learn or experience there? How does this place fit into your hopes for the future?</a:t>
                      </a:r>
                      <a:endParaRPr sz="11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IMAGE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24" name="Google Shape;324;p47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Cit 9  WHERE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8"/>
          <p:cNvSpPr txBox="1"/>
          <p:nvPr/>
        </p:nvSpPr>
        <p:spPr>
          <a:xfrm>
            <a:off x="226525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The Aspirational Place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30" name="Google Shape;330;p48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aphicFrame>
        <p:nvGraphicFramePr>
          <p:cNvPr id="331" name="Google Shape;331;p48"/>
          <p:cNvGraphicFramePr/>
          <p:nvPr/>
        </p:nvGraphicFramePr>
        <p:xfrm>
          <a:off x="226500" y="6005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{FF6A6A91-2655-4F69-AF5F-C88FAD422604}</a:tableStyleId>
              </a:tblPr>
              <a:tblGrid>
                <a:gridCol w="2227325"/>
                <a:gridCol w="3466625"/>
                <a:gridCol w="2994900"/>
              </a:tblGrid>
              <a:tr h="4352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Soundtrack of your life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Post the youtube </a:t>
                      </a:r>
                      <a:r>
                        <a:rPr b="1" lang="en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link here</a:t>
                      </a:r>
                      <a:endParaRPr sz="11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endParaRPr sz="11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What’s the story on the song? Write here!</a:t>
                      </a:r>
                      <a:endParaRPr>
                        <a:latin typeface="Inter Medium"/>
                        <a:ea typeface="Inter Medium"/>
                        <a:cs typeface="Inter Medium"/>
                        <a:sym typeface="Inter Mediu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32" name="Google Shape;332;p48"/>
          <p:cNvSpPr txBox="1"/>
          <p:nvPr/>
        </p:nvSpPr>
        <p:spPr>
          <a:xfrm>
            <a:off x="7234267" y="164380"/>
            <a:ext cx="1647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Cit 9  WHERE</a:t>
            </a:r>
            <a:endParaRPr sz="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9"/>
          <p:cNvSpPr txBox="1"/>
          <p:nvPr>
            <p:ph idx="4" type="title"/>
          </p:nvPr>
        </p:nvSpPr>
        <p:spPr>
          <a:xfrm>
            <a:off x="226525" y="630625"/>
            <a:ext cx="44589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duct / Service Offering Overview #2">
  <a:themeElements>
    <a:clrScheme name="Simple Light">
      <a:dk1>
        <a:srgbClr val="000000"/>
      </a:dk1>
      <a:lt1>
        <a:srgbClr val="E2DFD2"/>
      </a:lt1>
      <a:dk2>
        <a:srgbClr val="FFFCE9"/>
      </a:dk2>
      <a:lt2>
        <a:srgbClr val="C9C3A7"/>
      </a:lt2>
      <a:accent1>
        <a:srgbClr val="FFEDCF"/>
      </a:accent1>
      <a:accent2>
        <a:srgbClr val="595959"/>
      </a:accent2>
      <a:accent3>
        <a:srgbClr val="D56F3E"/>
      </a:accent3>
      <a:accent4>
        <a:srgbClr val="FF7D00"/>
      </a:accent4>
      <a:accent5>
        <a:srgbClr val="78290F"/>
      </a:accent5>
      <a:accent6>
        <a:srgbClr val="D05353"/>
      </a:accent6>
      <a:hlink>
        <a:srgbClr val="DF293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