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54BC589-4D0B-43C0-97BF-2A986CC620CE}">
  <a:tblStyle styleId="{154BC589-4D0B-43C0-97BF-2A986CC620C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56" name="Google Shape;56;p13"/>
          <p:cNvGraphicFramePr/>
          <p:nvPr/>
        </p:nvGraphicFramePr>
        <p:xfrm>
          <a:off x="4738075" y="67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{154BC589-4D0B-43C0-97BF-2A986CC620CE}</a:tableStyleId>
              </a:tblPr>
              <a:tblGrid>
                <a:gridCol w="3453425"/>
              </a:tblGrid>
              <a:tr h="3906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Insert some kind of cool picture here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57" name="Google Shape;57;p13"/>
          <p:cNvGraphicFramePr/>
          <p:nvPr/>
        </p:nvGraphicFramePr>
        <p:xfrm>
          <a:off x="4890475" y="823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{154BC589-4D0B-43C0-97BF-2A986CC620CE}</a:tableStyleId>
              </a:tblPr>
              <a:tblGrid>
                <a:gridCol w="3453425"/>
              </a:tblGrid>
              <a:tr h="3906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Insert some kind of cool picture here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58" name="Google Shape;58;p13"/>
          <p:cNvGraphicFramePr/>
          <p:nvPr/>
        </p:nvGraphicFramePr>
        <p:xfrm>
          <a:off x="5042875" y="975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{154BC589-4D0B-43C0-97BF-2A986CC620CE}</a:tableStyleId>
              </a:tblPr>
              <a:tblGrid>
                <a:gridCol w="3453425"/>
              </a:tblGrid>
              <a:tr h="3906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Insert some kind of cool picture here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59" name="Google Shape;59;p13"/>
          <p:cNvGraphicFramePr/>
          <p:nvPr/>
        </p:nvGraphicFramePr>
        <p:xfrm>
          <a:off x="5195275" y="1128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{154BC589-4D0B-43C0-97BF-2A986CC620CE}</a:tableStyleId>
              </a:tblPr>
              <a:tblGrid>
                <a:gridCol w="3453425"/>
              </a:tblGrid>
              <a:tr h="3906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Insert some kind of cool picture here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60" name="Google Shape;60;p13"/>
          <p:cNvGraphicFramePr/>
          <p:nvPr/>
        </p:nvGraphicFramePr>
        <p:xfrm>
          <a:off x="5347675" y="1280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{154BC589-4D0B-43C0-97BF-2A986CC620CE}</a:tableStyleId>
              </a:tblPr>
              <a:tblGrid>
                <a:gridCol w="3453425"/>
              </a:tblGrid>
              <a:tr h="3906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Insert some kind of cool picture here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61" name="Google Shape;61;p13"/>
          <p:cNvGraphicFramePr/>
          <p:nvPr/>
        </p:nvGraphicFramePr>
        <p:xfrm>
          <a:off x="5500075" y="1433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{154BC589-4D0B-43C0-97BF-2A986CC620CE}</a:tableStyleId>
              </a:tblPr>
              <a:tblGrid>
                <a:gridCol w="3453425"/>
              </a:tblGrid>
              <a:tr h="3906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