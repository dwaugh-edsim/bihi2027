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8"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Inter"/>
      <p:regular r:id="rId15"/>
      <p:bold r:id="rId16"/>
      <p:italic r:id="rId17"/>
      <p:boldItalic r:id="rId18"/>
    </p:embeddedFont>
    <p:embeddedFont>
      <p:font typeface="Roboto Mono"/>
      <p:regular r:id="rId19"/>
      <p:bold r:id="rId20"/>
      <p:italic r:id="rId21"/>
      <p:boldItalic r:id="rId22"/>
    </p:embeddedFont>
    <p:embeddedFont>
      <p:font typeface="Inter Medium"/>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9E08863-DED7-4300-9CB6-28F62C384039}">
  <a:tblStyle styleId="{99E08863-DED7-4300-9CB6-28F62C38403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Mono-bold.fntdata"/><Relationship Id="rId22" Type="http://schemas.openxmlformats.org/officeDocument/2006/relationships/font" Target="fonts/RobotoMono-boldItalic.fntdata"/><Relationship Id="rId21" Type="http://schemas.openxmlformats.org/officeDocument/2006/relationships/font" Target="fonts/RobotoMono-italic.fntdata"/><Relationship Id="rId24" Type="http://schemas.openxmlformats.org/officeDocument/2006/relationships/font" Target="fonts/InterMedium-bold.fntdata"/><Relationship Id="rId23" Type="http://schemas.openxmlformats.org/officeDocument/2006/relationships/font" Target="fonts/InterMedium-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Medium-boldItalic.fntdata"/><Relationship Id="rId25" Type="http://schemas.openxmlformats.org/officeDocument/2006/relationships/font" Target="fonts/InterMedium-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Inter-regular.fntdata"/><Relationship Id="rId14" Type="http://schemas.openxmlformats.org/officeDocument/2006/relationships/slide" Target="slides/slide8.xml"/><Relationship Id="rId17" Type="http://schemas.openxmlformats.org/officeDocument/2006/relationships/font" Target="fonts/Inter-italic.fntdata"/><Relationship Id="rId16" Type="http://schemas.openxmlformats.org/officeDocument/2006/relationships/font" Target="fonts/Inter-bold.fntdata"/><Relationship Id="rId19" Type="http://schemas.openxmlformats.org/officeDocument/2006/relationships/font" Target="fonts/RobotoMono-regular.fntdata"/><Relationship Id="rId18" Type="http://schemas.openxmlformats.org/officeDocument/2006/relationships/font" Target="fonts/Inter-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7c74dce51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7c74dce51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7c74dce51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7c74dce51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7c74dce51c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7c74dce51c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 The Personal Place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Reflection:</a:t>
            </a:r>
            <a:r>
              <a:rPr lang="en">
                <a:solidFill>
                  <a:schemeClr val="dk1"/>
                </a:solidFill>
              </a:rPr>
              <a:t> Write a paragraph about a personal place that holds significance for you.</a:t>
            </a:r>
            <a:endParaRPr>
              <a:solidFill>
                <a:schemeClr val="dk1"/>
              </a:solidFill>
            </a:endParaRPr>
          </a:p>
          <a:p>
            <a:pPr indent="0" lvl="0" marL="0" rtl="0" algn="l">
              <a:lnSpc>
                <a:spcPct val="115000"/>
              </a:lnSpc>
              <a:spcBef>
                <a:spcPts val="1200"/>
              </a:spcBef>
              <a:spcAft>
                <a:spcPts val="1200"/>
              </a:spcAft>
              <a:buNone/>
            </a:pPr>
            <a:r>
              <a:rPr lang="en" sz="900">
                <a:solidFill>
                  <a:schemeClr val="dk1"/>
                </a:solidFill>
                <a:latin typeface="Inter Medium"/>
                <a:ea typeface="Inter Medium"/>
                <a:cs typeface="Inter Medium"/>
                <a:sym typeface="Inter Medium"/>
              </a:rPr>
              <a:t>Guiding Questions:: In a second section, describe how  your personal perspective shapes the way you see and feel about this place. What stories or memories are tied to this specific location?</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7c74dce51c_0_6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7c74dce51c_0_6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 sz="1000">
                <a:solidFill>
                  <a:schemeClr val="dk1"/>
                </a:solidFill>
                <a:latin typeface="Inter Medium"/>
                <a:ea typeface="Inter Medium"/>
                <a:cs typeface="Inter Medium"/>
                <a:sym typeface="Inter Medium"/>
              </a:rPr>
              <a:t>Reflection: Write about a significant place in our local community. Tell the story of the place! Who owns it? Why do you like it? Describe something that happened there that you remember.</a:t>
            </a:r>
            <a:endParaRPr b="1">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7c74dce51c_0_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7c74dce51c_0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latin typeface="Inter"/>
                <a:ea typeface="Inter"/>
                <a:cs typeface="Inter"/>
                <a:sym typeface="Inter"/>
              </a:rPr>
              <a:t>Reflection: Write a story about a place in the world that is part of your family's story.</a:t>
            </a:r>
            <a:endParaRPr>
              <a:solidFill>
                <a:schemeClr val="dk1"/>
              </a:solidFill>
              <a:latin typeface="Inter"/>
              <a:ea typeface="Inter"/>
              <a:cs typeface="Inter"/>
              <a:sym typeface="Inter"/>
            </a:endParaRPr>
          </a:p>
          <a:p>
            <a:pPr indent="0" lvl="0" marL="0" rtl="0" algn="l">
              <a:lnSpc>
                <a:spcPct val="115000"/>
              </a:lnSpc>
              <a:spcBef>
                <a:spcPts val="1200"/>
              </a:spcBef>
              <a:spcAft>
                <a:spcPts val="1200"/>
              </a:spcAft>
              <a:buClr>
                <a:schemeClr val="dk1"/>
              </a:buClr>
              <a:buSzPts val="1100"/>
              <a:buFont typeface="Arial"/>
              <a:buNone/>
            </a:pPr>
            <a:r>
              <a:rPr lang="en" sz="1000">
                <a:solidFill>
                  <a:schemeClr val="dk1"/>
                </a:solidFill>
                <a:latin typeface="Inter Medium"/>
                <a:ea typeface="Inter Medium"/>
                <a:cs typeface="Inter Medium"/>
                <a:sym typeface="Inter Medium"/>
              </a:rPr>
              <a:t>Guiding Questions: Tell the story of how you and/or your family are connected to this place. </a:t>
            </a:r>
            <a:br>
              <a:rPr lang="en" sz="1000">
                <a:solidFill>
                  <a:schemeClr val="dk1"/>
                </a:solidFill>
                <a:latin typeface="Inter Medium"/>
                <a:ea typeface="Inter Medium"/>
                <a:cs typeface="Inter Medium"/>
                <a:sym typeface="Inter Medium"/>
              </a:rPr>
            </a:br>
            <a:r>
              <a:rPr lang="en" sz="1000">
                <a:solidFill>
                  <a:schemeClr val="dk1"/>
                </a:solidFill>
                <a:latin typeface="Inter Medium"/>
                <a:ea typeface="Inter Medium"/>
                <a:cs typeface="Inter Medium"/>
                <a:sym typeface="Inter Medium"/>
              </a:rPr>
              <a:t>What traditions or values from this place have been passed down to you? </a:t>
            </a:r>
            <a:br>
              <a:rPr lang="en" sz="1000">
                <a:solidFill>
                  <a:schemeClr val="dk1"/>
                </a:solidFill>
                <a:latin typeface="Inter Medium"/>
                <a:ea typeface="Inter Medium"/>
                <a:cs typeface="Inter Medium"/>
                <a:sym typeface="Inter Medium"/>
              </a:rPr>
            </a:br>
            <a:r>
              <a:rPr lang="en" sz="1000">
                <a:solidFill>
                  <a:schemeClr val="dk1"/>
                </a:solidFill>
                <a:latin typeface="Inter Medium"/>
                <a:ea typeface="Inter Medium"/>
                <a:cs typeface="Inter Medium"/>
                <a:sym typeface="Inter Medium"/>
              </a:rPr>
              <a:t>How does this connect to your cultural identity, including things you do and who you are?</a:t>
            </a:r>
            <a:endParaRPr sz="1000">
              <a:solidFill>
                <a:schemeClr val="dk1"/>
              </a:solidFill>
              <a:latin typeface="Inter Medium"/>
              <a:ea typeface="Inter Medium"/>
              <a:cs typeface="Inter Medium"/>
              <a:sym typeface="Inter Medium"/>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7c74dce51c_0_6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7c74dce51c_0_6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latin typeface="Inter"/>
                <a:ea typeface="Inter"/>
                <a:cs typeface="Inter"/>
                <a:sym typeface="Inter"/>
              </a:rPr>
              <a:t>Reflection: Write a story about a place in the world that is part of your family's story.</a:t>
            </a:r>
            <a:endParaRPr>
              <a:solidFill>
                <a:schemeClr val="dk1"/>
              </a:solidFill>
              <a:latin typeface="Inter"/>
              <a:ea typeface="Inter"/>
              <a:cs typeface="Inter"/>
              <a:sym typeface="Inter"/>
            </a:endParaRPr>
          </a:p>
          <a:p>
            <a:pPr indent="0" lvl="0" marL="0" rtl="0" algn="l">
              <a:lnSpc>
                <a:spcPct val="115000"/>
              </a:lnSpc>
              <a:spcBef>
                <a:spcPts val="1200"/>
              </a:spcBef>
              <a:spcAft>
                <a:spcPts val="1200"/>
              </a:spcAft>
              <a:buClr>
                <a:schemeClr val="dk1"/>
              </a:buClr>
              <a:buSzPts val="1100"/>
              <a:buFont typeface="Arial"/>
              <a:buNone/>
            </a:pPr>
            <a:r>
              <a:rPr b="1" lang="en">
                <a:solidFill>
                  <a:schemeClr val="dk1"/>
                </a:solidFill>
                <a:latin typeface="Inter"/>
                <a:ea typeface="Inter"/>
                <a:cs typeface="Inter"/>
                <a:sym typeface="Inter"/>
              </a:rPr>
              <a:t>Guiding Questions: </a:t>
            </a:r>
            <a:r>
              <a:rPr lang="en">
                <a:solidFill>
                  <a:schemeClr val="dk1"/>
                </a:solidFill>
                <a:latin typeface="Inter Medium"/>
                <a:ea typeface="Inter Medium"/>
                <a:cs typeface="Inter Medium"/>
                <a:sym typeface="Inter Medium"/>
              </a:rPr>
              <a:t>What draws you to this place? What do you hope to learn or experience there? How does this place fit into your hopes for the future?</a:t>
            </a:r>
            <a:endParaRPr sz="1000">
              <a:solidFill>
                <a:schemeClr val="dk1"/>
              </a:solidFill>
              <a:latin typeface="Inter Medium"/>
              <a:ea typeface="Inter Medium"/>
              <a:cs typeface="Inter Medium"/>
              <a:sym typeface="Inter Medium"/>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f8cf471e17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f8cf471e17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latin typeface="Inter"/>
                <a:ea typeface="Inter"/>
                <a:cs typeface="Inter"/>
                <a:sym typeface="Inter"/>
              </a:rPr>
              <a:t>Reflection: Write a story about a place in the world that is part of your family's story.</a:t>
            </a:r>
            <a:endParaRPr>
              <a:solidFill>
                <a:schemeClr val="dk1"/>
              </a:solidFill>
              <a:latin typeface="Inter"/>
              <a:ea typeface="Inter"/>
              <a:cs typeface="Inter"/>
              <a:sym typeface="Inter"/>
            </a:endParaRPr>
          </a:p>
          <a:p>
            <a:pPr indent="0" lvl="0" marL="0" rtl="0" algn="l">
              <a:lnSpc>
                <a:spcPct val="115000"/>
              </a:lnSpc>
              <a:spcBef>
                <a:spcPts val="1200"/>
              </a:spcBef>
              <a:spcAft>
                <a:spcPts val="1200"/>
              </a:spcAft>
              <a:buClr>
                <a:schemeClr val="dk1"/>
              </a:buClr>
              <a:buSzPts val="1100"/>
              <a:buFont typeface="Arial"/>
              <a:buNone/>
            </a:pPr>
            <a:r>
              <a:rPr b="1" lang="en">
                <a:solidFill>
                  <a:schemeClr val="dk1"/>
                </a:solidFill>
                <a:latin typeface="Inter"/>
                <a:ea typeface="Inter"/>
                <a:cs typeface="Inter"/>
                <a:sym typeface="Inter"/>
              </a:rPr>
              <a:t>Guiding Questions: </a:t>
            </a:r>
            <a:r>
              <a:rPr lang="en">
                <a:solidFill>
                  <a:schemeClr val="dk1"/>
                </a:solidFill>
                <a:latin typeface="Inter Medium"/>
                <a:ea typeface="Inter Medium"/>
                <a:cs typeface="Inter Medium"/>
                <a:sym typeface="Inter Medium"/>
              </a:rPr>
              <a:t>What draws you to this place? What do you hope to learn or experience there? How does this place fit into your hopes for the future?</a:t>
            </a:r>
            <a:endParaRPr sz="1000">
              <a:solidFill>
                <a:schemeClr val="dk1"/>
              </a:solidFill>
              <a:latin typeface="Inter Medium"/>
              <a:ea typeface="Inter Medium"/>
              <a:cs typeface="Inter Medium"/>
              <a:sym typeface="Inter Medium"/>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7c74dce51c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7c74dce51c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 layout" type="title">
  <p:cSld name="TITLE">
    <p:spTree>
      <p:nvGrpSpPr>
        <p:cNvPr id="9" name="Shape 9"/>
        <p:cNvGrpSpPr/>
        <p:nvPr/>
      </p:nvGrpSpPr>
      <p:grpSpPr>
        <a:xfrm>
          <a:off x="0" y="0"/>
          <a:ext cx="0" cy="0"/>
          <a:chOff x="0" y="0"/>
          <a:chExt cx="0" cy="0"/>
        </a:xfrm>
      </p:grpSpPr>
      <p:sp>
        <p:nvSpPr>
          <p:cNvPr id="10" name="Google Shape;10;p2"/>
          <p:cNvSpPr/>
          <p:nvPr>
            <p:ph idx="2" type="pic"/>
          </p:nvPr>
        </p:nvSpPr>
        <p:spPr>
          <a:xfrm>
            <a:off x="5034275" y="226500"/>
            <a:ext cx="3883200" cy="4690500"/>
          </a:xfrm>
          <a:prstGeom prst="rect">
            <a:avLst/>
          </a:prstGeom>
          <a:noFill/>
          <a:ln cap="flat" cmpd="sng" w="9525">
            <a:solidFill>
              <a:schemeClr val="dk1"/>
            </a:solidFill>
            <a:prstDash val="solid"/>
            <a:round/>
            <a:headEnd len="sm" w="sm" type="none"/>
            <a:tailEnd len="sm" w="sm" type="none"/>
          </a:ln>
        </p:spPr>
      </p:sp>
      <p:sp>
        <p:nvSpPr>
          <p:cNvPr id="11" name="Google Shape;11;p2"/>
          <p:cNvSpPr/>
          <p:nvPr>
            <p:ph idx="3" type="pic"/>
          </p:nvPr>
        </p:nvSpPr>
        <p:spPr>
          <a:xfrm>
            <a:off x="226525" y="2975750"/>
            <a:ext cx="4458900" cy="1941300"/>
          </a:xfrm>
          <a:prstGeom prst="rect">
            <a:avLst/>
          </a:prstGeom>
          <a:noFill/>
          <a:ln>
            <a:noFill/>
          </a:ln>
        </p:spPr>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 name="Google Shape;13;p2"/>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 name="Google Shape;14;p2"/>
          <p:cNvSpPr txBox="1"/>
          <p:nvPr>
            <p:ph idx="4" type="title"/>
          </p:nvPr>
        </p:nvSpPr>
        <p:spPr>
          <a:xfrm>
            <a:off x="3038125"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with details">
  <p:cSld name="TITLE_1">
    <p:spTree>
      <p:nvGrpSpPr>
        <p:cNvPr id="15" name="Shape 15"/>
        <p:cNvGrpSpPr/>
        <p:nvPr/>
      </p:nvGrpSpPr>
      <p:grpSpPr>
        <a:xfrm>
          <a:off x="0" y="0"/>
          <a:ext cx="0" cy="0"/>
          <a:chOff x="0" y="0"/>
          <a:chExt cx="0" cy="0"/>
        </a:xfrm>
      </p:grpSpPr>
      <p:sp>
        <p:nvSpPr>
          <p:cNvPr id="16" name="Google Shape;16;p3"/>
          <p:cNvSpPr/>
          <p:nvPr>
            <p:ph idx="2" type="pic"/>
          </p:nvPr>
        </p:nvSpPr>
        <p:spPr>
          <a:xfrm>
            <a:off x="5034275" y="226500"/>
            <a:ext cx="3883200" cy="4690500"/>
          </a:xfrm>
          <a:prstGeom prst="rect">
            <a:avLst/>
          </a:prstGeom>
          <a:noFill/>
          <a:ln cap="flat" cmpd="sng" w="9525">
            <a:solidFill>
              <a:schemeClr val="dk1"/>
            </a:solidFill>
            <a:prstDash val="solid"/>
            <a:round/>
            <a:headEnd len="sm" w="sm" type="none"/>
            <a:tailEnd len="sm" w="sm" type="none"/>
          </a:ln>
        </p:spPr>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8" name="Google Shape;18;p3"/>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3"/>
          <p:cNvSpPr txBox="1"/>
          <p:nvPr>
            <p:ph idx="3" type="title"/>
          </p:nvPr>
        </p:nvSpPr>
        <p:spPr>
          <a:xfrm>
            <a:off x="3038125"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20" name="Google Shape;20;p3"/>
          <p:cNvSpPr txBox="1"/>
          <p:nvPr>
            <p:ph idx="4" type="title"/>
          </p:nvPr>
        </p:nvSpPr>
        <p:spPr>
          <a:xfrm>
            <a:off x="226525" y="630625"/>
            <a:ext cx="44589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3"/>
          <p:cNvSpPr txBox="1"/>
          <p:nvPr>
            <p:ph idx="1" type="body"/>
          </p:nvPr>
        </p:nvSpPr>
        <p:spPr>
          <a:xfrm>
            <a:off x="266700" y="4099025"/>
            <a:ext cx="4458900" cy="847500"/>
          </a:xfrm>
          <a:prstGeom prst="rect">
            <a:avLst/>
          </a:prstGeom>
        </p:spPr>
        <p:txBody>
          <a:bodyPr anchorCtr="0" anchor="b" bIns="91425" lIns="91425" spcFirstLastPara="1" rIns="91425" wrap="square" tIns="91425">
            <a:noAutofit/>
          </a:bodyPr>
          <a:lstStyle>
            <a:lvl1pPr indent="-330200" lvl="0" marL="457200">
              <a:lnSpc>
                <a:spcPct val="90000"/>
              </a:lnSpc>
              <a:spcBef>
                <a:spcPts val="0"/>
              </a:spcBef>
              <a:spcAft>
                <a:spcPts val="0"/>
              </a:spcAft>
              <a:buSzPts val="1600"/>
              <a:buChar char="●"/>
              <a:defRPr sz="1600"/>
            </a:lvl1pPr>
            <a:lvl2pPr indent="-330200" lvl="1" marL="914400">
              <a:lnSpc>
                <a:spcPct val="90000"/>
              </a:lnSpc>
              <a:spcBef>
                <a:spcPts val="0"/>
              </a:spcBef>
              <a:spcAft>
                <a:spcPts val="0"/>
              </a:spcAft>
              <a:buSzPts val="1600"/>
              <a:buChar char="○"/>
              <a:defRPr sz="1600"/>
            </a:lvl2pPr>
            <a:lvl3pPr indent="-330200" lvl="2" marL="1371600">
              <a:lnSpc>
                <a:spcPct val="90000"/>
              </a:lnSpc>
              <a:spcBef>
                <a:spcPts val="0"/>
              </a:spcBef>
              <a:spcAft>
                <a:spcPts val="0"/>
              </a:spcAft>
              <a:buSzPts val="1600"/>
              <a:buChar char="■"/>
              <a:defRPr sz="1600"/>
            </a:lvl3pPr>
            <a:lvl4pPr indent="-330200" lvl="3" marL="1828800">
              <a:lnSpc>
                <a:spcPct val="90000"/>
              </a:lnSpc>
              <a:spcBef>
                <a:spcPts val="0"/>
              </a:spcBef>
              <a:spcAft>
                <a:spcPts val="0"/>
              </a:spcAft>
              <a:buSzPts val="1600"/>
              <a:buChar char="●"/>
              <a:defRPr sz="1600"/>
            </a:lvl4pPr>
            <a:lvl5pPr indent="-330200" lvl="4" marL="2286000">
              <a:lnSpc>
                <a:spcPct val="90000"/>
              </a:lnSpc>
              <a:spcBef>
                <a:spcPts val="0"/>
              </a:spcBef>
              <a:spcAft>
                <a:spcPts val="0"/>
              </a:spcAft>
              <a:buSzPts val="1600"/>
              <a:buChar char="○"/>
              <a:defRPr sz="1600"/>
            </a:lvl5pPr>
            <a:lvl6pPr indent="-330200" lvl="5" marL="2743200">
              <a:lnSpc>
                <a:spcPct val="90000"/>
              </a:lnSpc>
              <a:spcBef>
                <a:spcPts val="0"/>
              </a:spcBef>
              <a:spcAft>
                <a:spcPts val="0"/>
              </a:spcAft>
              <a:buSzPts val="1600"/>
              <a:buChar char="■"/>
              <a:defRPr sz="1600"/>
            </a:lvl6pPr>
            <a:lvl7pPr indent="-330200" lvl="6" marL="3200400">
              <a:lnSpc>
                <a:spcPct val="90000"/>
              </a:lnSpc>
              <a:spcBef>
                <a:spcPts val="0"/>
              </a:spcBef>
              <a:spcAft>
                <a:spcPts val="0"/>
              </a:spcAft>
              <a:buSzPts val="1600"/>
              <a:buChar char="●"/>
              <a:defRPr sz="1600"/>
            </a:lvl7pPr>
            <a:lvl8pPr indent="-330200" lvl="7" marL="3657600">
              <a:lnSpc>
                <a:spcPct val="90000"/>
              </a:lnSpc>
              <a:spcBef>
                <a:spcPts val="0"/>
              </a:spcBef>
              <a:spcAft>
                <a:spcPts val="0"/>
              </a:spcAft>
              <a:buSzPts val="1600"/>
              <a:buChar char="○"/>
              <a:defRPr sz="1600"/>
            </a:lvl8pPr>
            <a:lvl9pPr indent="-330200" lvl="8" marL="4114800">
              <a:lnSpc>
                <a:spcPct val="90000"/>
              </a:lnSpc>
              <a:spcBef>
                <a:spcPts val="0"/>
              </a:spcBef>
              <a:spcAft>
                <a:spcPts val="0"/>
              </a:spcAft>
              <a:buSzPts val="1600"/>
              <a:buChar char="■"/>
              <a:defRPr sz="16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1_2">
    <p:spTree>
      <p:nvGrpSpPr>
        <p:cNvPr id="22" name="Shape 22"/>
        <p:cNvGrpSpPr/>
        <p:nvPr/>
      </p:nvGrpSpPr>
      <p:grpSpPr>
        <a:xfrm>
          <a:off x="0" y="0"/>
          <a:ext cx="0" cy="0"/>
          <a:chOff x="0" y="0"/>
          <a:chExt cx="0" cy="0"/>
        </a:xfrm>
      </p:grpSpPr>
      <p:sp>
        <p:nvSpPr>
          <p:cNvPr id="23" name="Google Shape;23;p4"/>
          <p:cNvSpPr/>
          <p:nvPr>
            <p:ph idx="2" type="pic"/>
          </p:nvPr>
        </p:nvSpPr>
        <p:spPr>
          <a:xfrm>
            <a:off x="5034275" y="226500"/>
            <a:ext cx="3883200" cy="4690500"/>
          </a:xfrm>
          <a:prstGeom prst="rect">
            <a:avLst/>
          </a:prstGeom>
          <a:noFill/>
          <a:ln cap="flat" cmpd="sng" w="9525">
            <a:solidFill>
              <a:schemeClr val="dk1"/>
            </a:solidFill>
            <a:prstDash val="solid"/>
            <a:round/>
            <a:headEnd len="sm" w="sm" type="none"/>
            <a:tailEnd len="sm" w="sm" type="none"/>
          </a:ln>
        </p:spPr>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5" name="Google Shape;25;p4"/>
          <p:cNvSpPr txBox="1"/>
          <p:nvPr>
            <p:ph type="title"/>
          </p:nvPr>
        </p:nvSpPr>
        <p:spPr>
          <a:xfrm>
            <a:off x="226525" y="630625"/>
            <a:ext cx="44589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1_1">
    <p:spTree>
      <p:nvGrpSpPr>
        <p:cNvPr id="26" name="Shape 26"/>
        <p:cNvGrpSpPr/>
        <p:nvPr/>
      </p:nvGrpSpPr>
      <p:grpSpPr>
        <a:xfrm>
          <a:off x="0" y="0"/>
          <a:ext cx="0" cy="0"/>
          <a:chOff x="0" y="0"/>
          <a:chExt cx="0" cy="0"/>
        </a:xfrm>
      </p:grpSpPr>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8" name="Google Shape;28;p5"/>
          <p:cNvSpPr txBox="1"/>
          <p:nvPr>
            <p:ph type="title"/>
          </p:nvPr>
        </p:nvSpPr>
        <p:spPr>
          <a:xfrm>
            <a:off x="226525" y="630625"/>
            <a:ext cx="44589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 name="Google Shape;29;p5"/>
          <p:cNvSpPr txBox="1"/>
          <p:nvPr>
            <p:ph idx="1" type="body"/>
          </p:nvPr>
        </p:nvSpPr>
        <p:spPr>
          <a:xfrm>
            <a:off x="226525" y="2857625"/>
            <a:ext cx="4458900" cy="2088900"/>
          </a:xfrm>
          <a:prstGeom prst="rect">
            <a:avLst/>
          </a:prstGeom>
        </p:spPr>
        <p:txBody>
          <a:bodyPr anchorCtr="0" anchor="b" bIns="91425" lIns="91425" spcFirstLastPara="1" rIns="91425" wrap="square" tIns="91425">
            <a:noAutofit/>
          </a:bodyPr>
          <a:lstStyle>
            <a:lvl1pPr indent="-330200" lvl="0" marL="457200">
              <a:lnSpc>
                <a:spcPct val="90000"/>
              </a:lnSpc>
              <a:spcBef>
                <a:spcPts val="0"/>
              </a:spcBef>
              <a:spcAft>
                <a:spcPts val="0"/>
              </a:spcAft>
              <a:buSzPts val="1600"/>
              <a:buChar char="●"/>
              <a:defRPr sz="1600"/>
            </a:lvl1pPr>
            <a:lvl2pPr indent="-330200" lvl="1" marL="914400">
              <a:lnSpc>
                <a:spcPct val="90000"/>
              </a:lnSpc>
              <a:spcBef>
                <a:spcPts val="0"/>
              </a:spcBef>
              <a:spcAft>
                <a:spcPts val="0"/>
              </a:spcAft>
              <a:buSzPts val="1600"/>
              <a:buChar char="○"/>
              <a:defRPr sz="1600"/>
            </a:lvl2pPr>
            <a:lvl3pPr indent="-330200" lvl="2" marL="1371600">
              <a:lnSpc>
                <a:spcPct val="90000"/>
              </a:lnSpc>
              <a:spcBef>
                <a:spcPts val="0"/>
              </a:spcBef>
              <a:spcAft>
                <a:spcPts val="0"/>
              </a:spcAft>
              <a:buSzPts val="1600"/>
              <a:buChar char="■"/>
              <a:defRPr sz="1600"/>
            </a:lvl3pPr>
            <a:lvl4pPr indent="-330200" lvl="3" marL="1828800">
              <a:lnSpc>
                <a:spcPct val="90000"/>
              </a:lnSpc>
              <a:spcBef>
                <a:spcPts val="0"/>
              </a:spcBef>
              <a:spcAft>
                <a:spcPts val="0"/>
              </a:spcAft>
              <a:buSzPts val="1600"/>
              <a:buChar char="●"/>
              <a:defRPr sz="1600"/>
            </a:lvl4pPr>
            <a:lvl5pPr indent="-330200" lvl="4" marL="2286000">
              <a:lnSpc>
                <a:spcPct val="90000"/>
              </a:lnSpc>
              <a:spcBef>
                <a:spcPts val="0"/>
              </a:spcBef>
              <a:spcAft>
                <a:spcPts val="0"/>
              </a:spcAft>
              <a:buSzPts val="1600"/>
              <a:buChar char="○"/>
              <a:defRPr sz="1600"/>
            </a:lvl5pPr>
            <a:lvl6pPr indent="-330200" lvl="5" marL="2743200">
              <a:lnSpc>
                <a:spcPct val="90000"/>
              </a:lnSpc>
              <a:spcBef>
                <a:spcPts val="0"/>
              </a:spcBef>
              <a:spcAft>
                <a:spcPts val="0"/>
              </a:spcAft>
              <a:buSzPts val="1600"/>
              <a:buChar char="■"/>
              <a:defRPr sz="1600"/>
            </a:lvl6pPr>
            <a:lvl7pPr indent="-330200" lvl="6" marL="3200400">
              <a:lnSpc>
                <a:spcPct val="90000"/>
              </a:lnSpc>
              <a:spcBef>
                <a:spcPts val="0"/>
              </a:spcBef>
              <a:spcAft>
                <a:spcPts val="0"/>
              </a:spcAft>
              <a:buSzPts val="1600"/>
              <a:buChar char="●"/>
              <a:defRPr sz="1600"/>
            </a:lvl7pPr>
            <a:lvl8pPr indent="-330200" lvl="7" marL="3657600">
              <a:lnSpc>
                <a:spcPct val="90000"/>
              </a:lnSpc>
              <a:spcBef>
                <a:spcPts val="0"/>
              </a:spcBef>
              <a:spcAft>
                <a:spcPts val="0"/>
              </a:spcAft>
              <a:buSzPts val="1600"/>
              <a:buChar char="○"/>
              <a:defRPr sz="1600"/>
            </a:lvl8pPr>
            <a:lvl9pPr indent="-330200" lvl="8" marL="4114800">
              <a:lnSpc>
                <a:spcPct val="90000"/>
              </a:lnSpc>
              <a:spcBef>
                <a:spcPts val="0"/>
              </a:spcBef>
              <a:spcAft>
                <a:spcPts val="0"/>
              </a:spcAft>
              <a:buSzPts val="1600"/>
              <a:buChar char="■"/>
              <a:defRPr sz="16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type="secHead">
  <p:cSld name="SECTION_HEADER">
    <p:spTree>
      <p:nvGrpSpPr>
        <p:cNvPr id="30" name="Shape 30"/>
        <p:cNvGrpSpPr/>
        <p:nvPr/>
      </p:nvGrpSpPr>
      <p:grpSpPr>
        <a:xfrm>
          <a:off x="0" y="0"/>
          <a:ext cx="0" cy="0"/>
          <a:chOff x="0" y="0"/>
          <a:chExt cx="0" cy="0"/>
        </a:xfrm>
      </p:grpSpPr>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2" name="Google Shape;32;p6"/>
          <p:cNvSpPr txBox="1"/>
          <p:nvPr>
            <p:ph idx="1" type="body"/>
          </p:nvPr>
        </p:nvSpPr>
        <p:spPr>
          <a:xfrm>
            <a:off x="6325910" y="2621103"/>
            <a:ext cx="2612700" cy="2201100"/>
          </a:xfrm>
          <a:prstGeom prst="rect">
            <a:avLst/>
          </a:prstGeom>
        </p:spPr>
        <p:txBody>
          <a:bodyPr anchorCtr="0" anchor="ctr" bIns="91425" lIns="91425" spcFirstLastPara="1" rIns="91425" wrap="square" tIns="91425">
            <a:noAutofit/>
          </a:bodyPr>
          <a:lstStyle>
            <a:lvl1pPr indent="-330200" lvl="0" marL="457200" algn="r">
              <a:spcBef>
                <a:spcPts val="0"/>
              </a:spcBef>
              <a:spcAft>
                <a:spcPts val="0"/>
              </a:spcAft>
              <a:buSzPts val="1600"/>
              <a:buFont typeface="Inter Medium"/>
              <a:buChar char="●"/>
              <a:defRPr sz="1600">
                <a:latin typeface="Inter Medium"/>
                <a:ea typeface="Inter Medium"/>
                <a:cs typeface="Inter Medium"/>
                <a:sym typeface="Inter Medium"/>
              </a:defRPr>
            </a:lvl1pPr>
            <a:lvl2pPr indent="-330200" lvl="1" marL="914400" algn="r">
              <a:spcBef>
                <a:spcPts val="0"/>
              </a:spcBef>
              <a:spcAft>
                <a:spcPts val="0"/>
              </a:spcAft>
              <a:buSzPts val="1600"/>
              <a:buFont typeface="Inter Medium"/>
              <a:buChar char="○"/>
              <a:defRPr sz="1600">
                <a:latin typeface="Inter Medium"/>
                <a:ea typeface="Inter Medium"/>
                <a:cs typeface="Inter Medium"/>
                <a:sym typeface="Inter Medium"/>
              </a:defRPr>
            </a:lvl2pPr>
            <a:lvl3pPr indent="-330200" lvl="2" marL="1371600" algn="r">
              <a:spcBef>
                <a:spcPts val="0"/>
              </a:spcBef>
              <a:spcAft>
                <a:spcPts val="0"/>
              </a:spcAft>
              <a:buSzPts val="1600"/>
              <a:buFont typeface="Inter Medium"/>
              <a:buChar char="■"/>
              <a:defRPr sz="1600">
                <a:latin typeface="Inter Medium"/>
                <a:ea typeface="Inter Medium"/>
                <a:cs typeface="Inter Medium"/>
                <a:sym typeface="Inter Medium"/>
              </a:defRPr>
            </a:lvl3pPr>
            <a:lvl4pPr indent="-330200" lvl="3" marL="1828800" algn="r">
              <a:spcBef>
                <a:spcPts val="0"/>
              </a:spcBef>
              <a:spcAft>
                <a:spcPts val="0"/>
              </a:spcAft>
              <a:buSzPts val="1600"/>
              <a:buFont typeface="Inter Medium"/>
              <a:buChar char="●"/>
              <a:defRPr sz="1600">
                <a:latin typeface="Inter Medium"/>
                <a:ea typeface="Inter Medium"/>
                <a:cs typeface="Inter Medium"/>
                <a:sym typeface="Inter Medium"/>
              </a:defRPr>
            </a:lvl4pPr>
            <a:lvl5pPr indent="-330200" lvl="4" marL="2286000" algn="r">
              <a:spcBef>
                <a:spcPts val="0"/>
              </a:spcBef>
              <a:spcAft>
                <a:spcPts val="0"/>
              </a:spcAft>
              <a:buSzPts val="1600"/>
              <a:buFont typeface="Inter Medium"/>
              <a:buChar char="○"/>
              <a:defRPr sz="1600">
                <a:latin typeface="Inter Medium"/>
                <a:ea typeface="Inter Medium"/>
                <a:cs typeface="Inter Medium"/>
                <a:sym typeface="Inter Medium"/>
              </a:defRPr>
            </a:lvl5pPr>
            <a:lvl6pPr indent="-330200" lvl="5" marL="2743200" algn="r">
              <a:spcBef>
                <a:spcPts val="0"/>
              </a:spcBef>
              <a:spcAft>
                <a:spcPts val="0"/>
              </a:spcAft>
              <a:buSzPts val="1600"/>
              <a:buFont typeface="Inter Medium"/>
              <a:buChar char="■"/>
              <a:defRPr sz="1600">
                <a:latin typeface="Inter Medium"/>
                <a:ea typeface="Inter Medium"/>
                <a:cs typeface="Inter Medium"/>
                <a:sym typeface="Inter Medium"/>
              </a:defRPr>
            </a:lvl6pPr>
            <a:lvl7pPr indent="-330200" lvl="6" marL="3200400" algn="r">
              <a:spcBef>
                <a:spcPts val="0"/>
              </a:spcBef>
              <a:spcAft>
                <a:spcPts val="0"/>
              </a:spcAft>
              <a:buSzPts val="1600"/>
              <a:buFont typeface="Inter Medium"/>
              <a:buChar char="●"/>
              <a:defRPr sz="1600">
                <a:latin typeface="Inter Medium"/>
                <a:ea typeface="Inter Medium"/>
                <a:cs typeface="Inter Medium"/>
                <a:sym typeface="Inter Medium"/>
              </a:defRPr>
            </a:lvl7pPr>
            <a:lvl8pPr indent="-330200" lvl="7" marL="3657600" algn="r">
              <a:spcBef>
                <a:spcPts val="0"/>
              </a:spcBef>
              <a:spcAft>
                <a:spcPts val="0"/>
              </a:spcAft>
              <a:buSzPts val="1600"/>
              <a:buFont typeface="Inter Medium"/>
              <a:buChar char="○"/>
              <a:defRPr sz="1600">
                <a:latin typeface="Inter Medium"/>
                <a:ea typeface="Inter Medium"/>
                <a:cs typeface="Inter Medium"/>
                <a:sym typeface="Inter Medium"/>
              </a:defRPr>
            </a:lvl8pPr>
            <a:lvl9pPr indent="-330200" lvl="8" marL="4114800" algn="r">
              <a:spcBef>
                <a:spcPts val="0"/>
              </a:spcBef>
              <a:spcAft>
                <a:spcPts val="0"/>
              </a:spcAft>
              <a:buSzPts val="1600"/>
              <a:buFont typeface="Inter Medium"/>
              <a:buChar char="■"/>
              <a:defRPr sz="1600">
                <a:latin typeface="Inter Medium"/>
                <a:ea typeface="Inter Medium"/>
                <a:cs typeface="Inter Medium"/>
                <a:sym typeface="Inter Medium"/>
              </a:defRPr>
            </a:lvl9pPr>
          </a:lstStyle>
          <a:p/>
        </p:txBody>
      </p:sp>
      <p:sp>
        <p:nvSpPr>
          <p:cNvPr id="33" name="Google Shape;33;p6"/>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 name="Google Shape;34;p6"/>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35" name="Google Shape;35;p6"/>
          <p:cNvSpPr txBox="1"/>
          <p:nvPr>
            <p:ph idx="3" type="body"/>
          </p:nvPr>
        </p:nvSpPr>
        <p:spPr>
          <a:xfrm>
            <a:off x="226525" y="2621103"/>
            <a:ext cx="336600" cy="2201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Font typeface="Inter Medium"/>
              <a:buChar char="●"/>
              <a:defRPr sz="1600">
                <a:latin typeface="Inter Medium"/>
                <a:ea typeface="Inter Medium"/>
                <a:cs typeface="Inter Medium"/>
                <a:sym typeface="Inter Medium"/>
              </a:defRPr>
            </a:lvl1pPr>
            <a:lvl2pPr indent="-330200" lvl="1" marL="914400">
              <a:spcBef>
                <a:spcPts val="0"/>
              </a:spcBef>
              <a:spcAft>
                <a:spcPts val="0"/>
              </a:spcAft>
              <a:buSzPts val="1600"/>
              <a:buFont typeface="Inter Medium"/>
              <a:buChar char="○"/>
              <a:defRPr sz="1600">
                <a:latin typeface="Inter Medium"/>
                <a:ea typeface="Inter Medium"/>
                <a:cs typeface="Inter Medium"/>
                <a:sym typeface="Inter Medium"/>
              </a:defRPr>
            </a:lvl2pPr>
            <a:lvl3pPr indent="-330200" lvl="2" marL="1371600">
              <a:spcBef>
                <a:spcPts val="0"/>
              </a:spcBef>
              <a:spcAft>
                <a:spcPts val="0"/>
              </a:spcAft>
              <a:buSzPts val="1600"/>
              <a:buFont typeface="Inter Medium"/>
              <a:buChar char="■"/>
              <a:defRPr sz="1600">
                <a:latin typeface="Inter Medium"/>
                <a:ea typeface="Inter Medium"/>
                <a:cs typeface="Inter Medium"/>
                <a:sym typeface="Inter Medium"/>
              </a:defRPr>
            </a:lvl3pPr>
            <a:lvl4pPr indent="-330200" lvl="3" marL="1828800">
              <a:spcBef>
                <a:spcPts val="0"/>
              </a:spcBef>
              <a:spcAft>
                <a:spcPts val="0"/>
              </a:spcAft>
              <a:buSzPts val="1600"/>
              <a:buFont typeface="Inter Medium"/>
              <a:buChar char="●"/>
              <a:defRPr sz="1600">
                <a:latin typeface="Inter Medium"/>
                <a:ea typeface="Inter Medium"/>
                <a:cs typeface="Inter Medium"/>
                <a:sym typeface="Inter Medium"/>
              </a:defRPr>
            </a:lvl4pPr>
            <a:lvl5pPr indent="-330200" lvl="4" marL="2286000">
              <a:spcBef>
                <a:spcPts val="0"/>
              </a:spcBef>
              <a:spcAft>
                <a:spcPts val="0"/>
              </a:spcAft>
              <a:buSzPts val="1600"/>
              <a:buFont typeface="Inter Medium"/>
              <a:buChar char="○"/>
              <a:defRPr sz="1600">
                <a:latin typeface="Inter Medium"/>
                <a:ea typeface="Inter Medium"/>
                <a:cs typeface="Inter Medium"/>
                <a:sym typeface="Inter Medium"/>
              </a:defRPr>
            </a:lvl5pPr>
            <a:lvl6pPr indent="-330200" lvl="5" marL="2743200">
              <a:spcBef>
                <a:spcPts val="0"/>
              </a:spcBef>
              <a:spcAft>
                <a:spcPts val="0"/>
              </a:spcAft>
              <a:buSzPts val="1600"/>
              <a:buFont typeface="Inter Medium"/>
              <a:buChar char="■"/>
              <a:defRPr sz="1600">
                <a:latin typeface="Inter Medium"/>
                <a:ea typeface="Inter Medium"/>
                <a:cs typeface="Inter Medium"/>
                <a:sym typeface="Inter Medium"/>
              </a:defRPr>
            </a:lvl6pPr>
            <a:lvl7pPr indent="-330200" lvl="6" marL="3200400">
              <a:spcBef>
                <a:spcPts val="0"/>
              </a:spcBef>
              <a:spcAft>
                <a:spcPts val="0"/>
              </a:spcAft>
              <a:buSzPts val="1600"/>
              <a:buFont typeface="Inter Medium"/>
              <a:buChar char="●"/>
              <a:defRPr sz="1600">
                <a:latin typeface="Inter Medium"/>
                <a:ea typeface="Inter Medium"/>
                <a:cs typeface="Inter Medium"/>
                <a:sym typeface="Inter Medium"/>
              </a:defRPr>
            </a:lvl7pPr>
            <a:lvl8pPr indent="-330200" lvl="7" marL="3657600">
              <a:spcBef>
                <a:spcPts val="0"/>
              </a:spcBef>
              <a:spcAft>
                <a:spcPts val="0"/>
              </a:spcAft>
              <a:buSzPts val="1600"/>
              <a:buFont typeface="Inter Medium"/>
              <a:buChar char="○"/>
              <a:defRPr sz="1600">
                <a:latin typeface="Inter Medium"/>
                <a:ea typeface="Inter Medium"/>
                <a:cs typeface="Inter Medium"/>
                <a:sym typeface="Inter Medium"/>
              </a:defRPr>
            </a:lvl8pPr>
            <a:lvl9pPr indent="-330200" lvl="8" marL="4114800">
              <a:spcBef>
                <a:spcPts val="0"/>
              </a:spcBef>
              <a:spcAft>
                <a:spcPts val="0"/>
              </a:spcAft>
              <a:buSzPts val="1600"/>
              <a:buFont typeface="Inter Medium"/>
              <a:buChar char="■"/>
              <a:defRPr sz="1600">
                <a:latin typeface="Inter Medium"/>
                <a:ea typeface="Inter Medium"/>
                <a:cs typeface="Inter Medium"/>
                <a:sym typeface="Inter Medium"/>
              </a:defRPr>
            </a:lvl9pPr>
          </a:lstStyle>
          <a:p/>
        </p:txBody>
      </p:sp>
      <p:sp>
        <p:nvSpPr>
          <p:cNvPr id="36" name="Google Shape;36;p6"/>
          <p:cNvSpPr txBox="1"/>
          <p:nvPr>
            <p:ph idx="4" type="title"/>
          </p:nvPr>
        </p:nvSpPr>
        <p:spPr>
          <a:xfrm>
            <a:off x="226525" y="571800"/>
            <a:ext cx="52614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tx">
  <p:cSld name="TITLE_AND_BODY">
    <p:bg>
      <p:bgPr>
        <a:solidFill>
          <a:schemeClr val="dk1"/>
        </a:solidFill>
      </p:bgPr>
    </p:bg>
    <p:spTree>
      <p:nvGrpSpPr>
        <p:cNvPr id="37" name="Shape 37"/>
        <p:cNvGrpSpPr/>
        <p:nvPr/>
      </p:nvGrpSpPr>
      <p:grpSpPr>
        <a:xfrm>
          <a:off x="0" y="0"/>
          <a:ext cx="0" cy="0"/>
          <a:chOff x="0" y="0"/>
          <a:chExt cx="0" cy="0"/>
        </a:xfrm>
      </p:grpSpPr>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9" name="Google Shape;39;p7"/>
          <p:cNvSpPr txBox="1"/>
          <p:nvPr>
            <p:ph type="title"/>
          </p:nvPr>
        </p:nvSpPr>
        <p:spPr>
          <a:xfrm>
            <a:off x="226525" y="2581610"/>
            <a:ext cx="8691000" cy="23748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7300"/>
              <a:buNone/>
              <a:defRPr sz="7300">
                <a:solidFill>
                  <a:schemeClr val="lt1"/>
                </a:solidFill>
              </a:defRPr>
            </a:lvl1pPr>
            <a:lvl2pPr lvl="1">
              <a:lnSpc>
                <a:spcPct val="80000"/>
              </a:lnSpc>
              <a:spcBef>
                <a:spcPts val="0"/>
              </a:spcBef>
              <a:spcAft>
                <a:spcPts val="0"/>
              </a:spcAft>
              <a:buSzPts val="2800"/>
              <a:buNone/>
              <a:defRPr/>
            </a:lvl2pPr>
            <a:lvl3pPr lvl="2">
              <a:lnSpc>
                <a:spcPct val="80000"/>
              </a:lnSpc>
              <a:spcBef>
                <a:spcPts val="0"/>
              </a:spcBef>
              <a:spcAft>
                <a:spcPts val="0"/>
              </a:spcAft>
              <a:buSzPts val="2800"/>
              <a:buNone/>
              <a:defRPr/>
            </a:lvl3pPr>
            <a:lvl4pPr lvl="3">
              <a:lnSpc>
                <a:spcPct val="80000"/>
              </a:lnSpc>
              <a:spcBef>
                <a:spcPts val="0"/>
              </a:spcBef>
              <a:spcAft>
                <a:spcPts val="0"/>
              </a:spcAft>
              <a:buSzPts val="2800"/>
              <a:buNone/>
              <a:defRPr/>
            </a:lvl4pPr>
            <a:lvl5pPr lvl="4">
              <a:lnSpc>
                <a:spcPct val="80000"/>
              </a:lnSpc>
              <a:spcBef>
                <a:spcPts val="0"/>
              </a:spcBef>
              <a:spcAft>
                <a:spcPts val="0"/>
              </a:spcAft>
              <a:buSzPts val="2800"/>
              <a:buNone/>
              <a:defRPr/>
            </a:lvl5pPr>
            <a:lvl6pPr lvl="5">
              <a:lnSpc>
                <a:spcPct val="80000"/>
              </a:lnSpc>
              <a:spcBef>
                <a:spcPts val="0"/>
              </a:spcBef>
              <a:spcAft>
                <a:spcPts val="0"/>
              </a:spcAft>
              <a:buSzPts val="2800"/>
              <a:buNone/>
              <a:defRPr/>
            </a:lvl6pPr>
            <a:lvl7pPr lvl="6">
              <a:lnSpc>
                <a:spcPct val="80000"/>
              </a:lnSpc>
              <a:spcBef>
                <a:spcPts val="0"/>
              </a:spcBef>
              <a:spcAft>
                <a:spcPts val="0"/>
              </a:spcAft>
              <a:buSzPts val="2800"/>
              <a:buNone/>
              <a:defRPr/>
            </a:lvl7pPr>
            <a:lvl8pPr lvl="7">
              <a:lnSpc>
                <a:spcPct val="80000"/>
              </a:lnSpc>
              <a:spcBef>
                <a:spcPts val="0"/>
              </a:spcBef>
              <a:spcAft>
                <a:spcPts val="0"/>
              </a:spcAft>
              <a:buSzPts val="2800"/>
              <a:buNone/>
              <a:defRPr/>
            </a:lvl8pPr>
            <a:lvl9pPr lvl="8">
              <a:lnSpc>
                <a:spcPct val="80000"/>
              </a:lnSpc>
              <a:spcBef>
                <a:spcPts val="0"/>
              </a:spcBef>
              <a:spcAft>
                <a:spcPts val="0"/>
              </a:spcAft>
              <a:buSzPts val="28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AND_BODY_2">
    <p:bg>
      <p:bgPr>
        <a:solidFill>
          <a:schemeClr val="lt1"/>
        </a:solidFill>
      </p:bgPr>
    </p:bg>
    <p:spTree>
      <p:nvGrpSpPr>
        <p:cNvPr id="40" name="Shape 40"/>
        <p:cNvGrpSpPr/>
        <p:nvPr/>
      </p:nvGrpSpPr>
      <p:grpSpPr>
        <a:xfrm>
          <a:off x="0" y="0"/>
          <a:ext cx="0" cy="0"/>
          <a:chOff x="0" y="0"/>
          <a:chExt cx="0" cy="0"/>
        </a:xfrm>
      </p:grpSpPr>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2" name="Google Shape;42;p8"/>
          <p:cNvSpPr txBox="1"/>
          <p:nvPr>
            <p:ph type="title"/>
          </p:nvPr>
        </p:nvSpPr>
        <p:spPr>
          <a:xfrm>
            <a:off x="226525" y="248960"/>
            <a:ext cx="8691000" cy="23748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lnSpc>
                <a:spcPct val="80000"/>
              </a:lnSpc>
              <a:spcBef>
                <a:spcPts val="0"/>
              </a:spcBef>
              <a:spcAft>
                <a:spcPts val="0"/>
              </a:spcAft>
              <a:buSzPts val="2800"/>
              <a:buNone/>
              <a:defRPr/>
            </a:lvl2pPr>
            <a:lvl3pPr lvl="2">
              <a:lnSpc>
                <a:spcPct val="80000"/>
              </a:lnSpc>
              <a:spcBef>
                <a:spcPts val="0"/>
              </a:spcBef>
              <a:spcAft>
                <a:spcPts val="0"/>
              </a:spcAft>
              <a:buSzPts val="2800"/>
              <a:buNone/>
              <a:defRPr/>
            </a:lvl3pPr>
            <a:lvl4pPr lvl="3">
              <a:lnSpc>
                <a:spcPct val="80000"/>
              </a:lnSpc>
              <a:spcBef>
                <a:spcPts val="0"/>
              </a:spcBef>
              <a:spcAft>
                <a:spcPts val="0"/>
              </a:spcAft>
              <a:buSzPts val="2800"/>
              <a:buNone/>
              <a:defRPr/>
            </a:lvl4pPr>
            <a:lvl5pPr lvl="4">
              <a:lnSpc>
                <a:spcPct val="80000"/>
              </a:lnSpc>
              <a:spcBef>
                <a:spcPts val="0"/>
              </a:spcBef>
              <a:spcAft>
                <a:spcPts val="0"/>
              </a:spcAft>
              <a:buSzPts val="2800"/>
              <a:buNone/>
              <a:defRPr/>
            </a:lvl5pPr>
            <a:lvl6pPr lvl="5">
              <a:lnSpc>
                <a:spcPct val="80000"/>
              </a:lnSpc>
              <a:spcBef>
                <a:spcPts val="0"/>
              </a:spcBef>
              <a:spcAft>
                <a:spcPts val="0"/>
              </a:spcAft>
              <a:buSzPts val="2800"/>
              <a:buNone/>
              <a:defRPr/>
            </a:lvl6pPr>
            <a:lvl7pPr lvl="6">
              <a:lnSpc>
                <a:spcPct val="80000"/>
              </a:lnSpc>
              <a:spcBef>
                <a:spcPts val="0"/>
              </a:spcBef>
              <a:spcAft>
                <a:spcPts val="0"/>
              </a:spcAft>
              <a:buSzPts val="2800"/>
              <a:buNone/>
              <a:defRPr/>
            </a:lvl7pPr>
            <a:lvl8pPr lvl="7">
              <a:lnSpc>
                <a:spcPct val="80000"/>
              </a:lnSpc>
              <a:spcBef>
                <a:spcPts val="0"/>
              </a:spcBef>
              <a:spcAft>
                <a:spcPts val="0"/>
              </a:spcAft>
              <a:buSzPts val="2800"/>
              <a:buNone/>
              <a:defRPr/>
            </a:lvl8pPr>
            <a:lvl9pPr lvl="8">
              <a:lnSpc>
                <a:spcPct val="80000"/>
              </a:lnSpc>
              <a:spcBef>
                <a:spcPts val="0"/>
              </a:spcBef>
              <a:spcAft>
                <a:spcPts val="0"/>
              </a:spcAft>
              <a:buSzPts val="28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TITLE_AND_BODY_1">
    <p:bg>
      <p:bgPr>
        <a:solidFill>
          <a:schemeClr val="dk1"/>
        </a:solidFill>
      </p:bgPr>
    </p:bg>
    <p:spTree>
      <p:nvGrpSpPr>
        <p:cNvPr id="43" name="Shape 43"/>
        <p:cNvGrpSpPr/>
        <p:nvPr/>
      </p:nvGrpSpPr>
      <p:grpSpPr>
        <a:xfrm>
          <a:off x="0" y="0"/>
          <a:ext cx="0" cy="0"/>
          <a:chOff x="0" y="0"/>
          <a:chExt cx="0" cy="0"/>
        </a:xfrm>
      </p:grpSpPr>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5" name="Google Shape;45;p9"/>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600"/>
              <a:buNone/>
              <a:defRPr b="0" sz="600">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6" name="Google Shape;46;p9"/>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body"/>
          </p:nvPr>
        </p:nvSpPr>
        <p:spPr>
          <a:xfrm>
            <a:off x="246325" y="2591450"/>
            <a:ext cx="758700" cy="23649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
        <p:nvSpPr>
          <p:cNvPr id="48" name="Google Shape;48;p9"/>
          <p:cNvSpPr txBox="1"/>
          <p:nvPr>
            <p:ph idx="3" type="body"/>
          </p:nvPr>
        </p:nvSpPr>
        <p:spPr>
          <a:xfrm>
            <a:off x="1077200" y="2591450"/>
            <a:ext cx="7804500" cy="23649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hree storyboards" type="twoColTx">
  <p:cSld name="TITLE_AND_TWO_COLUMNS">
    <p:bg>
      <p:bgPr>
        <a:solidFill>
          <a:schemeClr val="dk1"/>
        </a:solidFill>
      </p:bgPr>
    </p:bg>
    <p:spTree>
      <p:nvGrpSpPr>
        <p:cNvPr id="49" name="Shape 49"/>
        <p:cNvGrpSpPr/>
        <p:nvPr/>
      </p:nvGrpSpPr>
      <p:grpSpPr>
        <a:xfrm>
          <a:off x="0" y="0"/>
          <a:ext cx="0" cy="0"/>
          <a:chOff x="0" y="0"/>
          <a:chExt cx="0" cy="0"/>
        </a:xfrm>
      </p:grpSpPr>
      <p:sp>
        <p:nvSpPr>
          <p:cNvPr id="50" name="Google Shape;50;p10"/>
          <p:cNvSpPr/>
          <p:nvPr>
            <p:ph idx="2" type="pic"/>
          </p:nvPr>
        </p:nvSpPr>
        <p:spPr>
          <a:xfrm>
            <a:off x="-5225" y="709575"/>
            <a:ext cx="3048600" cy="2805300"/>
          </a:xfrm>
          <a:prstGeom prst="rect">
            <a:avLst/>
          </a:prstGeom>
          <a:noFill/>
          <a:ln>
            <a:noFill/>
          </a:ln>
        </p:spPr>
      </p:sp>
      <p:sp>
        <p:nvSpPr>
          <p:cNvPr id="51" name="Google Shape;51;p10"/>
          <p:cNvSpPr txBox="1"/>
          <p:nvPr>
            <p:ph type="title"/>
          </p:nvPr>
        </p:nvSpPr>
        <p:spPr>
          <a:xfrm>
            <a:off x="156950" y="363269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1200"/>
              <a:buNone/>
              <a:defRPr sz="1200">
                <a:solidFill>
                  <a:schemeClr val="lt1"/>
                </a:solidFill>
              </a:defRPr>
            </a:lvl1pPr>
            <a:lvl2pPr lvl="1">
              <a:lnSpc>
                <a:spcPct val="90000"/>
              </a:lnSpc>
              <a:spcBef>
                <a:spcPts val="0"/>
              </a:spcBef>
              <a:spcAft>
                <a:spcPts val="0"/>
              </a:spcAft>
              <a:buClr>
                <a:schemeClr val="lt1"/>
              </a:buClr>
              <a:buSzPts val="1200"/>
              <a:buNone/>
              <a:defRPr sz="1200">
                <a:solidFill>
                  <a:schemeClr val="lt1"/>
                </a:solidFill>
              </a:defRPr>
            </a:lvl2pPr>
            <a:lvl3pPr lvl="2">
              <a:lnSpc>
                <a:spcPct val="90000"/>
              </a:lnSpc>
              <a:spcBef>
                <a:spcPts val="0"/>
              </a:spcBef>
              <a:spcAft>
                <a:spcPts val="0"/>
              </a:spcAft>
              <a:buClr>
                <a:schemeClr val="lt1"/>
              </a:buClr>
              <a:buSzPts val="1200"/>
              <a:buNone/>
              <a:defRPr sz="1200">
                <a:solidFill>
                  <a:schemeClr val="lt1"/>
                </a:solidFill>
              </a:defRPr>
            </a:lvl3pPr>
            <a:lvl4pPr lvl="3">
              <a:lnSpc>
                <a:spcPct val="90000"/>
              </a:lnSpc>
              <a:spcBef>
                <a:spcPts val="0"/>
              </a:spcBef>
              <a:spcAft>
                <a:spcPts val="0"/>
              </a:spcAft>
              <a:buClr>
                <a:schemeClr val="lt1"/>
              </a:buClr>
              <a:buSzPts val="1200"/>
              <a:buNone/>
              <a:defRPr sz="1200">
                <a:solidFill>
                  <a:schemeClr val="lt1"/>
                </a:solidFill>
              </a:defRPr>
            </a:lvl4pPr>
            <a:lvl5pPr lvl="4">
              <a:lnSpc>
                <a:spcPct val="90000"/>
              </a:lnSpc>
              <a:spcBef>
                <a:spcPts val="0"/>
              </a:spcBef>
              <a:spcAft>
                <a:spcPts val="0"/>
              </a:spcAft>
              <a:buClr>
                <a:schemeClr val="lt1"/>
              </a:buClr>
              <a:buSzPts val="1200"/>
              <a:buNone/>
              <a:defRPr sz="1200">
                <a:solidFill>
                  <a:schemeClr val="lt1"/>
                </a:solidFill>
              </a:defRPr>
            </a:lvl5pPr>
            <a:lvl6pPr lvl="5">
              <a:lnSpc>
                <a:spcPct val="90000"/>
              </a:lnSpc>
              <a:spcBef>
                <a:spcPts val="0"/>
              </a:spcBef>
              <a:spcAft>
                <a:spcPts val="0"/>
              </a:spcAft>
              <a:buClr>
                <a:schemeClr val="lt1"/>
              </a:buClr>
              <a:buSzPts val="1200"/>
              <a:buNone/>
              <a:defRPr sz="1200">
                <a:solidFill>
                  <a:schemeClr val="lt1"/>
                </a:solidFill>
              </a:defRPr>
            </a:lvl6pPr>
            <a:lvl7pPr lvl="6">
              <a:lnSpc>
                <a:spcPct val="90000"/>
              </a:lnSpc>
              <a:spcBef>
                <a:spcPts val="0"/>
              </a:spcBef>
              <a:spcAft>
                <a:spcPts val="0"/>
              </a:spcAft>
              <a:buClr>
                <a:schemeClr val="lt1"/>
              </a:buClr>
              <a:buSzPts val="1200"/>
              <a:buNone/>
              <a:defRPr sz="1200">
                <a:solidFill>
                  <a:schemeClr val="lt1"/>
                </a:solidFill>
              </a:defRPr>
            </a:lvl7pPr>
            <a:lvl8pPr lvl="7">
              <a:lnSpc>
                <a:spcPct val="90000"/>
              </a:lnSpc>
              <a:spcBef>
                <a:spcPts val="0"/>
              </a:spcBef>
              <a:spcAft>
                <a:spcPts val="0"/>
              </a:spcAft>
              <a:buClr>
                <a:schemeClr val="lt1"/>
              </a:buClr>
              <a:buSzPts val="1200"/>
              <a:buNone/>
              <a:defRPr sz="1200">
                <a:solidFill>
                  <a:schemeClr val="lt1"/>
                </a:solidFill>
              </a:defRPr>
            </a:lvl8pPr>
            <a:lvl9pPr lvl="8">
              <a:lnSpc>
                <a:spcPct val="90000"/>
              </a:lnSpc>
              <a:spcBef>
                <a:spcPts val="0"/>
              </a:spcBef>
              <a:spcAft>
                <a:spcPts val="0"/>
              </a:spcAft>
              <a:buClr>
                <a:schemeClr val="lt1"/>
              </a:buClr>
              <a:buSzPts val="1200"/>
              <a:buNone/>
              <a:defRPr sz="1200">
                <a:solidFill>
                  <a:schemeClr val="lt1"/>
                </a:solidFill>
              </a:defRPr>
            </a:lvl9pPr>
          </a:lstStyle>
          <a:p/>
        </p:txBody>
      </p:sp>
      <p:sp>
        <p:nvSpPr>
          <p:cNvPr id="52" name="Google Shape;52;p10"/>
          <p:cNvSpPr txBox="1"/>
          <p:nvPr>
            <p:ph idx="1" type="body"/>
          </p:nvPr>
        </p:nvSpPr>
        <p:spPr>
          <a:xfrm>
            <a:off x="156950" y="4133503"/>
            <a:ext cx="27267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0"/>
          <p:cNvSpPr txBox="1"/>
          <p:nvPr>
            <p:ph idx="3" type="title"/>
          </p:nvPr>
        </p:nvSpPr>
        <p:spPr>
          <a:xfrm>
            <a:off x="3208650" y="363269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1200"/>
              <a:buNone/>
              <a:defRPr sz="1200">
                <a:solidFill>
                  <a:schemeClr val="lt1"/>
                </a:solidFill>
              </a:defRPr>
            </a:lvl1pPr>
            <a:lvl2pPr lvl="1">
              <a:lnSpc>
                <a:spcPct val="90000"/>
              </a:lnSpc>
              <a:spcBef>
                <a:spcPts val="0"/>
              </a:spcBef>
              <a:spcAft>
                <a:spcPts val="0"/>
              </a:spcAft>
              <a:buClr>
                <a:schemeClr val="lt1"/>
              </a:buClr>
              <a:buSzPts val="1200"/>
              <a:buNone/>
              <a:defRPr sz="1200">
                <a:solidFill>
                  <a:schemeClr val="lt1"/>
                </a:solidFill>
              </a:defRPr>
            </a:lvl2pPr>
            <a:lvl3pPr lvl="2">
              <a:lnSpc>
                <a:spcPct val="90000"/>
              </a:lnSpc>
              <a:spcBef>
                <a:spcPts val="0"/>
              </a:spcBef>
              <a:spcAft>
                <a:spcPts val="0"/>
              </a:spcAft>
              <a:buClr>
                <a:schemeClr val="lt1"/>
              </a:buClr>
              <a:buSzPts val="1200"/>
              <a:buNone/>
              <a:defRPr sz="1200">
                <a:solidFill>
                  <a:schemeClr val="lt1"/>
                </a:solidFill>
              </a:defRPr>
            </a:lvl3pPr>
            <a:lvl4pPr lvl="3">
              <a:lnSpc>
                <a:spcPct val="90000"/>
              </a:lnSpc>
              <a:spcBef>
                <a:spcPts val="0"/>
              </a:spcBef>
              <a:spcAft>
                <a:spcPts val="0"/>
              </a:spcAft>
              <a:buClr>
                <a:schemeClr val="lt1"/>
              </a:buClr>
              <a:buSzPts val="1200"/>
              <a:buNone/>
              <a:defRPr sz="1200">
                <a:solidFill>
                  <a:schemeClr val="lt1"/>
                </a:solidFill>
              </a:defRPr>
            </a:lvl4pPr>
            <a:lvl5pPr lvl="4">
              <a:lnSpc>
                <a:spcPct val="90000"/>
              </a:lnSpc>
              <a:spcBef>
                <a:spcPts val="0"/>
              </a:spcBef>
              <a:spcAft>
                <a:spcPts val="0"/>
              </a:spcAft>
              <a:buClr>
                <a:schemeClr val="lt1"/>
              </a:buClr>
              <a:buSzPts val="1200"/>
              <a:buNone/>
              <a:defRPr sz="1200">
                <a:solidFill>
                  <a:schemeClr val="lt1"/>
                </a:solidFill>
              </a:defRPr>
            </a:lvl5pPr>
            <a:lvl6pPr lvl="5">
              <a:lnSpc>
                <a:spcPct val="90000"/>
              </a:lnSpc>
              <a:spcBef>
                <a:spcPts val="0"/>
              </a:spcBef>
              <a:spcAft>
                <a:spcPts val="0"/>
              </a:spcAft>
              <a:buClr>
                <a:schemeClr val="lt1"/>
              </a:buClr>
              <a:buSzPts val="1200"/>
              <a:buNone/>
              <a:defRPr sz="1200">
                <a:solidFill>
                  <a:schemeClr val="lt1"/>
                </a:solidFill>
              </a:defRPr>
            </a:lvl6pPr>
            <a:lvl7pPr lvl="6">
              <a:lnSpc>
                <a:spcPct val="90000"/>
              </a:lnSpc>
              <a:spcBef>
                <a:spcPts val="0"/>
              </a:spcBef>
              <a:spcAft>
                <a:spcPts val="0"/>
              </a:spcAft>
              <a:buClr>
                <a:schemeClr val="lt1"/>
              </a:buClr>
              <a:buSzPts val="1200"/>
              <a:buNone/>
              <a:defRPr sz="1200">
                <a:solidFill>
                  <a:schemeClr val="lt1"/>
                </a:solidFill>
              </a:defRPr>
            </a:lvl7pPr>
            <a:lvl8pPr lvl="7">
              <a:lnSpc>
                <a:spcPct val="90000"/>
              </a:lnSpc>
              <a:spcBef>
                <a:spcPts val="0"/>
              </a:spcBef>
              <a:spcAft>
                <a:spcPts val="0"/>
              </a:spcAft>
              <a:buClr>
                <a:schemeClr val="lt1"/>
              </a:buClr>
              <a:buSzPts val="1200"/>
              <a:buNone/>
              <a:defRPr sz="1200">
                <a:solidFill>
                  <a:schemeClr val="lt1"/>
                </a:solidFill>
              </a:defRPr>
            </a:lvl8pPr>
            <a:lvl9pPr lvl="8">
              <a:lnSpc>
                <a:spcPct val="90000"/>
              </a:lnSpc>
              <a:spcBef>
                <a:spcPts val="0"/>
              </a:spcBef>
              <a:spcAft>
                <a:spcPts val="0"/>
              </a:spcAft>
              <a:buClr>
                <a:schemeClr val="lt1"/>
              </a:buClr>
              <a:buSzPts val="1200"/>
              <a:buNone/>
              <a:defRPr sz="1200">
                <a:solidFill>
                  <a:schemeClr val="lt1"/>
                </a:solidFill>
              </a:defRPr>
            </a:lvl9pPr>
          </a:lstStyle>
          <a:p/>
        </p:txBody>
      </p:sp>
      <p:sp>
        <p:nvSpPr>
          <p:cNvPr id="55" name="Google Shape;55;p10"/>
          <p:cNvSpPr txBox="1"/>
          <p:nvPr>
            <p:ph idx="4" type="body"/>
          </p:nvPr>
        </p:nvSpPr>
        <p:spPr>
          <a:xfrm>
            <a:off x="3208650" y="4133503"/>
            <a:ext cx="27267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56" name="Google Shape;56;p10"/>
          <p:cNvSpPr txBox="1"/>
          <p:nvPr>
            <p:ph idx="5" type="title"/>
          </p:nvPr>
        </p:nvSpPr>
        <p:spPr>
          <a:xfrm>
            <a:off x="6268950" y="363269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1200"/>
              <a:buNone/>
              <a:defRPr sz="1200">
                <a:solidFill>
                  <a:schemeClr val="lt1"/>
                </a:solidFill>
              </a:defRPr>
            </a:lvl1pPr>
            <a:lvl2pPr lvl="1">
              <a:lnSpc>
                <a:spcPct val="90000"/>
              </a:lnSpc>
              <a:spcBef>
                <a:spcPts val="0"/>
              </a:spcBef>
              <a:spcAft>
                <a:spcPts val="0"/>
              </a:spcAft>
              <a:buClr>
                <a:schemeClr val="lt1"/>
              </a:buClr>
              <a:buSzPts val="1200"/>
              <a:buNone/>
              <a:defRPr sz="1200">
                <a:solidFill>
                  <a:schemeClr val="lt1"/>
                </a:solidFill>
              </a:defRPr>
            </a:lvl2pPr>
            <a:lvl3pPr lvl="2">
              <a:lnSpc>
                <a:spcPct val="90000"/>
              </a:lnSpc>
              <a:spcBef>
                <a:spcPts val="0"/>
              </a:spcBef>
              <a:spcAft>
                <a:spcPts val="0"/>
              </a:spcAft>
              <a:buClr>
                <a:schemeClr val="lt1"/>
              </a:buClr>
              <a:buSzPts val="1200"/>
              <a:buNone/>
              <a:defRPr sz="1200">
                <a:solidFill>
                  <a:schemeClr val="lt1"/>
                </a:solidFill>
              </a:defRPr>
            </a:lvl3pPr>
            <a:lvl4pPr lvl="3">
              <a:lnSpc>
                <a:spcPct val="90000"/>
              </a:lnSpc>
              <a:spcBef>
                <a:spcPts val="0"/>
              </a:spcBef>
              <a:spcAft>
                <a:spcPts val="0"/>
              </a:spcAft>
              <a:buClr>
                <a:schemeClr val="lt1"/>
              </a:buClr>
              <a:buSzPts val="1200"/>
              <a:buNone/>
              <a:defRPr sz="1200">
                <a:solidFill>
                  <a:schemeClr val="lt1"/>
                </a:solidFill>
              </a:defRPr>
            </a:lvl4pPr>
            <a:lvl5pPr lvl="4">
              <a:lnSpc>
                <a:spcPct val="90000"/>
              </a:lnSpc>
              <a:spcBef>
                <a:spcPts val="0"/>
              </a:spcBef>
              <a:spcAft>
                <a:spcPts val="0"/>
              </a:spcAft>
              <a:buClr>
                <a:schemeClr val="lt1"/>
              </a:buClr>
              <a:buSzPts val="1200"/>
              <a:buNone/>
              <a:defRPr sz="1200">
                <a:solidFill>
                  <a:schemeClr val="lt1"/>
                </a:solidFill>
              </a:defRPr>
            </a:lvl5pPr>
            <a:lvl6pPr lvl="5">
              <a:lnSpc>
                <a:spcPct val="90000"/>
              </a:lnSpc>
              <a:spcBef>
                <a:spcPts val="0"/>
              </a:spcBef>
              <a:spcAft>
                <a:spcPts val="0"/>
              </a:spcAft>
              <a:buClr>
                <a:schemeClr val="lt1"/>
              </a:buClr>
              <a:buSzPts val="1200"/>
              <a:buNone/>
              <a:defRPr sz="1200">
                <a:solidFill>
                  <a:schemeClr val="lt1"/>
                </a:solidFill>
              </a:defRPr>
            </a:lvl6pPr>
            <a:lvl7pPr lvl="6">
              <a:lnSpc>
                <a:spcPct val="90000"/>
              </a:lnSpc>
              <a:spcBef>
                <a:spcPts val="0"/>
              </a:spcBef>
              <a:spcAft>
                <a:spcPts val="0"/>
              </a:spcAft>
              <a:buClr>
                <a:schemeClr val="lt1"/>
              </a:buClr>
              <a:buSzPts val="1200"/>
              <a:buNone/>
              <a:defRPr sz="1200">
                <a:solidFill>
                  <a:schemeClr val="lt1"/>
                </a:solidFill>
              </a:defRPr>
            </a:lvl7pPr>
            <a:lvl8pPr lvl="7">
              <a:lnSpc>
                <a:spcPct val="90000"/>
              </a:lnSpc>
              <a:spcBef>
                <a:spcPts val="0"/>
              </a:spcBef>
              <a:spcAft>
                <a:spcPts val="0"/>
              </a:spcAft>
              <a:buClr>
                <a:schemeClr val="lt1"/>
              </a:buClr>
              <a:buSzPts val="1200"/>
              <a:buNone/>
              <a:defRPr sz="1200">
                <a:solidFill>
                  <a:schemeClr val="lt1"/>
                </a:solidFill>
              </a:defRPr>
            </a:lvl8pPr>
            <a:lvl9pPr lvl="8">
              <a:lnSpc>
                <a:spcPct val="90000"/>
              </a:lnSpc>
              <a:spcBef>
                <a:spcPts val="0"/>
              </a:spcBef>
              <a:spcAft>
                <a:spcPts val="0"/>
              </a:spcAft>
              <a:buClr>
                <a:schemeClr val="lt1"/>
              </a:buClr>
              <a:buSzPts val="1200"/>
              <a:buNone/>
              <a:defRPr sz="1200">
                <a:solidFill>
                  <a:schemeClr val="lt1"/>
                </a:solidFill>
              </a:defRPr>
            </a:lvl9pPr>
          </a:lstStyle>
          <a:p/>
        </p:txBody>
      </p:sp>
      <p:sp>
        <p:nvSpPr>
          <p:cNvPr id="57" name="Google Shape;57;p10"/>
          <p:cNvSpPr txBox="1"/>
          <p:nvPr>
            <p:ph idx="6" type="body"/>
          </p:nvPr>
        </p:nvSpPr>
        <p:spPr>
          <a:xfrm>
            <a:off x="6268950" y="4133503"/>
            <a:ext cx="27267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58" name="Google Shape;58;p10"/>
          <p:cNvSpPr/>
          <p:nvPr>
            <p:ph idx="7" type="pic"/>
          </p:nvPr>
        </p:nvSpPr>
        <p:spPr>
          <a:xfrm>
            <a:off x="3053763" y="709575"/>
            <a:ext cx="3031800" cy="2805300"/>
          </a:xfrm>
          <a:prstGeom prst="rect">
            <a:avLst/>
          </a:prstGeom>
          <a:noFill/>
          <a:ln>
            <a:noFill/>
          </a:ln>
        </p:spPr>
      </p:sp>
      <p:sp>
        <p:nvSpPr>
          <p:cNvPr id="59" name="Google Shape;59;p10"/>
          <p:cNvSpPr/>
          <p:nvPr>
            <p:ph idx="8" type="pic"/>
          </p:nvPr>
        </p:nvSpPr>
        <p:spPr>
          <a:xfrm>
            <a:off x="6095475" y="709575"/>
            <a:ext cx="3048600" cy="2805300"/>
          </a:xfrm>
          <a:prstGeom prst="rect">
            <a:avLst/>
          </a:prstGeom>
          <a:noFill/>
          <a:ln>
            <a:noFill/>
          </a:ln>
        </p:spPr>
      </p:sp>
      <p:cxnSp>
        <p:nvCxnSpPr>
          <p:cNvPr id="60" name="Google Shape;60;p10"/>
          <p:cNvCxnSpPr/>
          <p:nvPr/>
        </p:nvCxnSpPr>
        <p:spPr>
          <a:xfrm>
            <a:off x="3048525" y="703650"/>
            <a:ext cx="0" cy="4448700"/>
          </a:xfrm>
          <a:prstGeom prst="straightConnector1">
            <a:avLst/>
          </a:prstGeom>
          <a:noFill/>
          <a:ln cap="flat" cmpd="sng" w="9525">
            <a:solidFill>
              <a:schemeClr val="lt1"/>
            </a:solidFill>
            <a:prstDash val="solid"/>
            <a:round/>
            <a:headEnd len="med" w="med" type="none"/>
            <a:tailEnd len="med" w="med" type="none"/>
          </a:ln>
        </p:spPr>
      </p:cxnSp>
      <p:cxnSp>
        <p:nvCxnSpPr>
          <p:cNvPr id="61" name="Google Shape;61;p10"/>
          <p:cNvCxnSpPr/>
          <p:nvPr/>
        </p:nvCxnSpPr>
        <p:spPr>
          <a:xfrm>
            <a:off x="6090575" y="703650"/>
            <a:ext cx="0" cy="4448700"/>
          </a:xfrm>
          <a:prstGeom prst="straightConnector1">
            <a:avLst/>
          </a:prstGeom>
          <a:noFill/>
          <a:ln cap="flat" cmpd="sng" w="9525">
            <a:solidFill>
              <a:schemeClr val="lt1"/>
            </a:solidFill>
            <a:prstDash val="solid"/>
            <a:round/>
            <a:headEnd len="med" w="med" type="none"/>
            <a:tailEnd len="med" w="med" type="none"/>
          </a:ln>
        </p:spPr>
      </p:cxnSp>
      <p:cxnSp>
        <p:nvCxnSpPr>
          <p:cNvPr id="62" name="Google Shape;62;p10"/>
          <p:cNvCxnSpPr/>
          <p:nvPr/>
        </p:nvCxnSpPr>
        <p:spPr>
          <a:xfrm rot="10800000">
            <a:off x="0" y="3520200"/>
            <a:ext cx="9152400" cy="0"/>
          </a:xfrm>
          <a:prstGeom prst="straightConnector1">
            <a:avLst/>
          </a:prstGeom>
          <a:noFill/>
          <a:ln cap="flat" cmpd="sng" w="9525">
            <a:solidFill>
              <a:schemeClr val="lt1"/>
            </a:solidFill>
            <a:prstDash val="solid"/>
            <a:round/>
            <a:headEnd len="med" w="med" type="none"/>
            <a:tailEnd len="med" w="med" type="none"/>
          </a:ln>
        </p:spPr>
      </p:cxnSp>
      <p:cxnSp>
        <p:nvCxnSpPr>
          <p:cNvPr id="63" name="Google Shape;63;p10"/>
          <p:cNvCxnSpPr/>
          <p:nvPr/>
        </p:nvCxnSpPr>
        <p:spPr>
          <a:xfrm rot="10800000">
            <a:off x="0" y="704725"/>
            <a:ext cx="9152400" cy="0"/>
          </a:xfrm>
          <a:prstGeom prst="straightConnector1">
            <a:avLst/>
          </a:prstGeom>
          <a:noFill/>
          <a:ln cap="flat" cmpd="sng" w="9525">
            <a:solidFill>
              <a:schemeClr val="lt1"/>
            </a:solidFill>
            <a:prstDash val="solid"/>
            <a:round/>
            <a:headEnd len="med" w="med" type="none"/>
            <a:tailEnd len="med" w="med" type="none"/>
          </a:ln>
        </p:spPr>
      </p:cxnSp>
      <p:sp>
        <p:nvSpPr>
          <p:cNvPr id="64" name="Google Shape;64;p10"/>
          <p:cNvSpPr txBox="1"/>
          <p:nvPr>
            <p:ph idx="9" type="title"/>
          </p:nvPr>
        </p:nvSpPr>
        <p:spPr>
          <a:xfrm>
            <a:off x="322275" y="116625"/>
            <a:ext cx="8494800" cy="393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2800"/>
              <a:buNone/>
              <a:defRPr>
                <a:solidFill>
                  <a:schemeClr val="dk2"/>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TITLE_AND_TWO_COLUMNS_1">
    <p:bg>
      <p:bgPr>
        <a:solidFill>
          <a:schemeClr val="dk1"/>
        </a:solidFill>
      </p:bgPr>
    </p:bg>
    <p:spTree>
      <p:nvGrpSpPr>
        <p:cNvPr id="65" name="Shape 65"/>
        <p:cNvGrpSpPr/>
        <p:nvPr/>
      </p:nvGrpSpPr>
      <p:grpSpPr>
        <a:xfrm>
          <a:off x="0" y="0"/>
          <a:ext cx="0" cy="0"/>
          <a:chOff x="0" y="0"/>
          <a:chExt cx="0" cy="0"/>
        </a:xfrm>
      </p:grpSpPr>
      <p:sp>
        <p:nvSpPr>
          <p:cNvPr id="66" name="Google Shape;66;p11"/>
          <p:cNvSpPr/>
          <p:nvPr>
            <p:ph idx="2" type="pic"/>
          </p:nvPr>
        </p:nvSpPr>
        <p:spPr>
          <a:xfrm>
            <a:off x="-5225" y="709575"/>
            <a:ext cx="3048600" cy="1468500"/>
          </a:xfrm>
          <a:prstGeom prst="rect">
            <a:avLst/>
          </a:prstGeom>
          <a:noFill/>
          <a:ln>
            <a:noFill/>
          </a:ln>
        </p:spPr>
      </p:sp>
      <p:sp>
        <p:nvSpPr>
          <p:cNvPr id="67" name="Google Shape;67;p11"/>
          <p:cNvSpPr/>
          <p:nvPr>
            <p:ph idx="3" type="pic"/>
          </p:nvPr>
        </p:nvSpPr>
        <p:spPr>
          <a:xfrm>
            <a:off x="3053763" y="709575"/>
            <a:ext cx="3031800" cy="1468500"/>
          </a:xfrm>
          <a:prstGeom prst="rect">
            <a:avLst/>
          </a:prstGeom>
          <a:noFill/>
          <a:ln>
            <a:noFill/>
          </a:ln>
        </p:spPr>
      </p:sp>
      <p:sp>
        <p:nvSpPr>
          <p:cNvPr id="68" name="Google Shape;68;p11"/>
          <p:cNvSpPr/>
          <p:nvPr>
            <p:ph idx="4" type="pic"/>
          </p:nvPr>
        </p:nvSpPr>
        <p:spPr>
          <a:xfrm>
            <a:off x="6095475" y="709575"/>
            <a:ext cx="3048600" cy="1468500"/>
          </a:xfrm>
          <a:prstGeom prst="rect">
            <a:avLst/>
          </a:prstGeom>
          <a:noFill/>
          <a:ln>
            <a:noFill/>
          </a:ln>
        </p:spPr>
      </p:sp>
      <p:cxnSp>
        <p:nvCxnSpPr>
          <p:cNvPr id="69" name="Google Shape;69;p11"/>
          <p:cNvCxnSpPr/>
          <p:nvPr/>
        </p:nvCxnSpPr>
        <p:spPr>
          <a:xfrm rot="10800000">
            <a:off x="0" y="704725"/>
            <a:ext cx="9152400" cy="0"/>
          </a:xfrm>
          <a:prstGeom prst="straightConnector1">
            <a:avLst/>
          </a:prstGeom>
          <a:noFill/>
          <a:ln cap="flat" cmpd="sng" w="9525">
            <a:solidFill>
              <a:schemeClr val="lt1"/>
            </a:solidFill>
            <a:prstDash val="solid"/>
            <a:round/>
            <a:headEnd len="med" w="med" type="none"/>
            <a:tailEnd len="med" w="med" type="none"/>
          </a:ln>
        </p:spPr>
      </p:cxnSp>
      <p:sp>
        <p:nvSpPr>
          <p:cNvPr id="70" name="Google Shape;70;p11"/>
          <p:cNvSpPr txBox="1"/>
          <p:nvPr>
            <p:ph type="title"/>
          </p:nvPr>
        </p:nvSpPr>
        <p:spPr>
          <a:xfrm>
            <a:off x="322275" y="116625"/>
            <a:ext cx="8494800" cy="393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2800"/>
              <a:buNone/>
              <a:defRPr>
                <a:solidFill>
                  <a:schemeClr val="dk2"/>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1" name="Google Shape;71;p11"/>
          <p:cNvSpPr/>
          <p:nvPr>
            <p:ph idx="5" type="pic"/>
          </p:nvPr>
        </p:nvSpPr>
        <p:spPr>
          <a:xfrm>
            <a:off x="-4975" y="2192221"/>
            <a:ext cx="3048600" cy="1468500"/>
          </a:xfrm>
          <a:prstGeom prst="rect">
            <a:avLst/>
          </a:prstGeom>
          <a:noFill/>
          <a:ln>
            <a:noFill/>
          </a:ln>
        </p:spPr>
      </p:sp>
      <p:sp>
        <p:nvSpPr>
          <p:cNvPr id="72" name="Google Shape;72;p11"/>
          <p:cNvSpPr/>
          <p:nvPr>
            <p:ph idx="6" type="pic"/>
          </p:nvPr>
        </p:nvSpPr>
        <p:spPr>
          <a:xfrm>
            <a:off x="3054013" y="2192221"/>
            <a:ext cx="3031800" cy="1468500"/>
          </a:xfrm>
          <a:prstGeom prst="rect">
            <a:avLst/>
          </a:prstGeom>
          <a:noFill/>
          <a:ln>
            <a:noFill/>
          </a:ln>
        </p:spPr>
      </p:sp>
      <p:sp>
        <p:nvSpPr>
          <p:cNvPr id="73" name="Google Shape;73;p11"/>
          <p:cNvSpPr/>
          <p:nvPr>
            <p:ph idx="7" type="pic"/>
          </p:nvPr>
        </p:nvSpPr>
        <p:spPr>
          <a:xfrm>
            <a:off x="6095725" y="2192221"/>
            <a:ext cx="3048600" cy="1468500"/>
          </a:xfrm>
          <a:prstGeom prst="rect">
            <a:avLst/>
          </a:prstGeom>
          <a:noFill/>
          <a:ln>
            <a:noFill/>
          </a:ln>
        </p:spPr>
      </p:sp>
      <p:sp>
        <p:nvSpPr>
          <p:cNvPr id="74" name="Google Shape;74;p11"/>
          <p:cNvSpPr/>
          <p:nvPr>
            <p:ph idx="8" type="pic"/>
          </p:nvPr>
        </p:nvSpPr>
        <p:spPr>
          <a:xfrm>
            <a:off x="-4975" y="3674873"/>
            <a:ext cx="3048600" cy="1468500"/>
          </a:xfrm>
          <a:prstGeom prst="rect">
            <a:avLst/>
          </a:prstGeom>
          <a:noFill/>
          <a:ln>
            <a:noFill/>
          </a:ln>
        </p:spPr>
      </p:sp>
      <p:sp>
        <p:nvSpPr>
          <p:cNvPr id="75" name="Google Shape;75;p11"/>
          <p:cNvSpPr/>
          <p:nvPr>
            <p:ph idx="9" type="pic"/>
          </p:nvPr>
        </p:nvSpPr>
        <p:spPr>
          <a:xfrm>
            <a:off x="3054013" y="3674873"/>
            <a:ext cx="3031800" cy="1468500"/>
          </a:xfrm>
          <a:prstGeom prst="rect">
            <a:avLst/>
          </a:prstGeom>
          <a:noFill/>
          <a:ln>
            <a:noFill/>
          </a:ln>
        </p:spPr>
      </p:sp>
      <p:sp>
        <p:nvSpPr>
          <p:cNvPr id="76" name="Google Shape;76;p11"/>
          <p:cNvSpPr/>
          <p:nvPr>
            <p:ph idx="13" type="pic"/>
          </p:nvPr>
        </p:nvSpPr>
        <p:spPr>
          <a:xfrm>
            <a:off x="6095725" y="3674873"/>
            <a:ext cx="3048600" cy="1468500"/>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type="titleOnly">
  <p:cSld name="TITLE_ONLY">
    <p:spTree>
      <p:nvGrpSpPr>
        <p:cNvPr id="77" name="Shape 77"/>
        <p:cNvGrpSpPr/>
        <p:nvPr/>
      </p:nvGrpSpPr>
      <p:grpSpPr>
        <a:xfrm>
          <a:off x="0" y="0"/>
          <a:ext cx="0" cy="0"/>
          <a:chOff x="0" y="0"/>
          <a:chExt cx="0" cy="0"/>
        </a:xfrm>
      </p:grpSpPr>
      <p:sp>
        <p:nvSpPr>
          <p:cNvPr id="78" name="Google Shape;7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9" name="Google Shape;79;p12"/>
          <p:cNvSpPr txBox="1"/>
          <p:nvPr>
            <p:ph idx="1" type="body"/>
          </p:nvPr>
        </p:nvSpPr>
        <p:spPr>
          <a:xfrm>
            <a:off x="226525" y="2995441"/>
            <a:ext cx="8673000" cy="19311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1pPr>
            <a:lvl2pPr indent="-412750" lvl="1" marL="914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2pPr>
            <a:lvl3pPr indent="-412750" lvl="2" marL="1371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3pPr>
            <a:lvl4pPr indent="-412750" lvl="3" marL="1828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4pPr>
            <a:lvl5pPr indent="-412750" lvl="4" marL="22860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5pPr>
            <a:lvl6pPr indent="-412750" lvl="5" marL="2743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6pPr>
            <a:lvl7pPr indent="-412750" lvl="6" marL="3200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7pPr>
            <a:lvl8pPr indent="-412750" lvl="7" marL="3657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8pPr>
            <a:lvl9pPr indent="-412750" lvl="8" marL="4114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
  <p:cSld name="TITLE_ONLY_1">
    <p:bg>
      <p:bgPr>
        <a:solidFill>
          <a:schemeClr val="dk1"/>
        </a:solidFill>
      </p:bgPr>
    </p:bg>
    <p:spTree>
      <p:nvGrpSpPr>
        <p:cNvPr id="80" name="Shape 80"/>
        <p:cNvGrpSpPr/>
        <p:nvPr/>
      </p:nvGrpSpPr>
      <p:grpSpPr>
        <a:xfrm>
          <a:off x="0" y="0"/>
          <a:ext cx="0" cy="0"/>
          <a:chOff x="0" y="0"/>
          <a:chExt cx="0" cy="0"/>
        </a:xfrm>
      </p:grpSpPr>
      <p:sp>
        <p:nvSpPr>
          <p:cNvPr id="81" name="Google Shape;81;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2" name="Google Shape;82;p13"/>
          <p:cNvSpPr txBox="1"/>
          <p:nvPr>
            <p:ph idx="1" type="body"/>
          </p:nvPr>
        </p:nvSpPr>
        <p:spPr>
          <a:xfrm>
            <a:off x="226525" y="2995441"/>
            <a:ext cx="8673000" cy="19311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ONE_COLUMN_TEXT">
    <p:bg>
      <p:bgPr>
        <a:solidFill>
          <a:schemeClr val="dk1"/>
        </a:solidFill>
      </p:bgPr>
    </p:bg>
    <p:spTree>
      <p:nvGrpSpPr>
        <p:cNvPr id="83" name="Shape 83"/>
        <p:cNvGrpSpPr/>
        <p:nvPr/>
      </p:nvGrpSpPr>
      <p:grpSpPr>
        <a:xfrm>
          <a:off x="0" y="0"/>
          <a:ext cx="0" cy="0"/>
          <a:chOff x="0" y="0"/>
          <a:chExt cx="0" cy="0"/>
        </a:xfrm>
      </p:grpSpPr>
      <p:sp>
        <p:nvSpPr>
          <p:cNvPr id="84" name="Google Shape;84;p14"/>
          <p:cNvSpPr/>
          <p:nvPr>
            <p:ph idx="2" type="pic"/>
          </p:nvPr>
        </p:nvSpPr>
        <p:spPr>
          <a:xfrm>
            <a:off x="4576350" y="0"/>
            <a:ext cx="4567500" cy="5153700"/>
          </a:xfrm>
          <a:prstGeom prst="rect">
            <a:avLst/>
          </a:prstGeom>
          <a:noFill/>
          <a:ln cap="flat" cmpd="sng" w="9525">
            <a:solidFill>
              <a:schemeClr val="lt1"/>
            </a:solidFill>
            <a:prstDash val="solid"/>
            <a:round/>
            <a:headEnd len="sm" w="sm" type="none"/>
            <a:tailEnd len="sm" w="sm" type="none"/>
          </a:ln>
        </p:spPr>
      </p:sp>
      <p:sp>
        <p:nvSpPr>
          <p:cNvPr id="85" name="Google Shape;85;p14"/>
          <p:cNvSpPr txBox="1"/>
          <p:nvPr>
            <p:ph idx="1" type="body"/>
          </p:nvPr>
        </p:nvSpPr>
        <p:spPr>
          <a:xfrm>
            <a:off x="226525" y="2080439"/>
            <a:ext cx="4119000" cy="1678800"/>
          </a:xfrm>
          <a:prstGeom prst="rect">
            <a:avLst/>
          </a:prstGeom>
        </p:spPr>
        <p:txBody>
          <a:bodyPr anchorCtr="0" anchor="t" bIns="91425" lIns="91425" spcFirstLastPara="1" rIns="91425" wrap="square" tIns="91425">
            <a:normAutofit/>
          </a:bodyPr>
          <a:lstStyle>
            <a:lvl1pPr indent="-330200" lvl="0" marL="457200">
              <a:spcBef>
                <a:spcPts val="0"/>
              </a:spcBef>
              <a:spcAft>
                <a:spcPts val="0"/>
              </a:spcAft>
              <a:buClr>
                <a:schemeClr val="lt1"/>
              </a:buClr>
              <a:buSzPts val="1600"/>
              <a:buChar char="●"/>
              <a:defRPr sz="1600">
                <a:solidFill>
                  <a:schemeClr val="lt1"/>
                </a:solidFill>
              </a:defRPr>
            </a:lvl1pPr>
            <a:lvl2pPr indent="-330200" lvl="1" marL="914400">
              <a:spcBef>
                <a:spcPts val="0"/>
              </a:spcBef>
              <a:spcAft>
                <a:spcPts val="0"/>
              </a:spcAft>
              <a:buClr>
                <a:schemeClr val="lt1"/>
              </a:buClr>
              <a:buSzPts val="1600"/>
              <a:buChar char="○"/>
              <a:defRPr sz="1600">
                <a:solidFill>
                  <a:schemeClr val="lt1"/>
                </a:solidFill>
              </a:defRPr>
            </a:lvl2pPr>
            <a:lvl3pPr indent="-330200" lvl="2" marL="1371600">
              <a:spcBef>
                <a:spcPts val="0"/>
              </a:spcBef>
              <a:spcAft>
                <a:spcPts val="0"/>
              </a:spcAft>
              <a:buClr>
                <a:schemeClr val="lt1"/>
              </a:buClr>
              <a:buSzPts val="1600"/>
              <a:buChar char="■"/>
              <a:defRPr sz="1600">
                <a:solidFill>
                  <a:schemeClr val="lt1"/>
                </a:solidFill>
              </a:defRPr>
            </a:lvl3pPr>
            <a:lvl4pPr indent="-330200" lvl="3" marL="1828800">
              <a:spcBef>
                <a:spcPts val="0"/>
              </a:spcBef>
              <a:spcAft>
                <a:spcPts val="0"/>
              </a:spcAft>
              <a:buClr>
                <a:schemeClr val="lt1"/>
              </a:buClr>
              <a:buSzPts val="1600"/>
              <a:buChar char="●"/>
              <a:defRPr sz="1600">
                <a:solidFill>
                  <a:schemeClr val="lt1"/>
                </a:solidFill>
              </a:defRPr>
            </a:lvl4pPr>
            <a:lvl5pPr indent="-330200" lvl="4" marL="2286000">
              <a:spcBef>
                <a:spcPts val="0"/>
              </a:spcBef>
              <a:spcAft>
                <a:spcPts val="0"/>
              </a:spcAft>
              <a:buClr>
                <a:schemeClr val="lt1"/>
              </a:buClr>
              <a:buSzPts val="1600"/>
              <a:buChar char="○"/>
              <a:defRPr sz="1600">
                <a:solidFill>
                  <a:schemeClr val="lt1"/>
                </a:solidFill>
              </a:defRPr>
            </a:lvl5pPr>
            <a:lvl6pPr indent="-330200" lvl="5" marL="2743200">
              <a:spcBef>
                <a:spcPts val="0"/>
              </a:spcBef>
              <a:spcAft>
                <a:spcPts val="0"/>
              </a:spcAft>
              <a:buClr>
                <a:schemeClr val="lt1"/>
              </a:buClr>
              <a:buSzPts val="1600"/>
              <a:buChar char="■"/>
              <a:defRPr sz="1600">
                <a:solidFill>
                  <a:schemeClr val="lt1"/>
                </a:solidFill>
              </a:defRPr>
            </a:lvl6pPr>
            <a:lvl7pPr indent="-330200" lvl="6" marL="3200400">
              <a:spcBef>
                <a:spcPts val="0"/>
              </a:spcBef>
              <a:spcAft>
                <a:spcPts val="0"/>
              </a:spcAft>
              <a:buClr>
                <a:schemeClr val="lt1"/>
              </a:buClr>
              <a:buSzPts val="1600"/>
              <a:buChar char="●"/>
              <a:defRPr sz="1600">
                <a:solidFill>
                  <a:schemeClr val="lt1"/>
                </a:solidFill>
              </a:defRPr>
            </a:lvl7pPr>
            <a:lvl8pPr indent="-330200" lvl="7" marL="3657600">
              <a:spcBef>
                <a:spcPts val="0"/>
              </a:spcBef>
              <a:spcAft>
                <a:spcPts val="0"/>
              </a:spcAft>
              <a:buClr>
                <a:schemeClr val="lt1"/>
              </a:buClr>
              <a:buSzPts val="1600"/>
              <a:buChar char="○"/>
              <a:defRPr sz="1600">
                <a:solidFill>
                  <a:schemeClr val="lt1"/>
                </a:solidFill>
              </a:defRPr>
            </a:lvl8pPr>
            <a:lvl9pPr indent="-330200" lvl="8" marL="4114800">
              <a:spcBef>
                <a:spcPts val="0"/>
              </a:spcBef>
              <a:spcAft>
                <a:spcPts val="0"/>
              </a:spcAft>
              <a:buClr>
                <a:schemeClr val="lt1"/>
              </a:buClr>
              <a:buSzPts val="1600"/>
              <a:buChar char="■"/>
              <a:defRPr sz="1600">
                <a:solidFill>
                  <a:schemeClr val="lt1"/>
                </a:solidFill>
              </a:defRPr>
            </a:lvl9pPr>
          </a:lstStyle>
          <a:p/>
        </p:txBody>
      </p:sp>
      <p:sp>
        <p:nvSpPr>
          <p:cNvPr id="86" name="Google Shape;86;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7" name="Google Shape;87;p14"/>
          <p:cNvSpPr txBox="1"/>
          <p:nvPr>
            <p:ph type="title"/>
          </p:nvPr>
        </p:nvSpPr>
        <p:spPr>
          <a:xfrm>
            <a:off x="226525" y="127109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2500"/>
              <a:buNone/>
              <a:defRPr sz="2500">
                <a:solidFill>
                  <a:schemeClr val="lt1"/>
                </a:solidFill>
              </a:defRPr>
            </a:lvl1pPr>
            <a:lvl2pPr lvl="1">
              <a:lnSpc>
                <a:spcPct val="80000"/>
              </a:lnSpc>
              <a:spcBef>
                <a:spcPts val="0"/>
              </a:spcBef>
              <a:spcAft>
                <a:spcPts val="0"/>
              </a:spcAft>
              <a:buClr>
                <a:schemeClr val="lt1"/>
              </a:buClr>
              <a:buSzPts val="2500"/>
              <a:buNone/>
              <a:defRPr sz="2500">
                <a:solidFill>
                  <a:schemeClr val="lt1"/>
                </a:solidFill>
              </a:defRPr>
            </a:lvl2pPr>
            <a:lvl3pPr lvl="2">
              <a:lnSpc>
                <a:spcPct val="80000"/>
              </a:lnSpc>
              <a:spcBef>
                <a:spcPts val="0"/>
              </a:spcBef>
              <a:spcAft>
                <a:spcPts val="0"/>
              </a:spcAft>
              <a:buClr>
                <a:schemeClr val="lt1"/>
              </a:buClr>
              <a:buSzPts val="2500"/>
              <a:buNone/>
              <a:defRPr sz="2500">
                <a:solidFill>
                  <a:schemeClr val="lt1"/>
                </a:solidFill>
              </a:defRPr>
            </a:lvl3pPr>
            <a:lvl4pPr lvl="3">
              <a:lnSpc>
                <a:spcPct val="80000"/>
              </a:lnSpc>
              <a:spcBef>
                <a:spcPts val="0"/>
              </a:spcBef>
              <a:spcAft>
                <a:spcPts val="0"/>
              </a:spcAft>
              <a:buClr>
                <a:schemeClr val="lt1"/>
              </a:buClr>
              <a:buSzPts val="2500"/>
              <a:buNone/>
              <a:defRPr sz="2500">
                <a:solidFill>
                  <a:schemeClr val="lt1"/>
                </a:solidFill>
              </a:defRPr>
            </a:lvl4pPr>
            <a:lvl5pPr lvl="4">
              <a:lnSpc>
                <a:spcPct val="80000"/>
              </a:lnSpc>
              <a:spcBef>
                <a:spcPts val="0"/>
              </a:spcBef>
              <a:spcAft>
                <a:spcPts val="0"/>
              </a:spcAft>
              <a:buClr>
                <a:schemeClr val="lt1"/>
              </a:buClr>
              <a:buSzPts val="2500"/>
              <a:buNone/>
              <a:defRPr sz="2500">
                <a:solidFill>
                  <a:schemeClr val="lt1"/>
                </a:solidFill>
              </a:defRPr>
            </a:lvl5pPr>
            <a:lvl6pPr lvl="5">
              <a:lnSpc>
                <a:spcPct val="80000"/>
              </a:lnSpc>
              <a:spcBef>
                <a:spcPts val="0"/>
              </a:spcBef>
              <a:spcAft>
                <a:spcPts val="0"/>
              </a:spcAft>
              <a:buClr>
                <a:schemeClr val="lt1"/>
              </a:buClr>
              <a:buSzPts val="2500"/>
              <a:buNone/>
              <a:defRPr sz="2500">
                <a:solidFill>
                  <a:schemeClr val="lt1"/>
                </a:solidFill>
              </a:defRPr>
            </a:lvl6pPr>
            <a:lvl7pPr lvl="6">
              <a:lnSpc>
                <a:spcPct val="80000"/>
              </a:lnSpc>
              <a:spcBef>
                <a:spcPts val="0"/>
              </a:spcBef>
              <a:spcAft>
                <a:spcPts val="0"/>
              </a:spcAft>
              <a:buClr>
                <a:schemeClr val="lt1"/>
              </a:buClr>
              <a:buSzPts val="2500"/>
              <a:buNone/>
              <a:defRPr sz="2500">
                <a:solidFill>
                  <a:schemeClr val="lt1"/>
                </a:solidFill>
              </a:defRPr>
            </a:lvl7pPr>
            <a:lvl8pPr lvl="7">
              <a:lnSpc>
                <a:spcPct val="80000"/>
              </a:lnSpc>
              <a:spcBef>
                <a:spcPts val="0"/>
              </a:spcBef>
              <a:spcAft>
                <a:spcPts val="0"/>
              </a:spcAft>
              <a:buClr>
                <a:schemeClr val="lt1"/>
              </a:buClr>
              <a:buSzPts val="2500"/>
              <a:buNone/>
              <a:defRPr sz="2500">
                <a:solidFill>
                  <a:schemeClr val="lt1"/>
                </a:solidFill>
              </a:defRPr>
            </a:lvl8pPr>
            <a:lvl9pPr lvl="8">
              <a:lnSpc>
                <a:spcPct val="80000"/>
              </a:lnSpc>
              <a:spcBef>
                <a:spcPts val="0"/>
              </a:spcBef>
              <a:spcAft>
                <a:spcPts val="0"/>
              </a:spcAft>
              <a:buClr>
                <a:schemeClr val="lt1"/>
              </a:buClr>
              <a:buSzPts val="2500"/>
              <a:buNone/>
              <a:defRPr sz="2500">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allery 2">
  <p:cSld name="MAIN_POINT">
    <p:spTree>
      <p:nvGrpSpPr>
        <p:cNvPr id="88" name="Shape 88"/>
        <p:cNvGrpSpPr/>
        <p:nvPr/>
      </p:nvGrpSpPr>
      <p:grpSpPr>
        <a:xfrm>
          <a:off x="0" y="0"/>
          <a:ext cx="0" cy="0"/>
          <a:chOff x="0" y="0"/>
          <a:chExt cx="0" cy="0"/>
        </a:xfrm>
      </p:grpSpPr>
      <p:sp>
        <p:nvSpPr>
          <p:cNvPr id="89" name="Google Shape;89;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0" name="Google Shape;90;p15"/>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1" name="Google Shape;91;p15"/>
          <p:cNvSpPr/>
          <p:nvPr>
            <p:ph idx="2" type="pic"/>
          </p:nvPr>
        </p:nvSpPr>
        <p:spPr>
          <a:xfrm>
            <a:off x="2315425" y="226625"/>
            <a:ext cx="3733800" cy="4690500"/>
          </a:xfrm>
          <a:prstGeom prst="rect">
            <a:avLst/>
          </a:prstGeom>
          <a:noFill/>
          <a:ln cap="flat" cmpd="sng" w="9525">
            <a:solidFill>
              <a:schemeClr val="dk1"/>
            </a:solidFill>
            <a:prstDash val="solid"/>
            <a:round/>
            <a:headEnd len="sm" w="sm" type="none"/>
            <a:tailEnd len="sm" w="sm" type="none"/>
          </a:ln>
        </p:spPr>
      </p:sp>
      <p:sp>
        <p:nvSpPr>
          <p:cNvPr id="92" name="Google Shape;92;p15"/>
          <p:cNvSpPr/>
          <p:nvPr>
            <p:ph idx="3" type="pic"/>
          </p:nvPr>
        </p:nvSpPr>
        <p:spPr>
          <a:xfrm>
            <a:off x="6255975" y="1391900"/>
            <a:ext cx="2661600" cy="2359500"/>
          </a:xfrm>
          <a:prstGeom prst="rect">
            <a:avLst/>
          </a:prstGeom>
          <a:noFill/>
          <a:ln cap="flat" cmpd="sng" w="9525">
            <a:solidFill>
              <a:schemeClr val="dk1"/>
            </a:solidFill>
            <a:prstDash val="solid"/>
            <a:round/>
            <a:headEnd len="sm" w="sm" type="none"/>
            <a:tailEnd len="sm" w="sm" type="none"/>
          </a:ln>
        </p:spPr>
      </p:sp>
      <p:sp>
        <p:nvSpPr>
          <p:cNvPr id="93" name="Google Shape;93;p15"/>
          <p:cNvSpPr txBox="1"/>
          <p:nvPr>
            <p:ph idx="4"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chart">
  <p:cSld name="SECTION_TITLE_AND_DESCRIPTION">
    <p:spTree>
      <p:nvGrpSpPr>
        <p:cNvPr id="94" name="Shape 94"/>
        <p:cNvGrpSpPr/>
        <p:nvPr/>
      </p:nvGrpSpPr>
      <p:grpSpPr>
        <a:xfrm>
          <a:off x="0" y="0"/>
          <a:ext cx="0" cy="0"/>
          <a:chOff x="0" y="0"/>
          <a:chExt cx="0" cy="0"/>
        </a:xfrm>
      </p:grpSpPr>
      <p:sp>
        <p:nvSpPr>
          <p:cNvPr id="95" name="Google Shape;95;p16"/>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96" name="Google Shape;96;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16"/>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8" name="Google Shape;98;p16"/>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99" name="Google Shape;99;p16"/>
          <p:cNvSpPr txBox="1"/>
          <p:nvPr>
            <p:ph idx="3" type="title"/>
          </p:nvPr>
        </p:nvSpPr>
        <p:spPr>
          <a:xfrm>
            <a:off x="226525" y="127109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00" name="Google Shape;100;p16"/>
          <p:cNvSpPr txBox="1"/>
          <p:nvPr>
            <p:ph idx="1" type="body"/>
          </p:nvPr>
        </p:nvSpPr>
        <p:spPr>
          <a:xfrm>
            <a:off x="226525" y="20804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one column text">
  <p:cSld name="SECTION_TITLE_AND_DESCRIPTION_1">
    <p:spTree>
      <p:nvGrpSpPr>
        <p:cNvPr id="101" name="Shape 101"/>
        <p:cNvGrpSpPr/>
        <p:nvPr/>
      </p:nvGrpSpPr>
      <p:grpSpPr>
        <a:xfrm>
          <a:off x="0" y="0"/>
          <a:ext cx="0" cy="0"/>
          <a:chOff x="0" y="0"/>
          <a:chExt cx="0" cy="0"/>
        </a:xfrm>
      </p:grpSpPr>
      <p:sp>
        <p:nvSpPr>
          <p:cNvPr id="102" name="Google Shape;102;p17"/>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03" name="Google Shape;103;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4" name="Google Shape;104;p17"/>
          <p:cNvSpPr txBox="1"/>
          <p:nvPr>
            <p:ph type="title"/>
          </p:nvPr>
        </p:nvSpPr>
        <p:spPr>
          <a:xfrm>
            <a:off x="226525" y="69764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05" name="Google Shape;105;p17"/>
          <p:cNvSpPr txBox="1"/>
          <p:nvPr>
            <p:ph idx="1" type="body"/>
          </p:nvPr>
        </p:nvSpPr>
        <p:spPr>
          <a:xfrm>
            <a:off x="226525" y="25096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6" name="Google Shape;106;p17"/>
          <p:cNvSpPr txBox="1"/>
          <p:nvPr>
            <p:ph idx="2" type="subTitle"/>
          </p:nvPr>
        </p:nvSpPr>
        <p:spPr>
          <a:xfrm>
            <a:off x="226525" y="1710600"/>
            <a:ext cx="3994800" cy="6027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SECTION_TITLE_AND_DESCRIPTION_1_1">
    <p:spTree>
      <p:nvGrpSpPr>
        <p:cNvPr id="107" name="Shape 107"/>
        <p:cNvGrpSpPr/>
        <p:nvPr/>
      </p:nvGrpSpPr>
      <p:grpSpPr>
        <a:xfrm>
          <a:off x="0" y="0"/>
          <a:ext cx="0" cy="0"/>
          <a:chOff x="0" y="0"/>
          <a:chExt cx="0" cy="0"/>
        </a:xfrm>
      </p:grpSpPr>
      <p:sp>
        <p:nvSpPr>
          <p:cNvPr id="108" name="Google Shape;108;p18"/>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09" name="Google Shape;109;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0" name="Google Shape;110;p18"/>
          <p:cNvSpPr txBox="1"/>
          <p:nvPr>
            <p:ph type="title"/>
          </p:nvPr>
        </p:nvSpPr>
        <p:spPr>
          <a:xfrm>
            <a:off x="226525" y="69764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11" name="Google Shape;111;p18"/>
          <p:cNvSpPr txBox="1"/>
          <p:nvPr>
            <p:ph idx="1" type="body"/>
          </p:nvPr>
        </p:nvSpPr>
        <p:spPr>
          <a:xfrm>
            <a:off x="226525" y="25096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2" name="Google Shape;112;p18"/>
          <p:cNvSpPr txBox="1"/>
          <p:nvPr>
            <p:ph idx="2" type="subTitle"/>
          </p:nvPr>
        </p:nvSpPr>
        <p:spPr>
          <a:xfrm>
            <a:off x="226525" y="1710600"/>
            <a:ext cx="3994800" cy="6027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 name="Google Shape;113;p18"/>
          <p:cNvSpPr txBox="1"/>
          <p:nvPr>
            <p:ph idx="3" type="body"/>
          </p:nvPr>
        </p:nvSpPr>
        <p:spPr>
          <a:xfrm>
            <a:off x="4798500" y="25096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dk2"/>
              </a:buClr>
              <a:buSzPts val="1200"/>
              <a:buChar char="●"/>
              <a:defRPr sz="1200">
                <a:solidFill>
                  <a:schemeClr val="dk2"/>
                </a:solidFill>
              </a:defRPr>
            </a:lvl1pPr>
            <a:lvl2pPr indent="-304800" lvl="1" marL="914400">
              <a:spcBef>
                <a:spcPts val="0"/>
              </a:spcBef>
              <a:spcAft>
                <a:spcPts val="0"/>
              </a:spcAft>
              <a:buClr>
                <a:schemeClr val="dk2"/>
              </a:buClr>
              <a:buSzPts val="1200"/>
              <a:buChar char="○"/>
              <a:defRPr sz="1200">
                <a:solidFill>
                  <a:schemeClr val="dk2"/>
                </a:solidFill>
              </a:defRPr>
            </a:lvl2pPr>
            <a:lvl3pPr indent="-304800" lvl="2" marL="1371600">
              <a:spcBef>
                <a:spcPts val="0"/>
              </a:spcBef>
              <a:spcAft>
                <a:spcPts val="0"/>
              </a:spcAft>
              <a:buClr>
                <a:schemeClr val="dk2"/>
              </a:buClr>
              <a:buSzPts val="1200"/>
              <a:buChar char="■"/>
              <a:defRPr sz="1200">
                <a:solidFill>
                  <a:schemeClr val="dk2"/>
                </a:solidFill>
              </a:defRPr>
            </a:lvl3pPr>
            <a:lvl4pPr indent="-304800" lvl="3" marL="1828800">
              <a:spcBef>
                <a:spcPts val="0"/>
              </a:spcBef>
              <a:spcAft>
                <a:spcPts val="0"/>
              </a:spcAft>
              <a:buClr>
                <a:schemeClr val="dk2"/>
              </a:buClr>
              <a:buSzPts val="1200"/>
              <a:buChar char="●"/>
              <a:defRPr sz="1200">
                <a:solidFill>
                  <a:schemeClr val="dk2"/>
                </a:solidFill>
              </a:defRPr>
            </a:lvl4pPr>
            <a:lvl5pPr indent="-304800" lvl="4" marL="2286000">
              <a:spcBef>
                <a:spcPts val="0"/>
              </a:spcBef>
              <a:spcAft>
                <a:spcPts val="0"/>
              </a:spcAft>
              <a:buClr>
                <a:schemeClr val="dk2"/>
              </a:buClr>
              <a:buSzPts val="1200"/>
              <a:buChar char="○"/>
              <a:defRPr sz="1200">
                <a:solidFill>
                  <a:schemeClr val="dk2"/>
                </a:solidFill>
              </a:defRPr>
            </a:lvl5pPr>
            <a:lvl6pPr indent="-304800" lvl="5" marL="2743200">
              <a:spcBef>
                <a:spcPts val="0"/>
              </a:spcBef>
              <a:spcAft>
                <a:spcPts val="0"/>
              </a:spcAft>
              <a:buClr>
                <a:schemeClr val="dk2"/>
              </a:buClr>
              <a:buSzPts val="1200"/>
              <a:buChar char="■"/>
              <a:defRPr sz="1200">
                <a:solidFill>
                  <a:schemeClr val="dk2"/>
                </a:solidFill>
              </a:defRPr>
            </a:lvl6pPr>
            <a:lvl7pPr indent="-304800" lvl="6" marL="3200400">
              <a:spcBef>
                <a:spcPts val="0"/>
              </a:spcBef>
              <a:spcAft>
                <a:spcPts val="0"/>
              </a:spcAft>
              <a:buClr>
                <a:schemeClr val="dk2"/>
              </a:buClr>
              <a:buSzPts val="1200"/>
              <a:buChar char="●"/>
              <a:defRPr sz="1200">
                <a:solidFill>
                  <a:schemeClr val="dk2"/>
                </a:solidFill>
              </a:defRPr>
            </a:lvl7pPr>
            <a:lvl8pPr indent="-304800" lvl="7" marL="3657600">
              <a:spcBef>
                <a:spcPts val="0"/>
              </a:spcBef>
              <a:spcAft>
                <a:spcPts val="0"/>
              </a:spcAft>
              <a:buClr>
                <a:schemeClr val="dk2"/>
              </a:buClr>
              <a:buSzPts val="1200"/>
              <a:buChar char="○"/>
              <a:defRPr sz="1200">
                <a:solidFill>
                  <a:schemeClr val="dk2"/>
                </a:solidFill>
              </a:defRPr>
            </a:lvl8pPr>
            <a:lvl9pPr indent="-304800" lvl="8" marL="4114800">
              <a:spcBef>
                <a:spcPts val="0"/>
              </a:spcBef>
              <a:spcAft>
                <a:spcPts val="0"/>
              </a:spcAft>
              <a:buClr>
                <a:schemeClr val="dk2"/>
              </a:buClr>
              <a:buSzPts val="1200"/>
              <a:buChar char="■"/>
              <a:defRPr sz="1200">
                <a:solidFill>
                  <a:schemeClr val="dk2"/>
                </a:solidFill>
              </a:defRPr>
            </a:lvl9pPr>
          </a:lstStyle>
          <a:p/>
        </p:txBody>
      </p:sp>
      <p:sp>
        <p:nvSpPr>
          <p:cNvPr id="114" name="Google Shape;114;p18"/>
          <p:cNvSpPr txBox="1"/>
          <p:nvPr>
            <p:ph idx="4" type="subTitle"/>
          </p:nvPr>
        </p:nvSpPr>
        <p:spPr>
          <a:xfrm>
            <a:off x="4798500" y="1710600"/>
            <a:ext cx="3994800" cy="602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1800"/>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hree storyboards 2">
  <p:cSld name="CAPTION_ONLY">
    <p:bg>
      <p:bgPr>
        <a:solidFill>
          <a:schemeClr val="dk1"/>
        </a:solidFill>
      </p:bgPr>
    </p:bg>
    <p:spTree>
      <p:nvGrpSpPr>
        <p:cNvPr id="115" name="Shape 115"/>
        <p:cNvGrpSpPr/>
        <p:nvPr/>
      </p:nvGrpSpPr>
      <p:grpSpPr>
        <a:xfrm>
          <a:off x="0" y="0"/>
          <a:ext cx="0" cy="0"/>
          <a:chOff x="0" y="0"/>
          <a:chExt cx="0" cy="0"/>
        </a:xfrm>
      </p:grpSpPr>
      <p:sp>
        <p:nvSpPr>
          <p:cNvPr id="116" name="Google Shape;116;p19"/>
          <p:cNvSpPr/>
          <p:nvPr/>
        </p:nvSpPr>
        <p:spPr>
          <a:xfrm>
            <a:off x="0" y="4063950"/>
            <a:ext cx="3060000" cy="107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17" name="Google Shape;117;p19"/>
          <p:cNvSpPr/>
          <p:nvPr>
            <p:ph idx="2" type="pic"/>
          </p:nvPr>
        </p:nvSpPr>
        <p:spPr>
          <a:xfrm>
            <a:off x="0" y="709975"/>
            <a:ext cx="3043800" cy="3346500"/>
          </a:xfrm>
          <a:prstGeom prst="rect">
            <a:avLst/>
          </a:prstGeom>
          <a:noFill/>
          <a:ln>
            <a:noFill/>
          </a:ln>
        </p:spPr>
      </p:sp>
      <p:cxnSp>
        <p:nvCxnSpPr>
          <p:cNvPr id="118" name="Google Shape;118;p19"/>
          <p:cNvCxnSpPr/>
          <p:nvPr/>
        </p:nvCxnSpPr>
        <p:spPr>
          <a:xfrm>
            <a:off x="3048525" y="703650"/>
            <a:ext cx="0" cy="4448700"/>
          </a:xfrm>
          <a:prstGeom prst="straightConnector1">
            <a:avLst/>
          </a:prstGeom>
          <a:noFill/>
          <a:ln cap="flat" cmpd="sng" w="9525">
            <a:solidFill>
              <a:schemeClr val="dk1"/>
            </a:solidFill>
            <a:prstDash val="solid"/>
            <a:round/>
            <a:headEnd len="med" w="med" type="none"/>
            <a:tailEnd len="med" w="med" type="none"/>
          </a:ln>
        </p:spPr>
      </p:cxnSp>
      <p:cxnSp>
        <p:nvCxnSpPr>
          <p:cNvPr id="119" name="Google Shape;119;p19"/>
          <p:cNvCxnSpPr/>
          <p:nvPr/>
        </p:nvCxnSpPr>
        <p:spPr>
          <a:xfrm>
            <a:off x="6090575" y="703650"/>
            <a:ext cx="0" cy="4448700"/>
          </a:xfrm>
          <a:prstGeom prst="straightConnector1">
            <a:avLst/>
          </a:prstGeom>
          <a:noFill/>
          <a:ln cap="flat" cmpd="sng" w="9525">
            <a:solidFill>
              <a:schemeClr val="dk1"/>
            </a:solidFill>
            <a:prstDash val="solid"/>
            <a:round/>
            <a:headEnd len="med" w="med" type="none"/>
            <a:tailEnd len="med" w="med" type="none"/>
          </a:ln>
        </p:spPr>
      </p:cxnSp>
      <p:cxnSp>
        <p:nvCxnSpPr>
          <p:cNvPr id="120" name="Google Shape;120;p19"/>
          <p:cNvCxnSpPr/>
          <p:nvPr/>
        </p:nvCxnSpPr>
        <p:spPr>
          <a:xfrm rot="10800000">
            <a:off x="0" y="704725"/>
            <a:ext cx="9152400" cy="0"/>
          </a:xfrm>
          <a:prstGeom prst="straightConnector1">
            <a:avLst/>
          </a:prstGeom>
          <a:noFill/>
          <a:ln cap="flat" cmpd="sng" w="9525">
            <a:solidFill>
              <a:schemeClr val="dk1"/>
            </a:solidFill>
            <a:prstDash val="solid"/>
            <a:round/>
            <a:headEnd len="med" w="med" type="none"/>
            <a:tailEnd len="med" w="med" type="none"/>
          </a:ln>
        </p:spPr>
      </p:cxnSp>
      <p:sp>
        <p:nvSpPr>
          <p:cNvPr id="121" name="Google Shape;121;p19"/>
          <p:cNvSpPr txBox="1"/>
          <p:nvPr>
            <p:ph type="title"/>
          </p:nvPr>
        </p:nvSpPr>
        <p:spPr>
          <a:xfrm>
            <a:off x="161850" y="415644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22" name="Google Shape;122;p19"/>
          <p:cNvSpPr txBox="1"/>
          <p:nvPr>
            <p:ph idx="1" type="body"/>
          </p:nvPr>
        </p:nvSpPr>
        <p:spPr>
          <a:xfrm>
            <a:off x="161850" y="4626190"/>
            <a:ext cx="2726700" cy="393600"/>
          </a:xfrm>
          <a:prstGeom prst="rect">
            <a:avLst/>
          </a:prstGeom>
        </p:spPr>
        <p:txBody>
          <a:bodyPr anchorCtr="0" anchor="ctr" bIns="91425" lIns="91425" spcFirstLastPara="1" rIns="91425" wrap="square" tIns="91425">
            <a:noAutofit/>
          </a:bodyPr>
          <a:lstStyle>
            <a:lvl1pPr indent="-292100" lvl="0" marL="457200">
              <a:lnSpc>
                <a:spcPct val="90000"/>
              </a:lnSpc>
              <a:spcBef>
                <a:spcPts val="0"/>
              </a:spcBef>
              <a:spcAft>
                <a:spcPts val="0"/>
              </a:spcAft>
              <a:buSzPts val="1000"/>
              <a:buChar char="●"/>
              <a:defRPr sz="1000"/>
            </a:lvl1pPr>
            <a:lvl2pPr indent="-292100" lvl="1" marL="914400">
              <a:lnSpc>
                <a:spcPct val="90000"/>
              </a:lnSpc>
              <a:spcBef>
                <a:spcPts val="0"/>
              </a:spcBef>
              <a:spcAft>
                <a:spcPts val="0"/>
              </a:spcAft>
              <a:buSzPts val="1000"/>
              <a:buChar char="○"/>
              <a:defRPr sz="1000"/>
            </a:lvl2pPr>
            <a:lvl3pPr indent="-292100" lvl="2" marL="1371600">
              <a:lnSpc>
                <a:spcPct val="90000"/>
              </a:lnSpc>
              <a:spcBef>
                <a:spcPts val="0"/>
              </a:spcBef>
              <a:spcAft>
                <a:spcPts val="0"/>
              </a:spcAft>
              <a:buSzPts val="1000"/>
              <a:buChar char="■"/>
              <a:defRPr sz="1000"/>
            </a:lvl3pPr>
            <a:lvl4pPr indent="-292100" lvl="3" marL="1828800">
              <a:lnSpc>
                <a:spcPct val="90000"/>
              </a:lnSpc>
              <a:spcBef>
                <a:spcPts val="0"/>
              </a:spcBef>
              <a:spcAft>
                <a:spcPts val="0"/>
              </a:spcAft>
              <a:buSzPts val="1000"/>
              <a:buChar char="●"/>
              <a:defRPr sz="1000"/>
            </a:lvl4pPr>
            <a:lvl5pPr indent="-292100" lvl="4" marL="2286000">
              <a:lnSpc>
                <a:spcPct val="90000"/>
              </a:lnSpc>
              <a:spcBef>
                <a:spcPts val="0"/>
              </a:spcBef>
              <a:spcAft>
                <a:spcPts val="0"/>
              </a:spcAft>
              <a:buSzPts val="1000"/>
              <a:buChar char="○"/>
              <a:defRPr sz="1000"/>
            </a:lvl5pPr>
            <a:lvl6pPr indent="-292100" lvl="5" marL="2743200">
              <a:lnSpc>
                <a:spcPct val="90000"/>
              </a:lnSpc>
              <a:spcBef>
                <a:spcPts val="0"/>
              </a:spcBef>
              <a:spcAft>
                <a:spcPts val="0"/>
              </a:spcAft>
              <a:buSzPts val="1000"/>
              <a:buChar char="■"/>
              <a:defRPr sz="1000"/>
            </a:lvl6pPr>
            <a:lvl7pPr indent="-292100" lvl="6" marL="3200400">
              <a:lnSpc>
                <a:spcPct val="90000"/>
              </a:lnSpc>
              <a:spcBef>
                <a:spcPts val="0"/>
              </a:spcBef>
              <a:spcAft>
                <a:spcPts val="0"/>
              </a:spcAft>
              <a:buSzPts val="1000"/>
              <a:buChar char="●"/>
              <a:defRPr sz="1000"/>
            </a:lvl7pPr>
            <a:lvl8pPr indent="-292100" lvl="7" marL="3657600">
              <a:lnSpc>
                <a:spcPct val="90000"/>
              </a:lnSpc>
              <a:spcBef>
                <a:spcPts val="0"/>
              </a:spcBef>
              <a:spcAft>
                <a:spcPts val="0"/>
              </a:spcAft>
              <a:buSzPts val="1000"/>
              <a:buChar char="○"/>
              <a:defRPr sz="1000"/>
            </a:lvl8pPr>
            <a:lvl9pPr indent="-292100" lvl="8" marL="4114800">
              <a:lnSpc>
                <a:spcPct val="90000"/>
              </a:lnSpc>
              <a:spcBef>
                <a:spcPts val="0"/>
              </a:spcBef>
              <a:spcAft>
                <a:spcPts val="0"/>
              </a:spcAft>
              <a:buSzPts val="1000"/>
              <a:buChar char="■"/>
              <a:defRPr sz="1000"/>
            </a:lvl9pPr>
          </a:lstStyle>
          <a:p/>
        </p:txBody>
      </p:sp>
      <p:sp>
        <p:nvSpPr>
          <p:cNvPr id="123" name="Google Shape;123;p19"/>
          <p:cNvSpPr/>
          <p:nvPr/>
        </p:nvSpPr>
        <p:spPr>
          <a:xfrm>
            <a:off x="6095725" y="4063950"/>
            <a:ext cx="3060000" cy="107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4" name="Google Shape;124;p19"/>
          <p:cNvSpPr/>
          <p:nvPr>
            <p:ph idx="3" type="pic"/>
          </p:nvPr>
        </p:nvSpPr>
        <p:spPr>
          <a:xfrm>
            <a:off x="6095725" y="709975"/>
            <a:ext cx="3043800" cy="3346500"/>
          </a:xfrm>
          <a:prstGeom prst="rect">
            <a:avLst/>
          </a:prstGeom>
          <a:noFill/>
          <a:ln>
            <a:noFill/>
          </a:ln>
        </p:spPr>
      </p:sp>
      <p:sp>
        <p:nvSpPr>
          <p:cNvPr id="125" name="Google Shape;125;p19"/>
          <p:cNvSpPr txBox="1"/>
          <p:nvPr>
            <p:ph idx="4" type="title"/>
          </p:nvPr>
        </p:nvSpPr>
        <p:spPr>
          <a:xfrm>
            <a:off x="6257575" y="415644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26" name="Google Shape;126;p19"/>
          <p:cNvSpPr txBox="1"/>
          <p:nvPr>
            <p:ph idx="5" type="body"/>
          </p:nvPr>
        </p:nvSpPr>
        <p:spPr>
          <a:xfrm>
            <a:off x="6257575" y="4626190"/>
            <a:ext cx="2726700" cy="393600"/>
          </a:xfrm>
          <a:prstGeom prst="rect">
            <a:avLst/>
          </a:prstGeom>
        </p:spPr>
        <p:txBody>
          <a:bodyPr anchorCtr="0" anchor="ctr" bIns="91425" lIns="91425" spcFirstLastPara="1" rIns="91425" wrap="square" tIns="91425">
            <a:noAutofit/>
          </a:bodyPr>
          <a:lstStyle>
            <a:lvl1pPr indent="-292100" lvl="0" marL="457200">
              <a:lnSpc>
                <a:spcPct val="90000"/>
              </a:lnSpc>
              <a:spcBef>
                <a:spcPts val="0"/>
              </a:spcBef>
              <a:spcAft>
                <a:spcPts val="0"/>
              </a:spcAft>
              <a:buSzPts val="1000"/>
              <a:buChar char="●"/>
              <a:defRPr sz="1000"/>
            </a:lvl1pPr>
            <a:lvl2pPr indent="-292100" lvl="1" marL="914400">
              <a:lnSpc>
                <a:spcPct val="90000"/>
              </a:lnSpc>
              <a:spcBef>
                <a:spcPts val="0"/>
              </a:spcBef>
              <a:spcAft>
                <a:spcPts val="0"/>
              </a:spcAft>
              <a:buSzPts val="1000"/>
              <a:buChar char="○"/>
              <a:defRPr sz="1000"/>
            </a:lvl2pPr>
            <a:lvl3pPr indent="-292100" lvl="2" marL="1371600">
              <a:lnSpc>
                <a:spcPct val="90000"/>
              </a:lnSpc>
              <a:spcBef>
                <a:spcPts val="0"/>
              </a:spcBef>
              <a:spcAft>
                <a:spcPts val="0"/>
              </a:spcAft>
              <a:buSzPts val="1000"/>
              <a:buChar char="■"/>
              <a:defRPr sz="1000"/>
            </a:lvl3pPr>
            <a:lvl4pPr indent="-292100" lvl="3" marL="1828800">
              <a:lnSpc>
                <a:spcPct val="90000"/>
              </a:lnSpc>
              <a:spcBef>
                <a:spcPts val="0"/>
              </a:spcBef>
              <a:spcAft>
                <a:spcPts val="0"/>
              </a:spcAft>
              <a:buSzPts val="1000"/>
              <a:buChar char="●"/>
              <a:defRPr sz="1000"/>
            </a:lvl4pPr>
            <a:lvl5pPr indent="-292100" lvl="4" marL="2286000">
              <a:lnSpc>
                <a:spcPct val="90000"/>
              </a:lnSpc>
              <a:spcBef>
                <a:spcPts val="0"/>
              </a:spcBef>
              <a:spcAft>
                <a:spcPts val="0"/>
              </a:spcAft>
              <a:buSzPts val="1000"/>
              <a:buChar char="○"/>
              <a:defRPr sz="1000"/>
            </a:lvl5pPr>
            <a:lvl6pPr indent="-292100" lvl="5" marL="2743200">
              <a:lnSpc>
                <a:spcPct val="90000"/>
              </a:lnSpc>
              <a:spcBef>
                <a:spcPts val="0"/>
              </a:spcBef>
              <a:spcAft>
                <a:spcPts val="0"/>
              </a:spcAft>
              <a:buSzPts val="1000"/>
              <a:buChar char="■"/>
              <a:defRPr sz="1000"/>
            </a:lvl6pPr>
            <a:lvl7pPr indent="-292100" lvl="6" marL="3200400">
              <a:lnSpc>
                <a:spcPct val="90000"/>
              </a:lnSpc>
              <a:spcBef>
                <a:spcPts val="0"/>
              </a:spcBef>
              <a:spcAft>
                <a:spcPts val="0"/>
              </a:spcAft>
              <a:buSzPts val="1000"/>
              <a:buChar char="●"/>
              <a:defRPr sz="1000"/>
            </a:lvl7pPr>
            <a:lvl8pPr indent="-292100" lvl="7" marL="3657600">
              <a:lnSpc>
                <a:spcPct val="90000"/>
              </a:lnSpc>
              <a:spcBef>
                <a:spcPts val="0"/>
              </a:spcBef>
              <a:spcAft>
                <a:spcPts val="0"/>
              </a:spcAft>
              <a:buSzPts val="1000"/>
              <a:buChar char="○"/>
              <a:defRPr sz="1000"/>
            </a:lvl8pPr>
            <a:lvl9pPr indent="-292100" lvl="8" marL="4114800">
              <a:lnSpc>
                <a:spcPct val="90000"/>
              </a:lnSpc>
              <a:spcBef>
                <a:spcPts val="0"/>
              </a:spcBef>
              <a:spcAft>
                <a:spcPts val="0"/>
              </a:spcAft>
              <a:buSzPts val="1000"/>
              <a:buChar char="■"/>
              <a:defRPr sz="1000"/>
            </a:lvl9pPr>
          </a:lstStyle>
          <a:p/>
        </p:txBody>
      </p:sp>
      <p:sp>
        <p:nvSpPr>
          <p:cNvPr id="127" name="Google Shape;127;p19"/>
          <p:cNvSpPr/>
          <p:nvPr>
            <p:ph idx="6" type="pic"/>
          </p:nvPr>
        </p:nvSpPr>
        <p:spPr>
          <a:xfrm>
            <a:off x="3053900" y="1794150"/>
            <a:ext cx="3030600" cy="3349200"/>
          </a:xfrm>
          <a:prstGeom prst="rect">
            <a:avLst/>
          </a:prstGeom>
          <a:noFill/>
          <a:ln>
            <a:noFill/>
          </a:ln>
        </p:spPr>
      </p:sp>
      <p:sp>
        <p:nvSpPr>
          <p:cNvPr id="128" name="Google Shape;128;p19"/>
          <p:cNvSpPr/>
          <p:nvPr/>
        </p:nvSpPr>
        <p:spPr>
          <a:xfrm>
            <a:off x="3054250" y="709380"/>
            <a:ext cx="3030600" cy="107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9" name="Google Shape;129;p19"/>
          <p:cNvSpPr txBox="1"/>
          <p:nvPr>
            <p:ph idx="7" type="title"/>
          </p:nvPr>
        </p:nvSpPr>
        <p:spPr>
          <a:xfrm>
            <a:off x="3214545" y="801878"/>
            <a:ext cx="27006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30" name="Google Shape;130;p19"/>
          <p:cNvSpPr txBox="1"/>
          <p:nvPr>
            <p:ph idx="8" type="body"/>
          </p:nvPr>
        </p:nvSpPr>
        <p:spPr>
          <a:xfrm>
            <a:off x="3214545" y="1271620"/>
            <a:ext cx="2700600" cy="393600"/>
          </a:xfrm>
          <a:prstGeom prst="rect">
            <a:avLst/>
          </a:prstGeom>
        </p:spPr>
        <p:txBody>
          <a:bodyPr anchorCtr="0" anchor="ctr" bIns="91425" lIns="91425" spcFirstLastPara="1" rIns="91425" wrap="square" tIns="91425">
            <a:noAutofit/>
          </a:bodyPr>
          <a:lstStyle>
            <a:lvl1pPr indent="-292100" lvl="0" marL="457200">
              <a:lnSpc>
                <a:spcPct val="90000"/>
              </a:lnSpc>
              <a:spcBef>
                <a:spcPts val="0"/>
              </a:spcBef>
              <a:spcAft>
                <a:spcPts val="0"/>
              </a:spcAft>
              <a:buSzPts val="1000"/>
              <a:buChar char="●"/>
              <a:defRPr sz="1000"/>
            </a:lvl1pPr>
            <a:lvl2pPr indent="-292100" lvl="1" marL="914400">
              <a:lnSpc>
                <a:spcPct val="90000"/>
              </a:lnSpc>
              <a:spcBef>
                <a:spcPts val="0"/>
              </a:spcBef>
              <a:spcAft>
                <a:spcPts val="0"/>
              </a:spcAft>
              <a:buSzPts val="1000"/>
              <a:buChar char="○"/>
              <a:defRPr sz="1000"/>
            </a:lvl2pPr>
            <a:lvl3pPr indent="-292100" lvl="2" marL="1371600">
              <a:lnSpc>
                <a:spcPct val="90000"/>
              </a:lnSpc>
              <a:spcBef>
                <a:spcPts val="0"/>
              </a:spcBef>
              <a:spcAft>
                <a:spcPts val="0"/>
              </a:spcAft>
              <a:buSzPts val="1000"/>
              <a:buChar char="■"/>
              <a:defRPr sz="1000"/>
            </a:lvl3pPr>
            <a:lvl4pPr indent="-292100" lvl="3" marL="1828800">
              <a:lnSpc>
                <a:spcPct val="90000"/>
              </a:lnSpc>
              <a:spcBef>
                <a:spcPts val="0"/>
              </a:spcBef>
              <a:spcAft>
                <a:spcPts val="0"/>
              </a:spcAft>
              <a:buSzPts val="1000"/>
              <a:buChar char="●"/>
              <a:defRPr sz="1000"/>
            </a:lvl4pPr>
            <a:lvl5pPr indent="-292100" lvl="4" marL="2286000">
              <a:lnSpc>
                <a:spcPct val="90000"/>
              </a:lnSpc>
              <a:spcBef>
                <a:spcPts val="0"/>
              </a:spcBef>
              <a:spcAft>
                <a:spcPts val="0"/>
              </a:spcAft>
              <a:buSzPts val="1000"/>
              <a:buChar char="○"/>
              <a:defRPr sz="1000"/>
            </a:lvl5pPr>
            <a:lvl6pPr indent="-292100" lvl="5" marL="2743200">
              <a:lnSpc>
                <a:spcPct val="90000"/>
              </a:lnSpc>
              <a:spcBef>
                <a:spcPts val="0"/>
              </a:spcBef>
              <a:spcAft>
                <a:spcPts val="0"/>
              </a:spcAft>
              <a:buSzPts val="1000"/>
              <a:buChar char="■"/>
              <a:defRPr sz="1000"/>
            </a:lvl6pPr>
            <a:lvl7pPr indent="-292100" lvl="6" marL="3200400">
              <a:lnSpc>
                <a:spcPct val="90000"/>
              </a:lnSpc>
              <a:spcBef>
                <a:spcPts val="0"/>
              </a:spcBef>
              <a:spcAft>
                <a:spcPts val="0"/>
              </a:spcAft>
              <a:buSzPts val="1000"/>
              <a:buChar char="●"/>
              <a:defRPr sz="1000"/>
            </a:lvl7pPr>
            <a:lvl8pPr indent="-292100" lvl="7" marL="3657600">
              <a:lnSpc>
                <a:spcPct val="90000"/>
              </a:lnSpc>
              <a:spcBef>
                <a:spcPts val="0"/>
              </a:spcBef>
              <a:spcAft>
                <a:spcPts val="0"/>
              </a:spcAft>
              <a:buSzPts val="1000"/>
              <a:buChar char="○"/>
              <a:defRPr sz="1000"/>
            </a:lvl8pPr>
            <a:lvl9pPr indent="-292100" lvl="8" marL="4114800">
              <a:lnSpc>
                <a:spcPct val="90000"/>
              </a:lnSpc>
              <a:spcBef>
                <a:spcPts val="0"/>
              </a:spcBef>
              <a:spcAft>
                <a:spcPts val="0"/>
              </a:spcAft>
              <a:buSzPts val="1000"/>
              <a:buChar char="■"/>
              <a:defRPr sz="1000"/>
            </a:lvl9pPr>
          </a:lstStyle>
          <a:p/>
        </p:txBody>
      </p:sp>
      <p:cxnSp>
        <p:nvCxnSpPr>
          <p:cNvPr id="131" name="Google Shape;131;p19"/>
          <p:cNvCxnSpPr/>
          <p:nvPr/>
        </p:nvCxnSpPr>
        <p:spPr>
          <a:xfrm rot="10800000">
            <a:off x="3049250" y="1791825"/>
            <a:ext cx="3041400" cy="0"/>
          </a:xfrm>
          <a:prstGeom prst="straightConnector1">
            <a:avLst/>
          </a:prstGeom>
          <a:noFill/>
          <a:ln cap="flat" cmpd="sng" w="9525">
            <a:solidFill>
              <a:schemeClr val="dk1"/>
            </a:solidFill>
            <a:prstDash val="solid"/>
            <a:round/>
            <a:headEnd len="med" w="med" type="none"/>
            <a:tailEnd len="med" w="med" type="none"/>
          </a:ln>
        </p:spPr>
      </p:cxnSp>
      <p:cxnSp>
        <p:nvCxnSpPr>
          <p:cNvPr id="132" name="Google Shape;132;p19"/>
          <p:cNvCxnSpPr/>
          <p:nvPr/>
        </p:nvCxnSpPr>
        <p:spPr>
          <a:xfrm rot="10800000">
            <a:off x="0" y="4061975"/>
            <a:ext cx="9152400" cy="0"/>
          </a:xfrm>
          <a:prstGeom prst="straightConnector1">
            <a:avLst/>
          </a:prstGeom>
          <a:noFill/>
          <a:ln cap="flat" cmpd="sng" w="9525">
            <a:solidFill>
              <a:schemeClr val="dk1"/>
            </a:solidFill>
            <a:prstDash val="solid"/>
            <a:round/>
            <a:headEnd len="med" w="med" type="none"/>
            <a:tailEnd len="med" w="med" type="none"/>
          </a:ln>
        </p:spPr>
      </p:cxnSp>
      <p:sp>
        <p:nvSpPr>
          <p:cNvPr id="133" name="Google Shape;133;p19"/>
          <p:cNvSpPr txBox="1"/>
          <p:nvPr>
            <p:ph idx="9" type="title"/>
          </p:nvPr>
        </p:nvSpPr>
        <p:spPr>
          <a:xfrm>
            <a:off x="2497875" y="145800"/>
            <a:ext cx="4791600" cy="4665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2800"/>
              <a:buNone/>
              <a:defRPr>
                <a:solidFill>
                  <a:schemeClr val="dk2"/>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with details">
  <p:cSld name="BIG_NUMBER">
    <p:bg>
      <p:bgPr>
        <a:solidFill>
          <a:schemeClr val="lt1"/>
        </a:solidFill>
      </p:bgPr>
    </p:bg>
    <p:spTree>
      <p:nvGrpSpPr>
        <p:cNvPr id="134" name="Shape 134"/>
        <p:cNvGrpSpPr/>
        <p:nvPr/>
      </p:nvGrpSpPr>
      <p:grpSpPr>
        <a:xfrm>
          <a:off x="0" y="0"/>
          <a:ext cx="0" cy="0"/>
          <a:chOff x="0" y="0"/>
          <a:chExt cx="0" cy="0"/>
        </a:xfrm>
      </p:grpSpPr>
      <p:sp>
        <p:nvSpPr>
          <p:cNvPr id="135" name="Google Shape;135;p20"/>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36" name="Google Shape;136;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7" name="Google Shape;137;p20"/>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8" name="Google Shape;138;p20"/>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139" name="Google Shape;139;p20"/>
          <p:cNvSpPr txBox="1"/>
          <p:nvPr>
            <p:ph idx="3" type="title"/>
          </p:nvPr>
        </p:nvSpPr>
        <p:spPr>
          <a:xfrm>
            <a:off x="4801800" y="1644025"/>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Clr>
                <a:schemeClr val="lt1"/>
              </a:buClr>
              <a:buSzPts val="2000"/>
              <a:buNone/>
              <a:defRPr sz="2000">
                <a:solidFill>
                  <a:schemeClr val="lt1"/>
                </a:solidFill>
              </a:defRPr>
            </a:lvl1pPr>
            <a:lvl2pPr lvl="1" algn="ctr">
              <a:lnSpc>
                <a:spcPct val="80000"/>
              </a:lnSpc>
              <a:spcBef>
                <a:spcPts val="0"/>
              </a:spcBef>
              <a:spcAft>
                <a:spcPts val="0"/>
              </a:spcAft>
              <a:buClr>
                <a:schemeClr val="lt1"/>
              </a:buClr>
              <a:buSzPts val="2000"/>
              <a:buNone/>
              <a:defRPr sz="2000">
                <a:solidFill>
                  <a:schemeClr val="lt1"/>
                </a:solidFill>
              </a:defRPr>
            </a:lvl2pPr>
            <a:lvl3pPr lvl="2" algn="ctr">
              <a:lnSpc>
                <a:spcPct val="80000"/>
              </a:lnSpc>
              <a:spcBef>
                <a:spcPts val="0"/>
              </a:spcBef>
              <a:spcAft>
                <a:spcPts val="0"/>
              </a:spcAft>
              <a:buClr>
                <a:schemeClr val="lt1"/>
              </a:buClr>
              <a:buSzPts val="2000"/>
              <a:buNone/>
              <a:defRPr sz="2000">
                <a:solidFill>
                  <a:schemeClr val="lt1"/>
                </a:solidFill>
              </a:defRPr>
            </a:lvl3pPr>
            <a:lvl4pPr lvl="3" algn="ctr">
              <a:lnSpc>
                <a:spcPct val="80000"/>
              </a:lnSpc>
              <a:spcBef>
                <a:spcPts val="0"/>
              </a:spcBef>
              <a:spcAft>
                <a:spcPts val="0"/>
              </a:spcAft>
              <a:buClr>
                <a:schemeClr val="lt1"/>
              </a:buClr>
              <a:buSzPts val="2000"/>
              <a:buNone/>
              <a:defRPr sz="2000">
                <a:solidFill>
                  <a:schemeClr val="lt1"/>
                </a:solidFill>
              </a:defRPr>
            </a:lvl4pPr>
            <a:lvl5pPr lvl="4" algn="ctr">
              <a:lnSpc>
                <a:spcPct val="80000"/>
              </a:lnSpc>
              <a:spcBef>
                <a:spcPts val="0"/>
              </a:spcBef>
              <a:spcAft>
                <a:spcPts val="0"/>
              </a:spcAft>
              <a:buClr>
                <a:schemeClr val="lt1"/>
              </a:buClr>
              <a:buSzPts val="2000"/>
              <a:buNone/>
              <a:defRPr sz="2000">
                <a:solidFill>
                  <a:schemeClr val="lt1"/>
                </a:solidFill>
              </a:defRPr>
            </a:lvl5pPr>
            <a:lvl6pPr lvl="5" algn="ctr">
              <a:lnSpc>
                <a:spcPct val="80000"/>
              </a:lnSpc>
              <a:spcBef>
                <a:spcPts val="0"/>
              </a:spcBef>
              <a:spcAft>
                <a:spcPts val="0"/>
              </a:spcAft>
              <a:buClr>
                <a:schemeClr val="lt1"/>
              </a:buClr>
              <a:buSzPts val="2000"/>
              <a:buNone/>
              <a:defRPr sz="2000">
                <a:solidFill>
                  <a:schemeClr val="lt1"/>
                </a:solidFill>
              </a:defRPr>
            </a:lvl6pPr>
            <a:lvl7pPr lvl="6" algn="ctr">
              <a:lnSpc>
                <a:spcPct val="80000"/>
              </a:lnSpc>
              <a:spcBef>
                <a:spcPts val="0"/>
              </a:spcBef>
              <a:spcAft>
                <a:spcPts val="0"/>
              </a:spcAft>
              <a:buClr>
                <a:schemeClr val="lt1"/>
              </a:buClr>
              <a:buSzPts val="2000"/>
              <a:buNone/>
              <a:defRPr sz="2000">
                <a:solidFill>
                  <a:schemeClr val="lt1"/>
                </a:solidFill>
              </a:defRPr>
            </a:lvl7pPr>
            <a:lvl8pPr lvl="7" algn="ctr">
              <a:lnSpc>
                <a:spcPct val="80000"/>
              </a:lnSpc>
              <a:spcBef>
                <a:spcPts val="0"/>
              </a:spcBef>
              <a:spcAft>
                <a:spcPts val="0"/>
              </a:spcAft>
              <a:buClr>
                <a:schemeClr val="lt1"/>
              </a:buClr>
              <a:buSzPts val="2000"/>
              <a:buNone/>
              <a:defRPr sz="2000">
                <a:solidFill>
                  <a:schemeClr val="lt1"/>
                </a:solidFill>
              </a:defRPr>
            </a:lvl8pPr>
            <a:lvl9pPr lvl="8" algn="ctr">
              <a:lnSpc>
                <a:spcPct val="80000"/>
              </a:lnSpc>
              <a:spcBef>
                <a:spcPts val="0"/>
              </a:spcBef>
              <a:spcAft>
                <a:spcPts val="0"/>
              </a:spcAft>
              <a:buClr>
                <a:schemeClr val="lt1"/>
              </a:buClr>
              <a:buSzPts val="2000"/>
              <a:buNone/>
              <a:defRPr sz="2000">
                <a:solidFill>
                  <a:schemeClr val="lt1"/>
                </a:solidFill>
              </a:defRPr>
            </a:lvl9pPr>
          </a:lstStyle>
          <a:p/>
        </p:txBody>
      </p:sp>
      <p:sp>
        <p:nvSpPr>
          <p:cNvPr id="140" name="Google Shape;140;p20"/>
          <p:cNvSpPr txBox="1"/>
          <p:nvPr>
            <p:ph idx="1" type="body"/>
          </p:nvPr>
        </p:nvSpPr>
        <p:spPr>
          <a:xfrm>
            <a:off x="4805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Clr>
                <a:schemeClr val="lt1"/>
              </a:buClr>
              <a:buSzPts val="1600"/>
              <a:buChar char="●"/>
              <a:defRPr sz="1600">
                <a:solidFill>
                  <a:schemeClr val="lt1"/>
                </a:solidFill>
              </a:defRPr>
            </a:lvl1pPr>
            <a:lvl2pPr indent="-330200" lvl="1" marL="914400" algn="ctr">
              <a:spcBef>
                <a:spcPts val="0"/>
              </a:spcBef>
              <a:spcAft>
                <a:spcPts val="0"/>
              </a:spcAft>
              <a:buClr>
                <a:schemeClr val="lt1"/>
              </a:buClr>
              <a:buSzPts val="1600"/>
              <a:buChar char="○"/>
              <a:defRPr sz="1600">
                <a:solidFill>
                  <a:schemeClr val="lt1"/>
                </a:solidFill>
              </a:defRPr>
            </a:lvl2pPr>
            <a:lvl3pPr indent="-330200" lvl="2" marL="1371600" algn="ctr">
              <a:spcBef>
                <a:spcPts val="0"/>
              </a:spcBef>
              <a:spcAft>
                <a:spcPts val="0"/>
              </a:spcAft>
              <a:buClr>
                <a:schemeClr val="lt1"/>
              </a:buClr>
              <a:buSzPts val="1600"/>
              <a:buChar char="■"/>
              <a:defRPr sz="1600">
                <a:solidFill>
                  <a:schemeClr val="lt1"/>
                </a:solidFill>
              </a:defRPr>
            </a:lvl3pPr>
            <a:lvl4pPr indent="-330200" lvl="3" marL="1828800" algn="ctr">
              <a:spcBef>
                <a:spcPts val="0"/>
              </a:spcBef>
              <a:spcAft>
                <a:spcPts val="0"/>
              </a:spcAft>
              <a:buClr>
                <a:schemeClr val="lt1"/>
              </a:buClr>
              <a:buSzPts val="1600"/>
              <a:buChar char="●"/>
              <a:defRPr sz="1600">
                <a:solidFill>
                  <a:schemeClr val="lt1"/>
                </a:solidFill>
              </a:defRPr>
            </a:lvl4pPr>
            <a:lvl5pPr indent="-330200" lvl="4" marL="2286000" algn="ctr">
              <a:spcBef>
                <a:spcPts val="0"/>
              </a:spcBef>
              <a:spcAft>
                <a:spcPts val="0"/>
              </a:spcAft>
              <a:buClr>
                <a:schemeClr val="lt1"/>
              </a:buClr>
              <a:buSzPts val="1600"/>
              <a:buChar char="○"/>
              <a:defRPr sz="1600">
                <a:solidFill>
                  <a:schemeClr val="lt1"/>
                </a:solidFill>
              </a:defRPr>
            </a:lvl5pPr>
            <a:lvl6pPr indent="-330200" lvl="5" marL="2743200" algn="ctr">
              <a:spcBef>
                <a:spcPts val="0"/>
              </a:spcBef>
              <a:spcAft>
                <a:spcPts val="0"/>
              </a:spcAft>
              <a:buClr>
                <a:schemeClr val="lt1"/>
              </a:buClr>
              <a:buSzPts val="1600"/>
              <a:buChar char="■"/>
              <a:defRPr sz="1600">
                <a:solidFill>
                  <a:schemeClr val="lt1"/>
                </a:solidFill>
              </a:defRPr>
            </a:lvl6pPr>
            <a:lvl7pPr indent="-330200" lvl="6" marL="3200400" algn="ctr">
              <a:spcBef>
                <a:spcPts val="0"/>
              </a:spcBef>
              <a:spcAft>
                <a:spcPts val="0"/>
              </a:spcAft>
              <a:buClr>
                <a:schemeClr val="lt1"/>
              </a:buClr>
              <a:buSzPts val="1600"/>
              <a:buChar char="●"/>
              <a:defRPr sz="1600">
                <a:solidFill>
                  <a:schemeClr val="lt1"/>
                </a:solidFill>
              </a:defRPr>
            </a:lvl7pPr>
            <a:lvl8pPr indent="-330200" lvl="7" marL="3657600" algn="ctr">
              <a:spcBef>
                <a:spcPts val="0"/>
              </a:spcBef>
              <a:spcAft>
                <a:spcPts val="0"/>
              </a:spcAft>
              <a:buClr>
                <a:schemeClr val="lt1"/>
              </a:buClr>
              <a:buSzPts val="1600"/>
              <a:buChar char="○"/>
              <a:defRPr sz="1600">
                <a:solidFill>
                  <a:schemeClr val="lt1"/>
                </a:solidFill>
              </a:defRPr>
            </a:lvl8pPr>
            <a:lvl9pPr indent="-330200" lvl="8" marL="4114800" algn="ctr">
              <a:spcBef>
                <a:spcPts val="0"/>
              </a:spcBef>
              <a:spcAft>
                <a:spcPts val="0"/>
              </a:spcAft>
              <a:buClr>
                <a:schemeClr val="lt1"/>
              </a:buClr>
              <a:buSzPts val="1600"/>
              <a:buChar char="■"/>
              <a:defRPr sz="1600">
                <a:solidFill>
                  <a:schemeClr val="lt1"/>
                </a:solidFill>
              </a:defRPr>
            </a:lvl9pPr>
          </a:lstStyle>
          <a:p/>
        </p:txBody>
      </p:sp>
      <p:sp>
        <p:nvSpPr>
          <p:cNvPr id="141" name="Google Shape;141;p20"/>
          <p:cNvSpPr txBox="1"/>
          <p:nvPr>
            <p:ph idx="4" type="title"/>
          </p:nvPr>
        </p:nvSpPr>
        <p:spPr>
          <a:xfrm>
            <a:off x="4801800" y="3379700"/>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Clr>
                <a:schemeClr val="lt1"/>
              </a:buClr>
              <a:buSzPts val="1000"/>
              <a:buNone/>
              <a:defRPr sz="1000">
                <a:solidFill>
                  <a:schemeClr val="lt1"/>
                </a:solidFill>
              </a:defRPr>
            </a:lvl1pPr>
            <a:lvl2pPr lvl="1" algn="ctr">
              <a:lnSpc>
                <a:spcPct val="80000"/>
              </a:lnSpc>
              <a:spcBef>
                <a:spcPts val="0"/>
              </a:spcBef>
              <a:spcAft>
                <a:spcPts val="0"/>
              </a:spcAft>
              <a:buClr>
                <a:schemeClr val="lt1"/>
              </a:buClr>
              <a:buSzPts val="1000"/>
              <a:buNone/>
              <a:defRPr sz="1000">
                <a:solidFill>
                  <a:schemeClr val="lt1"/>
                </a:solidFill>
              </a:defRPr>
            </a:lvl2pPr>
            <a:lvl3pPr lvl="2" algn="ctr">
              <a:lnSpc>
                <a:spcPct val="80000"/>
              </a:lnSpc>
              <a:spcBef>
                <a:spcPts val="0"/>
              </a:spcBef>
              <a:spcAft>
                <a:spcPts val="0"/>
              </a:spcAft>
              <a:buClr>
                <a:schemeClr val="lt1"/>
              </a:buClr>
              <a:buSzPts val="1000"/>
              <a:buNone/>
              <a:defRPr sz="1000">
                <a:solidFill>
                  <a:schemeClr val="lt1"/>
                </a:solidFill>
              </a:defRPr>
            </a:lvl3pPr>
            <a:lvl4pPr lvl="3" algn="ctr">
              <a:lnSpc>
                <a:spcPct val="80000"/>
              </a:lnSpc>
              <a:spcBef>
                <a:spcPts val="0"/>
              </a:spcBef>
              <a:spcAft>
                <a:spcPts val="0"/>
              </a:spcAft>
              <a:buClr>
                <a:schemeClr val="lt1"/>
              </a:buClr>
              <a:buSzPts val="1000"/>
              <a:buNone/>
              <a:defRPr sz="1000">
                <a:solidFill>
                  <a:schemeClr val="lt1"/>
                </a:solidFill>
              </a:defRPr>
            </a:lvl4pPr>
            <a:lvl5pPr lvl="4" algn="ctr">
              <a:lnSpc>
                <a:spcPct val="80000"/>
              </a:lnSpc>
              <a:spcBef>
                <a:spcPts val="0"/>
              </a:spcBef>
              <a:spcAft>
                <a:spcPts val="0"/>
              </a:spcAft>
              <a:buClr>
                <a:schemeClr val="lt1"/>
              </a:buClr>
              <a:buSzPts val="1000"/>
              <a:buNone/>
              <a:defRPr sz="1000">
                <a:solidFill>
                  <a:schemeClr val="lt1"/>
                </a:solidFill>
              </a:defRPr>
            </a:lvl5pPr>
            <a:lvl6pPr lvl="5" algn="ctr">
              <a:lnSpc>
                <a:spcPct val="80000"/>
              </a:lnSpc>
              <a:spcBef>
                <a:spcPts val="0"/>
              </a:spcBef>
              <a:spcAft>
                <a:spcPts val="0"/>
              </a:spcAft>
              <a:buClr>
                <a:schemeClr val="lt1"/>
              </a:buClr>
              <a:buSzPts val="1000"/>
              <a:buNone/>
              <a:defRPr sz="1000">
                <a:solidFill>
                  <a:schemeClr val="lt1"/>
                </a:solidFill>
              </a:defRPr>
            </a:lvl6pPr>
            <a:lvl7pPr lvl="6" algn="ctr">
              <a:lnSpc>
                <a:spcPct val="80000"/>
              </a:lnSpc>
              <a:spcBef>
                <a:spcPts val="0"/>
              </a:spcBef>
              <a:spcAft>
                <a:spcPts val="0"/>
              </a:spcAft>
              <a:buClr>
                <a:schemeClr val="lt1"/>
              </a:buClr>
              <a:buSzPts val="1000"/>
              <a:buNone/>
              <a:defRPr sz="1000">
                <a:solidFill>
                  <a:schemeClr val="lt1"/>
                </a:solidFill>
              </a:defRPr>
            </a:lvl7pPr>
            <a:lvl8pPr lvl="7" algn="ctr">
              <a:lnSpc>
                <a:spcPct val="80000"/>
              </a:lnSpc>
              <a:spcBef>
                <a:spcPts val="0"/>
              </a:spcBef>
              <a:spcAft>
                <a:spcPts val="0"/>
              </a:spcAft>
              <a:buClr>
                <a:schemeClr val="lt1"/>
              </a:buClr>
              <a:buSzPts val="1000"/>
              <a:buNone/>
              <a:defRPr sz="1000">
                <a:solidFill>
                  <a:schemeClr val="lt1"/>
                </a:solidFill>
              </a:defRPr>
            </a:lvl8pPr>
            <a:lvl9pPr lvl="8" algn="ctr">
              <a:lnSpc>
                <a:spcPct val="80000"/>
              </a:lnSpc>
              <a:spcBef>
                <a:spcPts val="0"/>
              </a:spcBef>
              <a:spcAft>
                <a:spcPts val="0"/>
              </a:spcAft>
              <a:buClr>
                <a:schemeClr val="lt1"/>
              </a:buClr>
              <a:buSzPts val="1000"/>
              <a:buNone/>
              <a:defRPr sz="1000">
                <a:solidFill>
                  <a:schemeClr val="lt1"/>
                </a:solidFill>
              </a:defRPr>
            </a:lvl9pPr>
          </a:lstStyle>
          <a:p/>
        </p:txBody>
      </p:sp>
      <p:sp>
        <p:nvSpPr>
          <p:cNvPr id="142" name="Google Shape;142;p20"/>
          <p:cNvSpPr txBox="1"/>
          <p:nvPr>
            <p:ph idx="5" type="title"/>
          </p:nvPr>
        </p:nvSpPr>
        <p:spPr>
          <a:xfrm>
            <a:off x="229800" y="1644025"/>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2000"/>
              <a:buNone/>
              <a:defRPr sz="2000"/>
            </a:lvl1pPr>
            <a:lvl2pPr lvl="1" algn="ctr">
              <a:lnSpc>
                <a:spcPct val="80000"/>
              </a:lnSpc>
              <a:spcBef>
                <a:spcPts val="0"/>
              </a:spcBef>
              <a:spcAft>
                <a:spcPts val="0"/>
              </a:spcAft>
              <a:buSzPts val="2000"/>
              <a:buNone/>
              <a:defRPr sz="2000"/>
            </a:lvl2pPr>
            <a:lvl3pPr lvl="2" algn="ctr">
              <a:lnSpc>
                <a:spcPct val="80000"/>
              </a:lnSpc>
              <a:spcBef>
                <a:spcPts val="0"/>
              </a:spcBef>
              <a:spcAft>
                <a:spcPts val="0"/>
              </a:spcAft>
              <a:buSzPts val="2000"/>
              <a:buNone/>
              <a:defRPr sz="2000"/>
            </a:lvl3pPr>
            <a:lvl4pPr lvl="3" algn="ctr">
              <a:lnSpc>
                <a:spcPct val="80000"/>
              </a:lnSpc>
              <a:spcBef>
                <a:spcPts val="0"/>
              </a:spcBef>
              <a:spcAft>
                <a:spcPts val="0"/>
              </a:spcAft>
              <a:buSzPts val="2000"/>
              <a:buNone/>
              <a:defRPr sz="2000"/>
            </a:lvl4pPr>
            <a:lvl5pPr lvl="4" algn="ctr">
              <a:lnSpc>
                <a:spcPct val="80000"/>
              </a:lnSpc>
              <a:spcBef>
                <a:spcPts val="0"/>
              </a:spcBef>
              <a:spcAft>
                <a:spcPts val="0"/>
              </a:spcAft>
              <a:buSzPts val="2000"/>
              <a:buNone/>
              <a:defRPr sz="2000"/>
            </a:lvl5pPr>
            <a:lvl6pPr lvl="5" algn="ctr">
              <a:lnSpc>
                <a:spcPct val="80000"/>
              </a:lnSpc>
              <a:spcBef>
                <a:spcPts val="0"/>
              </a:spcBef>
              <a:spcAft>
                <a:spcPts val="0"/>
              </a:spcAft>
              <a:buSzPts val="2000"/>
              <a:buNone/>
              <a:defRPr sz="2000"/>
            </a:lvl6pPr>
            <a:lvl7pPr lvl="6" algn="ctr">
              <a:lnSpc>
                <a:spcPct val="80000"/>
              </a:lnSpc>
              <a:spcBef>
                <a:spcPts val="0"/>
              </a:spcBef>
              <a:spcAft>
                <a:spcPts val="0"/>
              </a:spcAft>
              <a:buSzPts val="2000"/>
              <a:buNone/>
              <a:defRPr sz="2000"/>
            </a:lvl7pPr>
            <a:lvl8pPr lvl="7" algn="ctr">
              <a:lnSpc>
                <a:spcPct val="80000"/>
              </a:lnSpc>
              <a:spcBef>
                <a:spcPts val="0"/>
              </a:spcBef>
              <a:spcAft>
                <a:spcPts val="0"/>
              </a:spcAft>
              <a:buSzPts val="2000"/>
              <a:buNone/>
              <a:defRPr sz="2000"/>
            </a:lvl8pPr>
            <a:lvl9pPr lvl="8" algn="ctr">
              <a:lnSpc>
                <a:spcPct val="80000"/>
              </a:lnSpc>
              <a:spcBef>
                <a:spcPts val="0"/>
              </a:spcBef>
              <a:spcAft>
                <a:spcPts val="0"/>
              </a:spcAft>
              <a:buSzPts val="2000"/>
              <a:buNone/>
              <a:defRPr sz="2000"/>
            </a:lvl9pPr>
          </a:lstStyle>
          <a:p/>
        </p:txBody>
      </p:sp>
      <p:sp>
        <p:nvSpPr>
          <p:cNvPr id="143" name="Google Shape;143;p20"/>
          <p:cNvSpPr txBox="1"/>
          <p:nvPr>
            <p:ph idx="6" type="body"/>
          </p:nvPr>
        </p:nvSpPr>
        <p:spPr>
          <a:xfrm>
            <a:off x="233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SzPts val="1600"/>
              <a:buChar char="●"/>
              <a:defRPr sz="1600"/>
            </a:lvl1pPr>
            <a:lvl2pPr indent="-330200" lvl="1" marL="914400" algn="ctr">
              <a:spcBef>
                <a:spcPts val="0"/>
              </a:spcBef>
              <a:spcAft>
                <a:spcPts val="0"/>
              </a:spcAft>
              <a:buSzPts val="1600"/>
              <a:buChar char="○"/>
              <a:defRPr sz="1600"/>
            </a:lvl2pPr>
            <a:lvl3pPr indent="-330200" lvl="2" marL="1371600" algn="ctr">
              <a:spcBef>
                <a:spcPts val="0"/>
              </a:spcBef>
              <a:spcAft>
                <a:spcPts val="0"/>
              </a:spcAft>
              <a:buSzPts val="1600"/>
              <a:buChar char="■"/>
              <a:defRPr sz="1600"/>
            </a:lvl3pPr>
            <a:lvl4pPr indent="-330200" lvl="3" marL="1828800" algn="ctr">
              <a:spcBef>
                <a:spcPts val="0"/>
              </a:spcBef>
              <a:spcAft>
                <a:spcPts val="0"/>
              </a:spcAft>
              <a:buSzPts val="1600"/>
              <a:buChar char="●"/>
              <a:defRPr sz="1600"/>
            </a:lvl4pPr>
            <a:lvl5pPr indent="-330200" lvl="4" marL="2286000" algn="ctr">
              <a:spcBef>
                <a:spcPts val="0"/>
              </a:spcBef>
              <a:spcAft>
                <a:spcPts val="0"/>
              </a:spcAft>
              <a:buSzPts val="1600"/>
              <a:buChar char="○"/>
              <a:defRPr sz="1600"/>
            </a:lvl5pPr>
            <a:lvl6pPr indent="-330200" lvl="5" marL="2743200" algn="ctr">
              <a:spcBef>
                <a:spcPts val="0"/>
              </a:spcBef>
              <a:spcAft>
                <a:spcPts val="0"/>
              </a:spcAft>
              <a:buSzPts val="1600"/>
              <a:buChar char="■"/>
              <a:defRPr sz="1600"/>
            </a:lvl6pPr>
            <a:lvl7pPr indent="-330200" lvl="6" marL="3200400" algn="ctr">
              <a:spcBef>
                <a:spcPts val="0"/>
              </a:spcBef>
              <a:spcAft>
                <a:spcPts val="0"/>
              </a:spcAft>
              <a:buSzPts val="1600"/>
              <a:buChar char="●"/>
              <a:defRPr sz="1600"/>
            </a:lvl7pPr>
            <a:lvl8pPr indent="-330200" lvl="7" marL="3657600" algn="ctr">
              <a:spcBef>
                <a:spcPts val="0"/>
              </a:spcBef>
              <a:spcAft>
                <a:spcPts val="0"/>
              </a:spcAft>
              <a:buSzPts val="1600"/>
              <a:buChar char="○"/>
              <a:defRPr sz="1600"/>
            </a:lvl8pPr>
            <a:lvl9pPr indent="-330200" lvl="8" marL="4114800" algn="ctr">
              <a:spcBef>
                <a:spcPts val="0"/>
              </a:spcBef>
              <a:spcAft>
                <a:spcPts val="0"/>
              </a:spcAft>
              <a:buSzPts val="1600"/>
              <a:buChar char="■"/>
              <a:defRPr sz="1600"/>
            </a:lvl9pPr>
          </a:lstStyle>
          <a:p/>
        </p:txBody>
      </p:sp>
      <p:sp>
        <p:nvSpPr>
          <p:cNvPr id="144" name="Google Shape;144;p20"/>
          <p:cNvSpPr txBox="1"/>
          <p:nvPr>
            <p:ph idx="7" type="title"/>
          </p:nvPr>
        </p:nvSpPr>
        <p:spPr>
          <a:xfrm>
            <a:off x="229800" y="3379700"/>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1000"/>
              <a:buNone/>
              <a:defRPr sz="1000"/>
            </a:lvl1pPr>
            <a:lvl2pPr lvl="1" algn="ctr">
              <a:lnSpc>
                <a:spcPct val="80000"/>
              </a:lnSpc>
              <a:spcBef>
                <a:spcPts val="0"/>
              </a:spcBef>
              <a:spcAft>
                <a:spcPts val="0"/>
              </a:spcAft>
              <a:buSzPts val="1000"/>
              <a:buNone/>
              <a:defRPr sz="1000"/>
            </a:lvl2pPr>
            <a:lvl3pPr lvl="2" algn="ctr">
              <a:lnSpc>
                <a:spcPct val="80000"/>
              </a:lnSpc>
              <a:spcBef>
                <a:spcPts val="0"/>
              </a:spcBef>
              <a:spcAft>
                <a:spcPts val="0"/>
              </a:spcAft>
              <a:buSzPts val="1000"/>
              <a:buNone/>
              <a:defRPr sz="1000"/>
            </a:lvl3pPr>
            <a:lvl4pPr lvl="3" algn="ctr">
              <a:lnSpc>
                <a:spcPct val="80000"/>
              </a:lnSpc>
              <a:spcBef>
                <a:spcPts val="0"/>
              </a:spcBef>
              <a:spcAft>
                <a:spcPts val="0"/>
              </a:spcAft>
              <a:buSzPts val="1000"/>
              <a:buNone/>
              <a:defRPr sz="1000"/>
            </a:lvl4pPr>
            <a:lvl5pPr lvl="4" algn="ctr">
              <a:lnSpc>
                <a:spcPct val="80000"/>
              </a:lnSpc>
              <a:spcBef>
                <a:spcPts val="0"/>
              </a:spcBef>
              <a:spcAft>
                <a:spcPts val="0"/>
              </a:spcAft>
              <a:buSzPts val="1000"/>
              <a:buNone/>
              <a:defRPr sz="1000"/>
            </a:lvl5pPr>
            <a:lvl6pPr lvl="5" algn="ctr">
              <a:lnSpc>
                <a:spcPct val="80000"/>
              </a:lnSpc>
              <a:spcBef>
                <a:spcPts val="0"/>
              </a:spcBef>
              <a:spcAft>
                <a:spcPts val="0"/>
              </a:spcAft>
              <a:buSzPts val="1000"/>
              <a:buNone/>
              <a:defRPr sz="1000"/>
            </a:lvl6pPr>
            <a:lvl7pPr lvl="6" algn="ctr">
              <a:lnSpc>
                <a:spcPct val="80000"/>
              </a:lnSpc>
              <a:spcBef>
                <a:spcPts val="0"/>
              </a:spcBef>
              <a:spcAft>
                <a:spcPts val="0"/>
              </a:spcAft>
              <a:buSzPts val="1000"/>
              <a:buNone/>
              <a:defRPr sz="1000"/>
            </a:lvl7pPr>
            <a:lvl8pPr lvl="7" algn="ctr">
              <a:lnSpc>
                <a:spcPct val="80000"/>
              </a:lnSpc>
              <a:spcBef>
                <a:spcPts val="0"/>
              </a:spcBef>
              <a:spcAft>
                <a:spcPts val="0"/>
              </a:spcAft>
              <a:buSzPts val="1000"/>
              <a:buNone/>
              <a:defRPr sz="1000"/>
            </a:lvl8pPr>
            <a:lvl9pPr lvl="8" algn="ctr">
              <a:lnSpc>
                <a:spcPct val="80000"/>
              </a:lnSpc>
              <a:spcBef>
                <a:spcPts val="0"/>
              </a:spcBef>
              <a:spcAft>
                <a:spcPts val="0"/>
              </a:spcAft>
              <a:buSzPts val="1000"/>
              <a:buNone/>
              <a:defRPr sz="10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BIG_NUMBER_1">
    <p:bg>
      <p:bgPr>
        <a:solidFill>
          <a:schemeClr val="lt1"/>
        </a:solidFill>
      </p:bgPr>
    </p:bg>
    <p:spTree>
      <p:nvGrpSpPr>
        <p:cNvPr id="145" name="Shape 145"/>
        <p:cNvGrpSpPr/>
        <p:nvPr/>
      </p:nvGrpSpPr>
      <p:grpSpPr>
        <a:xfrm>
          <a:off x="0" y="0"/>
          <a:ext cx="0" cy="0"/>
          <a:chOff x="0" y="0"/>
          <a:chExt cx="0" cy="0"/>
        </a:xfrm>
      </p:grpSpPr>
      <p:sp>
        <p:nvSpPr>
          <p:cNvPr id="146" name="Google Shape;146;p21"/>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47" name="Google Shape;147;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48" name="Google Shape;148;p21"/>
          <p:cNvSpPr txBox="1"/>
          <p:nvPr>
            <p:ph idx="1" type="body"/>
          </p:nvPr>
        </p:nvSpPr>
        <p:spPr>
          <a:xfrm>
            <a:off x="4805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Clr>
                <a:schemeClr val="lt1"/>
              </a:buClr>
              <a:buSzPts val="1600"/>
              <a:buChar char="●"/>
              <a:defRPr sz="1600">
                <a:solidFill>
                  <a:schemeClr val="lt1"/>
                </a:solidFill>
              </a:defRPr>
            </a:lvl1pPr>
            <a:lvl2pPr indent="-330200" lvl="1" marL="914400" algn="ctr">
              <a:spcBef>
                <a:spcPts val="0"/>
              </a:spcBef>
              <a:spcAft>
                <a:spcPts val="0"/>
              </a:spcAft>
              <a:buClr>
                <a:schemeClr val="lt1"/>
              </a:buClr>
              <a:buSzPts val="1600"/>
              <a:buChar char="○"/>
              <a:defRPr sz="1600">
                <a:solidFill>
                  <a:schemeClr val="lt1"/>
                </a:solidFill>
              </a:defRPr>
            </a:lvl2pPr>
            <a:lvl3pPr indent="-330200" lvl="2" marL="1371600" algn="ctr">
              <a:spcBef>
                <a:spcPts val="0"/>
              </a:spcBef>
              <a:spcAft>
                <a:spcPts val="0"/>
              </a:spcAft>
              <a:buClr>
                <a:schemeClr val="lt1"/>
              </a:buClr>
              <a:buSzPts val="1600"/>
              <a:buChar char="■"/>
              <a:defRPr sz="1600">
                <a:solidFill>
                  <a:schemeClr val="lt1"/>
                </a:solidFill>
              </a:defRPr>
            </a:lvl3pPr>
            <a:lvl4pPr indent="-330200" lvl="3" marL="1828800" algn="ctr">
              <a:spcBef>
                <a:spcPts val="0"/>
              </a:spcBef>
              <a:spcAft>
                <a:spcPts val="0"/>
              </a:spcAft>
              <a:buClr>
                <a:schemeClr val="lt1"/>
              </a:buClr>
              <a:buSzPts val="1600"/>
              <a:buChar char="●"/>
              <a:defRPr sz="1600">
                <a:solidFill>
                  <a:schemeClr val="lt1"/>
                </a:solidFill>
              </a:defRPr>
            </a:lvl4pPr>
            <a:lvl5pPr indent="-330200" lvl="4" marL="2286000" algn="ctr">
              <a:spcBef>
                <a:spcPts val="0"/>
              </a:spcBef>
              <a:spcAft>
                <a:spcPts val="0"/>
              </a:spcAft>
              <a:buClr>
                <a:schemeClr val="lt1"/>
              </a:buClr>
              <a:buSzPts val="1600"/>
              <a:buChar char="○"/>
              <a:defRPr sz="1600">
                <a:solidFill>
                  <a:schemeClr val="lt1"/>
                </a:solidFill>
              </a:defRPr>
            </a:lvl5pPr>
            <a:lvl6pPr indent="-330200" lvl="5" marL="2743200" algn="ctr">
              <a:spcBef>
                <a:spcPts val="0"/>
              </a:spcBef>
              <a:spcAft>
                <a:spcPts val="0"/>
              </a:spcAft>
              <a:buClr>
                <a:schemeClr val="lt1"/>
              </a:buClr>
              <a:buSzPts val="1600"/>
              <a:buChar char="■"/>
              <a:defRPr sz="1600">
                <a:solidFill>
                  <a:schemeClr val="lt1"/>
                </a:solidFill>
              </a:defRPr>
            </a:lvl6pPr>
            <a:lvl7pPr indent="-330200" lvl="6" marL="3200400" algn="ctr">
              <a:spcBef>
                <a:spcPts val="0"/>
              </a:spcBef>
              <a:spcAft>
                <a:spcPts val="0"/>
              </a:spcAft>
              <a:buClr>
                <a:schemeClr val="lt1"/>
              </a:buClr>
              <a:buSzPts val="1600"/>
              <a:buChar char="●"/>
              <a:defRPr sz="1600">
                <a:solidFill>
                  <a:schemeClr val="lt1"/>
                </a:solidFill>
              </a:defRPr>
            </a:lvl7pPr>
            <a:lvl8pPr indent="-330200" lvl="7" marL="3657600" algn="ctr">
              <a:spcBef>
                <a:spcPts val="0"/>
              </a:spcBef>
              <a:spcAft>
                <a:spcPts val="0"/>
              </a:spcAft>
              <a:buClr>
                <a:schemeClr val="lt1"/>
              </a:buClr>
              <a:buSzPts val="1600"/>
              <a:buChar char="○"/>
              <a:defRPr sz="1600">
                <a:solidFill>
                  <a:schemeClr val="lt1"/>
                </a:solidFill>
              </a:defRPr>
            </a:lvl8pPr>
            <a:lvl9pPr indent="-330200" lvl="8" marL="4114800" algn="ctr">
              <a:spcBef>
                <a:spcPts val="0"/>
              </a:spcBef>
              <a:spcAft>
                <a:spcPts val="0"/>
              </a:spcAft>
              <a:buClr>
                <a:schemeClr val="lt1"/>
              </a:buClr>
              <a:buSzPts val="1600"/>
              <a:buChar char="■"/>
              <a:defRPr sz="1600">
                <a:solidFill>
                  <a:schemeClr val="lt1"/>
                </a:solidFill>
              </a:defRPr>
            </a:lvl9pPr>
          </a:lstStyle>
          <a:p/>
        </p:txBody>
      </p:sp>
      <p:sp>
        <p:nvSpPr>
          <p:cNvPr id="149" name="Google Shape;149;p21"/>
          <p:cNvSpPr txBox="1"/>
          <p:nvPr>
            <p:ph type="title"/>
          </p:nvPr>
        </p:nvSpPr>
        <p:spPr>
          <a:xfrm>
            <a:off x="229800" y="895625"/>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2000"/>
              <a:buNone/>
              <a:defRPr sz="2000"/>
            </a:lvl1pPr>
            <a:lvl2pPr lvl="1" algn="ctr">
              <a:lnSpc>
                <a:spcPct val="80000"/>
              </a:lnSpc>
              <a:spcBef>
                <a:spcPts val="0"/>
              </a:spcBef>
              <a:spcAft>
                <a:spcPts val="0"/>
              </a:spcAft>
              <a:buSzPts val="2000"/>
              <a:buNone/>
              <a:defRPr sz="2000"/>
            </a:lvl2pPr>
            <a:lvl3pPr lvl="2" algn="ctr">
              <a:lnSpc>
                <a:spcPct val="80000"/>
              </a:lnSpc>
              <a:spcBef>
                <a:spcPts val="0"/>
              </a:spcBef>
              <a:spcAft>
                <a:spcPts val="0"/>
              </a:spcAft>
              <a:buSzPts val="2000"/>
              <a:buNone/>
              <a:defRPr sz="2000"/>
            </a:lvl3pPr>
            <a:lvl4pPr lvl="3" algn="ctr">
              <a:lnSpc>
                <a:spcPct val="80000"/>
              </a:lnSpc>
              <a:spcBef>
                <a:spcPts val="0"/>
              </a:spcBef>
              <a:spcAft>
                <a:spcPts val="0"/>
              </a:spcAft>
              <a:buSzPts val="2000"/>
              <a:buNone/>
              <a:defRPr sz="2000"/>
            </a:lvl4pPr>
            <a:lvl5pPr lvl="4" algn="ctr">
              <a:lnSpc>
                <a:spcPct val="80000"/>
              </a:lnSpc>
              <a:spcBef>
                <a:spcPts val="0"/>
              </a:spcBef>
              <a:spcAft>
                <a:spcPts val="0"/>
              </a:spcAft>
              <a:buSzPts val="2000"/>
              <a:buNone/>
              <a:defRPr sz="2000"/>
            </a:lvl5pPr>
            <a:lvl6pPr lvl="5" algn="ctr">
              <a:lnSpc>
                <a:spcPct val="80000"/>
              </a:lnSpc>
              <a:spcBef>
                <a:spcPts val="0"/>
              </a:spcBef>
              <a:spcAft>
                <a:spcPts val="0"/>
              </a:spcAft>
              <a:buSzPts val="2000"/>
              <a:buNone/>
              <a:defRPr sz="2000"/>
            </a:lvl6pPr>
            <a:lvl7pPr lvl="6" algn="ctr">
              <a:lnSpc>
                <a:spcPct val="80000"/>
              </a:lnSpc>
              <a:spcBef>
                <a:spcPts val="0"/>
              </a:spcBef>
              <a:spcAft>
                <a:spcPts val="0"/>
              </a:spcAft>
              <a:buSzPts val="2000"/>
              <a:buNone/>
              <a:defRPr sz="2000"/>
            </a:lvl7pPr>
            <a:lvl8pPr lvl="7" algn="ctr">
              <a:lnSpc>
                <a:spcPct val="80000"/>
              </a:lnSpc>
              <a:spcBef>
                <a:spcPts val="0"/>
              </a:spcBef>
              <a:spcAft>
                <a:spcPts val="0"/>
              </a:spcAft>
              <a:buSzPts val="2000"/>
              <a:buNone/>
              <a:defRPr sz="2000"/>
            </a:lvl8pPr>
            <a:lvl9pPr lvl="8" algn="ctr">
              <a:lnSpc>
                <a:spcPct val="80000"/>
              </a:lnSpc>
              <a:spcBef>
                <a:spcPts val="0"/>
              </a:spcBef>
              <a:spcAft>
                <a:spcPts val="0"/>
              </a:spcAft>
              <a:buSzPts val="2000"/>
              <a:buNone/>
              <a:defRPr sz="2000"/>
            </a:lvl9pPr>
          </a:lstStyle>
          <a:p/>
        </p:txBody>
      </p:sp>
      <p:sp>
        <p:nvSpPr>
          <p:cNvPr id="150" name="Google Shape;150;p21"/>
          <p:cNvSpPr txBox="1"/>
          <p:nvPr>
            <p:ph idx="2" type="body"/>
          </p:nvPr>
        </p:nvSpPr>
        <p:spPr>
          <a:xfrm>
            <a:off x="233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SzPts val="1600"/>
              <a:buChar char="●"/>
              <a:defRPr sz="1600"/>
            </a:lvl1pPr>
            <a:lvl2pPr indent="-330200" lvl="1" marL="914400" algn="ctr">
              <a:spcBef>
                <a:spcPts val="0"/>
              </a:spcBef>
              <a:spcAft>
                <a:spcPts val="0"/>
              </a:spcAft>
              <a:buSzPts val="1600"/>
              <a:buChar char="○"/>
              <a:defRPr sz="1600"/>
            </a:lvl2pPr>
            <a:lvl3pPr indent="-330200" lvl="2" marL="1371600" algn="ctr">
              <a:spcBef>
                <a:spcPts val="0"/>
              </a:spcBef>
              <a:spcAft>
                <a:spcPts val="0"/>
              </a:spcAft>
              <a:buSzPts val="1600"/>
              <a:buChar char="■"/>
              <a:defRPr sz="1600"/>
            </a:lvl3pPr>
            <a:lvl4pPr indent="-330200" lvl="3" marL="1828800" algn="ctr">
              <a:spcBef>
                <a:spcPts val="0"/>
              </a:spcBef>
              <a:spcAft>
                <a:spcPts val="0"/>
              </a:spcAft>
              <a:buSzPts val="1600"/>
              <a:buChar char="●"/>
              <a:defRPr sz="1600"/>
            </a:lvl4pPr>
            <a:lvl5pPr indent="-330200" lvl="4" marL="2286000" algn="ctr">
              <a:spcBef>
                <a:spcPts val="0"/>
              </a:spcBef>
              <a:spcAft>
                <a:spcPts val="0"/>
              </a:spcAft>
              <a:buSzPts val="1600"/>
              <a:buChar char="○"/>
              <a:defRPr sz="1600"/>
            </a:lvl5pPr>
            <a:lvl6pPr indent="-330200" lvl="5" marL="2743200" algn="ctr">
              <a:spcBef>
                <a:spcPts val="0"/>
              </a:spcBef>
              <a:spcAft>
                <a:spcPts val="0"/>
              </a:spcAft>
              <a:buSzPts val="1600"/>
              <a:buChar char="■"/>
              <a:defRPr sz="1600"/>
            </a:lvl6pPr>
            <a:lvl7pPr indent="-330200" lvl="6" marL="3200400" algn="ctr">
              <a:spcBef>
                <a:spcPts val="0"/>
              </a:spcBef>
              <a:spcAft>
                <a:spcPts val="0"/>
              </a:spcAft>
              <a:buSzPts val="1600"/>
              <a:buChar char="●"/>
              <a:defRPr sz="1600"/>
            </a:lvl7pPr>
            <a:lvl8pPr indent="-330200" lvl="7" marL="3657600" algn="ctr">
              <a:spcBef>
                <a:spcPts val="0"/>
              </a:spcBef>
              <a:spcAft>
                <a:spcPts val="0"/>
              </a:spcAft>
              <a:buSzPts val="1600"/>
              <a:buChar char="○"/>
              <a:defRPr sz="1600"/>
            </a:lvl8pPr>
            <a:lvl9pPr indent="-330200" lvl="8" marL="4114800" algn="ctr">
              <a:spcBef>
                <a:spcPts val="0"/>
              </a:spcBef>
              <a:spcAft>
                <a:spcPts val="0"/>
              </a:spcAft>
              <a:buSzPts val="1600"/>
              <a:buChar char="■"/>
              <a:defRPr sz="16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
    <p:spTree>
      <p:nvGrpSpPr>
        <p:cNvPr id="151" name="Shape 151"/>
        <p:cNvGrpSpPr/>
        <p:nvPr/>
      </p:nvGrpSpPr>
      <p:grpSpPr>
        <a:xfrm>
          <a:off x="0" y="0"/>
          <a:ext cx="0" cy="0"/>
          <a:chOff x="0" y="0"/>
          <a:chExt cx="0" cy="0"/>
        </a:xfrm>
      </p:grpSpPr>
      <p:sp>
        <p:nvSpPr>
          <p:cNvPr id="152" name="Google Shape;152;p22"/>
          <p:cNvSpPr txBox="1"/>
          <p:nvPr>
            <p:ph type="title"/>
          </p:nvPr>
        </p:nvSpPr>
        <p:spPr>
          <a:xfrm>
            <a:off x="285750" y="1555350"/>
            <a:ext cx="7291500" cy="3422400"/>
          </a:xfrm>
          <a:prstGeom prst="rect">
            <a:avLst/>
          </a:prstGeom>
        </p:spPr>
        <p:txBody>
          <a:bodyPr anchorCtr="0" anchor="t" bIns="91425" lIns="91425" spcFirstLastPara="1" rIns="91425" wrap="square" tIns="91425">
            <a:normAutofit/>
          </a:bodyPr>
          <a:lstStyle>
            <a:lvl1pPr lvl="0">
              <a:lnSpc>
                <a:spcPct val="90000"/>
              </a:lnSpc>
              <a:spcBef>
                <a:spcPts val="0"/>
              </a:spcBef>
              <a:spcAft>
                <a:spcPts val="0"/>
              </a:spcAft>
              <a:buSzPts val="30000"/>
              <a:buNone/>
              <a:defRPr sz="30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3" name="Google Shape;153;p22"/>
          <p:cNvSpPr txBox="1"/>
          <p:nvPr>
            <p:ph idx="1" type="body"/>
          </p:nvPr>
        </p:nvSpPr>
        <p:spPr>
          <a:xfrm>
            <a:off x="7256675" y="1827175"/>
            <a:ext cx="1767600" cy="238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Roboto Mono"/>
              <a:buChar char="●"/>
              <a:defRPr b="1" sz="1000">
                <a:latin typeface="Roboto Mono"/>
                <a:ea typeface="Roboto Mono"/>
                <a:cs typeface="Roboto Mono"/>
                <a:sym typeface="Roboto Mono"/>
              </a:defRPr>
            </a:lvl1pPr>
            <a:lvl2pPr indent="-292100" lvl="1" marL="914400">
              <a:spcBef>
                <a:spcPts val="0"/>
              </a:spcBef>
              <a:spcAft>
                <a:spcPts val="0"/>
              </a:spcAft>
              <a:buSzPts val="1000"/>
              <a:buFont typeface="Roboto Mono"/>
              <a:buChar char="○"/>
              <a:defRPr b="1" sz="1000">
                <a:latin typeface="Roboto Mono"/>
                <a:ea typeface="Roboto Mono"/>
                <a:cs typeface="Roboto Mono"/>
                <a:sym typeface="Roboto Mono"/>
              </a:defRPr>
            </a:lvl2pPr>
            <a:lvl3pPr indent="-292100" lvl="2" marL="1371600">
              <a:spcBef>
                <a:spcPts val="0"/>
              </a:spcBef>
              <a:spcAft>
                <a:spcPts val="0"/>
              </a:spcAft>
              <a:buSzPts val="1000"/>
              <a:buFont typeface="Roboto Mono"/>
              <a:buChar char="■"/>
              <a:defRPr b="1" sz="1000">
                <a:latin typeface="Roboto Mono"/>
                <a:ea typeface="Roboto Mono"/>
                <a:cs typeface="Roboto Mono"/>
                <a:sym typeface="Roboto Mono"/>
              </a:defRPr>
            </a:lvl3pPr>
            <a:lvl4pPr indent="-292100" lvl="3" marL="1828800">
              <a:spcBef>
                <a:spcPts val="0"/>
              </a:spcBef>
              <a:spcAft>
                <a:spcPts val="0"/>
              </a:spcAft>
              <a:buSzPts val="1000"/>
              <a:buFont typeface="Roboto Mono"/>
              <a:buChar char="●"/>
              <a:defRPr b="1" sz="1000">
                <a:latin typeface="Roboto Mono"/>
                <a:ea typeface="Roboto Mono"/>
                <a:cs typeface="Roboto Mono"/>
                <a:sym typeface="Roboto Mono"/>
              </a:defRPr>
            </a:lvl4pPr>
            <a:lvl5pPr indent="-292100" lvl="4" marL="2286000">
              <a:spcBef>
                <a:spcPts val="0"/>
              </a:spcBef>
              <a:spcAft>
                <a:spcPts val="0"/>
              </a:spcAft>
              <a:buSzPts val="1000"/>
              <a:buFont typeface="Roboto Mono"/>
              <a:buChar char="○"/>
              <a:defRPr b="1" sz="1000">
                <a:latin typeface="Roboto Mono"/>
                <a:ea typeface="Roboto Mono"/>
                <a:cs typeface="Roboto Mono"/>
                <a:sym typeface="Roboto Mono"/>
              </a:defRPr>
            </a:lvl5pPr>
            <a:lvl6pPr indent="-292100" lvl="5" marL="2743200">
              <a:spcBef>
                <a:spcPts val="0"/>
              </a:spcBef>
              <a:spcAft>
                <a:spcPts val="0"/>
              </a:spcAft>
              <a:buSzPts val="1000"/>
              <a:buFont typeface="Roboto Mono"/>
              <a:buChar char="■"/>
              <a:defRPr b="1" sz="1000">
                <a:latin typeface="Roboto Mono"/>
                <a:ea typeface="Roboto Mono"/>
                <a:cs typeface="Roboto Mono"/>
                <a:sym typeface="Roboto Mono"/>
              </a:defRPr>
            </a:lvl6pPr>
            <a:lvl7pPr indent="-292100" lvl="6" marL="3200400">
              <a:spcBef>
                <a:spcPts val="0"/>
              </a:spcBef>
              <a:spcAft>
                <a:spcPts val="0"/>
              </a:spcAft>
              <a:buSzPts val="1000"/>
              <a:buFont typeface="Roboto Mono"/>
              <a:buChar char="●"/>
              <a:defRPr b="1" sz="1000">
                <a:latin typeface="Roboto Mono"/>
                <a:ea typeface="Roboto Mono"/>
                <a:cs typeface="Roboto Mono"/>
                <a:sym typeface="Roboto Mono"/>
              </a:defRPr>
            </a:lvl7pPr>
            <a:lvl8pPr indent="-292100" lvl="7" marL="3657600">
              <a:spcBef>
                <a:spcPts val="0"/>
              </a:spcBef>
              <a:spcAft>
                <a:spcPts val="0"/>
              </a:spcAft>
              <a:buSzPts val="1000"/>
              <a:buFont typeface="Roboto Mono"/>
              <a:buChar char="○"/>
              <a:defRPr b="1" sz="1000">
                <a:latin typeface="Roboto Mono"/>
                <a:ea typeface="Roboto Mono"/>
                <a:cs typeface="Roboto Mono"/>
                <a:sym typeface="Roboto Mono"/>
              </a:defRPr>
            </a:lvl8pPr>
            <a:lvl9pPr indent="-292100" lvl="8" marL="4114800">
              <a:spcBef>
                <a:spcPts val="0"/>
              </a:spcBef>
              <a:spcAft>
                <a:spcPts val="0"/>
              </a:spcAft>
              <a:buSzPts val="1000"/>
              <a:buFont typeface="Roboto Mono"/>
              <a:buChar char="■"/>
              <a:defRPr b="1" sz="1000">
                <a:latin typeface="Roboto Mono"/>
                <a:ea typeface="Roboto Mono"/>
                <a:cs typeface="Roboto Mono"/>
                <a:sym typeface="Roboto Mon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
    <p:bg>
      <p:bgPr>
        <a:solidFill>
          <a:schemeClr val="dk1"/>
        </a:solidFill>
      </p:bgPr>
    </p:bg>
    <p:spTree>
      <p:nvGrpSpPr>
        <p:cNvPr id="154" name="Shape 154"/>
        <p:cNvGrpSpPr/>
        <p:nvPr/>
      </p:nvGrpSpPr>
      <p:grpSpPr>
        <a:xfrm>
          <a:off x="0" y="0"/>
          <a:ext cx="0" cy="0"/>
          <a:chOff x="0" y="0"/>
          <a:chExt cx="0" cy="0"/>
        </a:xfrm>
      </p:grpSpPr>
      <p:sp>
        <p:nvSpPr>
          <p:cNvPr id="155" name="Google Shape;155;p23"/>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600"/>
              <a:buNone/>
              <a:defRPr b="0" sz="600">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56" name="Google Shape;156;p23"/>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157" name="Google Shape;157;p23"/>
          <p:cNvSpPr txBox="1"/>
          <p:nvPr>
            <p:ph idx="1" type="body"/>
          </p:nvPr>
        </p:nvSpPr>
        <p:spPr>
          <a:xfrm>
            <a:off x="226525" y="1850026"/>
            <a:ext cx="8673000" cy="1931100"/>
          </a:xfrm>
          <a:prstGeom prst="rect">
            <a:avLst/>
          </a:prstGeom>
        </p:spPr>
        <p:txBody>
          <a:bodyPr anchorCtr="0" anchor="t" bIns="91425" lIns="91425" spcFirstLastPara="1" rIns="91425" wrap="square" tIns="91425">
            <a:no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
        <p:nvSpPr>
          <p:cNvPr id="158" name="Google Shape;158;p23"/>
          <p:cNvSpPr txBox="1"/>
          <p:nvPr/>
        </p:nvSpPr>
        <p:spPr>
          <a:xfrm>
            <a:off x="48250" y="482279"/>
            <a:ext cx="1647300" cy="80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0">
                <a:solidFill>
                  <a:schemeClr val="lt1"/>
                </a:solidFill>
                <a:latin typeface="Inter"/>
                <a:ea typeface="Inter"/>
                <a:cs typeface="Inter"/>
                <a:sym typeface="Inter"/>
              </a:rPr>
              <a:t>“</a:t>
            </a:r>
            <a:endParaRPr b="1" sz="20000">
              <a:solidFill>
                <a:schemeClr val="lt1"/>
              </a:solidFill>
              <a:latin typeface="Inter"/>
              <a:ea typeface="Inter"/>
              <a:cs typeface="Inter"/>
              <a:sym typeface="Inte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and image">
  <p:cSld name="CUSTOM_1_1">
    <p:bg>
      <p:bgPr>
        <a:solidFill>
          <a:schemeClr val="dk1"/>
        </a:solidFill>
      </p:bgPr>
    </p:bg>
    <p:spTree>
      <p:nvGrpSpPr>
        <p:cNvPr id="159" name="Shape 159"/>
        <p:cNvGrpSpPr/>
        <p:nvPr/>
      </p:nvGrpSpPr>
      <p:grpSpPr>
        <a:xfrm>
          <a:off x="0" y="0"/>
          <a:ext cx="0" cy="0"/>
          <a:chOff x="0" y="0"/>
          <a:chExt cx="0" cy="0"/>
        </a:xfrm>
      </p:grpSpPr>
      <p:sp>
        <p:nvSpPr>
          <p:cNvPr id="160" name="Google Shape;160;p24"/>
          <p:cNvSpPr/>
          <p:nvPr>
            <p:ph idx="2" type="pic"/>
          </p:nvPr>
        </p:nvSpPr>
        <p:spPr>
          <a:xfrm>
            <a:off x="338100" y="480450"/>
            <a:ext cx="3785400" cy="4438800"/>
          </a:xfrm>
          <a:prstGeom prst="rect">
            <a:avLst/>
          </a:prstGeom>
          <a:noFill/>
          <a:ln cap="flat" cmpd="sng" w="9525">
            <a:solidFill>
              <a:schemeClr val="lt1"/>
            </a:solidFill>
            <a:prstDash val="solid"/>
            <a:round/>
            <a:headEnd len="sm" w="sm" type="none"/>
            <a:tailEnd len="sm" w="sm" type="none"/>
          </a:ln>
        </p:spPr>
      </p:sp>
      <p:sp>
        <p:nvSpPr>
          <p:cNvPr id="161" name="Google Shape;161;p24"/>
          <p:cNvSpPr txBox="1"/>
          <p:nvPr>
            <p:ph idx="1" type="body"/>
          </p:nvPr>
        </p:nvSpPr>
        <p:spPr>
          <a:xfrm>
            <a:off x="4355225" y="3379725"/>
            <a:ext cx="4512900" cy="1557000"/>
          </a:xfrm>
          <a:prstGeom prst="rect">
            <a:avLst/>
          </a:prstGeom>
        </p:spPr>
        <p:txBody>
          <a:bodyPr anchorCtr="0" anchor="b" bIns="91425" lIns="91425" spcFirstLastPara="1" rIns="91425" wrap="square" tIns="91425">
            <a:noAutofit/>
          </a:bodyPr>
          <a:lstStyle>
            <a:lvl1pPr indent="-355600" lvl="0" marL="457200">
              <a:lnSpc>
                <a:spcPct val="90000"/>
              </a:lnSpc>
              <a:spcBef>
                <a:spcPts val="0"/>
              </a:spcBef>
              <a:spcAft>
                <a:spcPts val="0"/>
              </a:spcAft>
              <a:buClr>
                <a:schemeClr val="lt1"/>
              </a:buClr>
              <a:buSzPts val="2000"/>
              <a:buChar char="●"/>
              <a:defRPr sz="2000">
                <a:solidFill>
                  <a:schemeClr val="lt1"/>
                </a:solidFill>
              </a:defRPr>
            </a:lvl1pPr>
            <a:lvl2pPr indent="-355600" lvl="1" marL="914400">
              <a:lnSpc>
                <a:spcPct val="90000"/>
              </a:lnSpc>
              <a:spcBef>
                <a:spcPts val="0"/>
              </a:spcBef>
              <a:spcAft>
                <a:spcPts val="0"/>
              </a:spcAft>
              <a:buClr>
                <a:schemeClr val="lt1"/>
              </a:buClr>
              <a:buSzPts val="2000"/>
              <a:buChar char="○"/>
              <a:defRPr sz="2000">
                <a:solidFill>
                  <a:schemeClr val="lt1"/>
                </a:solidFill>
              </a:defRPr>
            </a:lvl2pPr>
            <a:lvl3pPr indent="-355600" lvl="2" marL="1371600">
              <a:lnSpc>
                <a:spcPct val="90000"/>
              </a:lnSpc>
              <a:spcBef>
                <a:spcPts val="0"/>
              </a:spcBef>
              <a:spcAft>
                <a:spcPts val="0"/>
              </a:spcAft>
              <a:buClr>
                <a:schemeClr val="lt1"/>
              </a:buClr>
              <a:buSzPts val="2000"/>
              <a:buChar char="■"/>
              <a:defRPr sz="2000">
                <a:solidFill>
                  <a:schemeClr val="lt1"/>
                </a:solidFill>
              </a:defRPr>
            </a:lvl3pPr>
            <a:lvl4pPr indent="-355600" lvl="3" marL="1828800">
              <a:lnSpc>
                <a:spcPct val="90000"/>
              </a:lnSpc>
              <a:spcBef>
                <a:spcPts val="0"/>
              </a:spcBef>
              <a:spcAft>
                <a:spcPts val="0"/>
              </a:spcAft>
              <a:buClr>
                <a:schemeClr val="lt1"/>
              </a:buClr>
              <a:buSzPts val="2000"/>
              <a:buChar char="●"/>
              <a:defRPr sz="2000">
                <a:solidFill>
                  <a:schemeClr val="lt1"/>
                </a:solidFill>
              </a:defRPr>
            </a:lvl4pPr>
            <a:lvl5pPr indent="-355600" lvl="4" marL="2286000">
              <a:lnSpc>
                <a:spcPct val="90000"/>
              </a:lnSpc>
              <a:spcBef>
                <a:spcPts val="0"/>
              </a:spcBef>
              <a:spcAft>
                <a:spcPts val="0"/>
              </a:spcAft>
              <a:buClr>
                <a:schemeClr val="lt1"/>
              </a:buClr>
              <a:buSzPts val="2000"/>
              <a:buChar char="○"/>
              <a:defRPr sz="2000">
                <a:solidFill>
                  <a:schemeClr val="lt1"/>
                </a:solidFill>
              </a:defRPr>
            </a:lvl5pPr>
            <a:lvl6pPr indent="-355600" lvl="5" marL="2743200">
              <a:lnSpc>
                <a:spcPct val="90000"/>
              </a:lnSpc>
              <a:spcBef>
                <a:spcPts val="0"/>
              </a:spcBef>
              <a:spcAft>
                <a:spcPts val="0"/>
              </a:spcAft>
              <a:buClr>
                <a:schemeClr val="lt1"/>
              </a:buClr>
              <a:buSzPts val="2000"/>
              <a:buChar char="■"/>
              <a:defRPr sz="2000">
                <a:solidFill>
                  <a:schemeClr val="lt1"/>
                </a:solidFill>
              </a:defRPr>
            </a:lvl6pPr>
            <a:lvl7pPr indent="-355600" lvl="6" marL="3200400">
              <a:lnSpc>
                <a:spcPct val="90000"/>
              </a:lnSpc>
              <a:spcBef>
                <a:spcPts val="0"/>
              </a:spcBef>
              <a:spcAft>
                <a:spcPts val="0"/>
              </a:spcAft>
              <a:buClr>
                <a:schemeClr val="lt1"/>
              </a:buClr>
              <a:buSzPts val="2000"/>
              <a:buChar char="●"/>
              <a:defRPr sz="2000">
                <a:solidFill>
                  <a:schemeClr val="lt1"/>
                </a:solidFill>
              </a:defRPr>
            </a:lvl7pPr>
            <a:lvl8pPr indent="-355600" lvl="7" marL="3657600">
              <a:lnSpc>
                <a:spcPct val="90000"/>
              </a:lnSpc>
              <a:spcBef>
                <a:spcPts val="0"/>
              </a:spcBef>
              <a:spcAft>
                <a:spcPts val="0"/>
              </a:spcAft>
              <a:buClr>
                <a:schemeClr val="lt1"/>
              </a:buClr>
              <a:buSzPts val="2000"/>
              <a:buChar char="○"/>
              <a:defRPr sz="2000">
                <a:solidFill>
                  <a:schemeClr val="lt1"/>
                </a:solidFill>
              </a:defRPr>
            </a:lvl8pPr>
            <a:lvl9pPr indent="-355600" lvl="8" marL="4114800">
              <a:lnSpc>
                <a:spcPct val="90000"/>
              </a:lnSpc>
              <a:spcBef>
                <a:spcPts val="0"/>
              </a:spcBef>
              <a:spcAft>
                <a:spcPts val="0"/>
              </a:spcAft>
              <a:buClr>
                <a:schemeClr val="lt1"/>
              </a:buClr>
              <a:buSzPts val="2000"/>
              <a:buChar char="■"/>
              <a:defRPr sz="2000">
                <a:solidFill>
                  <a:schemeClr val="lt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and image">
  <p:cSld name="CUSTOM_2">
    <p:spTree>
      <p:nvGrpSpPr>
        <p:cNvPr id="162" name="Shape 162"/>
        <p:cNvGrpSpPr/>
        <p:nvPr/>
      </p:nvGrpSpPr>
      <p:grpSpPr>
        <a:xfrm>
          <a:off x="0" y="0"/>
          <a:ext cx="0" cy="0"/>
          <a:chOff x="0" y="0"/>
          <a:chExt cx="0" cy="0"/>
        </a:xfrm>
      </p:grpSpPr>
      <p:sp>
        <p:nvSpPr>
          <p:cNvPr id="163" name="Google Shape;163;p25"/>
          <p:cNvSpPr/>
          <p:nvPr>
            <p:ph idx="2" type="pic"/>
          </p:nvPr>
        </p:nvSpPr>
        <p:spPr>
          <a:xfrm>
            <a:off x="226500" y="2357750"/>
            <a:ext cx="8691000" cy="2559300"/>
          </a:xfrm>
          <a:prstGeom prst="rect">
            <a:avLst/>
          </a:prstGeom>
          <a:noFill/>
          <a:ln cap="flat" cmpd="sng" w="9525">
            <a:solidFill>
              <a:schemeClr val="dk1"/>
            </a:solidFill>
            <a:prstDash val="solid"/>
            <a:round/>
            <a:headEnd len="sm" w="sm" type="none"/>
            <a:tailEnd len="sm" w="sm" type="none"/>
          </a:ln>
        </p:spPr>
      </p:sp>
      <p:sp>
        <p:nvSpPr>
          <p:cNvPr id="164" name="Google Shape;164;p25"/>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5" name="Google Shape;165;p25"/>
          <p:cNvSpPr txBox="1"/>
          <p:nvPr>
            <p:ph idx="3"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166" name="Google Shape;166;p25"/>
          <p:cNvSpPr txBox="1"/>
          <p:nvPr>
            <p:ph idx="1" type="subTitle"/>
          </p:nvPr>
        </p:nvSpPr>
        <p:spPr>
          <a:xfrm>
            <a:off x="226525" y="700225"/>
            <a:ext cx="2157900" cy="1575900"/>
          </a:xfrm>
          <a:prstGeom prst="rect">
            <a:avLst/>
          </a:prstGeom>
        </p:spPr>
        <p:txBody>
          <a:bodyPr anchorCtr="0" anchor="ctr" bIns="91425" lIns="91425" spcFirstLastPara="1" rIns="91425" wrap="square" tIns="91425">
            <a:noAutofit/>
          </a:bodyPr>
          <a:lstStyle>
            <a:lvl1pPr lvl="0">
              <a:lnSpc>
                <a:spcPct val="90000"/>
              </a:lnSpc>
              <a:spcBef>
                <a:spcPts val="0"/>
              </a:spcBef>
              <a:spcAft>
                <a:spcPts val="0"/>
              </a:spcAft>
              <a:buSzPts val="11200"/>
              <a:buNone/>
              <a:defRPr b="1" sz="1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p25"/>
          <p:cNvSpPr txBox="1"/>
          <p:nvPr>
            <p:ph idx="4" type="body"/>
          </p:nvPr>
        </p:nvSpPr>
        <p:spPr>
          <a:xfrm>
            <a:off x="2492925" y="700283"/>
            <a:ext cx="6424500" cy="1575900"/>
          </a:xfrm>
          <a:prstGeom prst="rect">
            <a:avLst/>
          </a:prstGeom>
        </p:spPr>
        <p:txBody>
          <a:bodyPr anchorCtr="0" anchor="ctr" bIns="91425" lIns="91425" spcFirstLastPara="1" rIns="91425" wrap="square" tIns="91425">
            <a:noAutofit/>
          </a:bodyPr>
          <a:lstStyle>
            <a:lvl1pPr indent="-355600" lvl="0" marL="4572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1pPr>
            <a:lvl2pPr indent="-355600" lvl="1" marL="9144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2pPr>
            <a:lvl3pPr indent="-355600" lvl="2" marL="13716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3pPr>
            <a:lvl4pPr indent="-355600" lvl="3" marL="18288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4pPr>
            <a:lvl5pPr indent="-355600" lvl="4" marL="22860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5pPr>
            <a:lvl6pPr indent="-355600" lvl="5" marL="27432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6pPr>
            <a:lvl7pPr indent="-355600" lvl="6" marL="32004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7pPr>
            <a:lvl8pPr indent="-355600" lvl="7" marL="36576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8pPr>
            <a:lvl9pPr indent="-355600" lvl="8" marL="41148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CUSTOM_2_1">
    <p:spTree>
      <p:nvGrpSpPr>
        <p:cNvPr id="168" name="Shape 168"/>
        <p:cNvGrpSpPr/>
        <p:nvPr/>
      </p:nvGrpSpPr>
      <p:grpSpPr>
        <a:xfrm>
          <a:off x="0" y="0"/>
          <a:ext cx="0" cy="0"/>
          <a:chOff x="0" y="0"/>
          <a:chExt cx="0" cy="0"/>
        </a:xfrm>
      </p:grpSpPr>
      <p:sp>
        <p:nvSpPr>
          <p:cNvPr id="169" name="Google Shape;169;p26"/>
          <p:cNvSpPr txBox="1"/>
          <p:nvPr>
            <p:ph type="title"/>
          </p:nvPr>
        </p:nvSpPr>
        <p:spPr>
          <a:xfrm>
            <a:off x="226525" y="630625"/>
            <a:ext cx="68103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0" name="Google Shape;170;p26"/>
          <p:cNvSpPr txBox="1"/>
          <p:nvPr>
            <p:ph idx="1" type="subTitle"/>
          </p:nvPr>
        </p:nvSpPr>
        <p:spPr>
          <a:xfrm>
            <a:off x="226525" y="3814125"/>
            <a:ext cx="2999100" cy="11226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2_1_2">
    <p:spTree>
      <p:nvGrpSpPr>
        <p:cNvPr id="171" name="Shape 171"/>
        <p:cNvGrpSpPr/>
        <p:nvPr/>
      </p:nvGrpSpPr>
      <p:grpSpPr>
        <a:xfrm>
          <a:off x="0" y="0"/>
          <a:ext cx="0" cy="0"/>
          <a:chOff x="0" y="0"/>
          <a:chExt cx="0" cy="0"/>
        </a:xfrm>
      </p:grpSpPr>
      <p:sp>
        <p:nvSpPr>
          <p:cNvPr id="172" name="Google Shape;172;p27"/>
          <p:cNvSpPr txBox="1"/>
          <p:nvPr>
            <p:ph idx="1" type="subTitle"/>
          </p:nvPr>
        </p:nvSpPr>
        <p:spPr>
          <a:xfrm>
            <a:off x="226533" y="345927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3" name="Google Shape;173;p27"/>
          <p:cNvSpPr txBox="1"/>
          <p:nvPr>
            <p:ph idx="2" type="subTitle"/>
          </p:nvPr>
        </p:nvSpPr>
        <p:spPr>
          <a:xfrm>
            <a:off x="3091450" y="345927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4" name="Google Shape;174;p27"/>
          <p:cNvSpPr txBox="1"/>
          <p:nvPr>
            <p:ph idx="3" type="subTitle"/>
          </p:nvPr>
        </p:nvSpPr>
        <p:spPr>
          <a:xfrm>
            <a:off x="5956367" y="345927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5" name="Google Shape;175;p27"/>
          <p:cNvSpPr txBox="1"/>
          <p:nvPr>
            <p:ph idx="4" type="subTitle"/>
          </p:nvPr>
        </p:nvSpPr>
        <p:spPr>
          <a:xfrm>
            <a:off x="226533" y="423682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6" name="Google Shape;176;p27"/>
          <p:cNvSpPr txBox="1"/>
          <p:nvPr>
            <p:ph idx="5" type="subTitle"/>
          </p:nvPr>
        </p:nvSpPr>
        <p:spPr>
          <a:xfrm>
            <a:off x="3091450" y="423682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7" name="Google Shape;177;p27"/>
          <p:cNvSpPr txBox="1"/>
          <p:nvPr>
            <p:ph idx="6" type="subTitle"/>
          </p:nvPr>
        </p:nvSpPr>
        <p:spPr>
          <a:xfrm>
            <a:off x="5956367" y="423682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8" name="Google Shape;178;p27"/>
          <p:cNvSpPr txBox="1"/>
          <p:nvPr>
            <p:ph type="title"/>
          </p:nvPr>
        </p:nvSpPr>
        <p:spPr>
          <a:xfrm>
            <a:off x="226525" y="630625"/>
            <a:ext cx="68103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CUSTOM_2_1_1">
    <p:bg>
      <p:bgPr>
        <a:solidFill>
          <a:schemeClr val="dk1"/>
        </a:solidFill>
      </p:bgPr>
    </p:bg>
    <p:spTree>
      <p:nvGrpSpPr>
        <p:cNvPr id="179" name="Shape 179"/>
        <p:cNvGrpSpPr/>
        <p:nvPr/>
      </p:nvGrpSpPr>
      <p:grpSpPr>
        <a:xfrm>
          <a:off x="0" y="0"/>
          <a:ext cx="0" cy="0"/>
          <a:chOff x="0" y="0"/>
          <a:chExt cx="0" cy="0"/>
        </a:xfrm>
      </p:grpSpPr>
      <p:sp>
        <p:nvSpPr>
          <p:cNvPr id="180" name="Google Shape;180;p28"/>
          <p:cNvSpPr txBox="1"/>
          <p:nvPr>
            <p:ph type="title"/>
          </p:nvPr>
        </p:nvSpPr>
        <p:spPr>
          <a:xfrm>
            <a:off x="226525" y="630625"/>
            <a:ext cx="68103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7300"/>
              <a:buNone/>
              <a:defRPr sz="7300">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81" name="Google Shape;181;p28"/>
          <p:cNvSpPr txBox="1"/>
          <p:nvPr>
            <p:ph idx="1" type="subTitle"/>
          </p:nvPr>
        </p:nvSpPr>
        <p:spPr>
          <a:xfrm>
            <a:off x="226525" y="3814125"/>
            <a:ext cx="2999100" cy="11226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2000"/>
              <a:buNone/>
              <a:defRPr sz="20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two images">
  <p:cSld name="CUSTOM_3">
    <p:spTree>
      <p:nvGrpSpPr>
        <p:cNvPr id="182" name="Shape 182"/>
        <p:cNvGrpSpPr/>
        <p:nvPr/>
      </p:nvGrpSpPr>
      <p:grpSpPr>
        <a:xfrm>
          <a:off x="0" y="0"/>
          <a:ext cx="0" cy="0"/>
          <a:chOff x="0" y="0"/>
          <a:chExt cx="0" cy="0"/>
        </a:xfrm>
      </p:grpSpPr>
      <p:sp>
        <p:nvSpPr>
          <p:cNvPr id="183" name="Google Shape;183;p29"/>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4" name="Google Shape;184;p29"/>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185" name="Google Shape;185;p29"/>
          <p:cNvSpPr txBox="1"/>
          <p:nvPr>
            <p:ph idx="1" type="body"/>
          </p:nvPr>
        </p:nvSpPr>
        <p:spPr>
          <a:xfrm>
            <a:off x="226525" y="2080445"/>
            <a:ext cx="29247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86" name="Google Shape;186;p29"/>
          <p:cNvSpPr txBox="1"/>
          <p:nvPr>
            <p:ph idx="3" type="title"/>
          </p:nvPr>
        </p:nvSpPr>
        <p:spPr>
          <a:xfrm>
            <a:off x="226525" y="1271100"/>
            <a:ext cx="29247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87" name="Google Shape;187;p29"/>
          <p:cNvSpPr/>
          <p:nvPr>
            <p:ph idx="4" type="pic"/>
          </p:nvPr>
        </p:nvSpPr>
        <p:spPr>
          <a:xfrm>
            <a:off x="3368775" y="226625"/>
            <a:ext cx="3733800" cy="4690500"/>
          </a:xfrm>
          <a:prstGeom prst="rect">
            <a:avLst/>
          </a:prstGeom>
          <a:noFill/>
          <a:ln cap="flat" cmpd="sng" w="9525">
            <a:solidFill>
              <a:schemeClr val="dk1"/>
            </a:solidFill>
            <a:prstDash val="solid"/>
            <a:round/>
            <a:headEnd len="sm" w="sm" type="none"/>
            <a:tailEnd len="sm" w="sm" type="none"/>
          </a:ln>
        </p:spPr>
      </p:sp>
      <p:sp>
        <p:nvSpPr>
          <p:cNvPr id="188" name="Google Shape;188;p29"/>
          <p:cNvSpPr/>
          <p:nvPr>
            <p:ph idx="5" type="pic"/>
          </p:nvPr>
        </p:nvSpPr>
        <p:spPr>
          <a:xfrm>
            <a:off x="7320200" y="1391900"/>
            <a:ext cx="1597200" cy="1970400"/>
          </a:xfrm>
          <a:prstGeom prst="rect">
            <a:avLst/>
          </a:prstGeom>
          <a:noFill/>
          <a:ln cap="flat" cmpd="sng" w="9525">
            <a:solidFill>
              <a:schemeClr val="dk1"/>
            </a:solidFill>
            <a:prstDash val="solid"/>
            <a:round/>
            <a:headEnd len="sm" w="sm" type="none"/>
            <a:tailEnd len="sm" w="sm" type="none"/>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wo storyboards">
  <p:cSld name="CUSTOM_3_2">
    <p:spTree>
      <p:nvGrpSpPr>
        <p:cNvPr id="189" name="Shape 189"/>
        <p:cNvGrpSpPr/>
        <p:nvPr/>
      </p:nvGrpSpPr>
      <p:grpSpPr>
        <a:xfrm>
          <a:off x="0" y="0"/>
          <a:ext cx="0" cy="0"/>
          <a:chOff x="0" y="0"/>
          <a:chExt cx="0" cy="0"/>
        </a:xfrm>
      </p:grpSpPr>
      <p:sp>
        <p:nvSpPr>
          <p:cNvPr id="190" name="Google Shape;190;p30"/>
          <p:cNvSpPr/>
          <p:nvPr>
            <p:ph idx="2" type="pic"/>
          </p:nvPr>
        </p:nvSpPr>
        <p:spPr>
          <a:xfrm>
            <a:off x="-5225" y="713825"/>
            <a:ext cx="4571700" cy="2795700"/>
          </a:xfrm>
          <a:prstGeom prst="rect">
            <a:avLst/>
          </a:prstGeom>
          <a:noFill/>
          <a:ln>
            <a:noFill/>
          </a:ln>
        </p:spPr>
      </p:sp>
      <p:sp>
        <p:nvSpPr>
          <p:cNvPr id="191" name="Google Shape;191;p30"/>
          <p:cNvSpPr txBox="1"/>
          <p:nvPr>
            <p:ph type="title"/>
          </p:nvPr>
        </p:nvSpPr>
        <p:spPr>
          <a:xfrm>
            <a:off x="180475" y="3632700"/>
            <a:ext cx="42003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92" name="Google Shape;192;p30"/>
          <p:cNvSpPr txBox="1"/>
          <p:nvPr>
            <p:ph idx="1" type="body"/>
          </p:nvPr>
        </p:nvSpPr>
        <p:spPr>
          <a:xfrm>
            <a:off x="180475" y="4133502"/>
            <a:ext cx="42003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93" name="Google Shape;193;p30"/>
          <p:cNvSpPr txBox="1"/>
          <p:nvPr>
            <p:ph idx="3" type="title"/>
          </p:nvPr>
        </p:nvSpPr>
        <p:spPr>
          <a:xfrm>
            <a:off x="322275" y="116625"/>
            <a:ext cx="8494800" cy="3936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cxnSp>
        <p:nvCxnSpPr>
          <p:cNvPr id="194" name="Google Shape;194;p30"/>
          <p:cNvCxnSpPr/>
          <p:nvPr/>
        </p:nvCxnSpPr>
        <p:spPr>
          <a:xfrm>
            <a:off x="4572000" y="709150"/>
            <a:ext cx="0" cy="4443300"/>
          </a:xfrm>
          <a:prstGeom prst="straightConnector1">
            <a:avLst/>
          </a:prstGeom>
          <a:noFill/>
          <a:ln cap="flat" cmpd="sng" w="9525">
            <a:solidFill>
              <a:schemeClr val="dk1"/>
            </a:solidFill>
            <a:prstDash val="solid"/>
            <a:round/>
            <a:headEnd len="med" w="med" type="none"/>
            <a:tailEnd len="med" w="med" type="none"/>
          </a:ln>
        </p:spPr>
      </p:cxnSp>
      <p:cxnSp>
        <p:nvCxnSpPr>
          <p:cNvPr id="195" name="Google Shape;195;p30"/>
          <p:cNvCxnSpPr/>
          <p:nvPr/>
        </p:nvCxnSpPr>
        <p:spPr>
          <a:xfrm rot="10800000">
            <a:off x="0" y="3514875"/>
            <a:ext cx="9152400" cy="0"/>
          </a:xfrm>
          <a:prstGeom prst="straightConnector1">
            <a:avLst/>
          </a:prstGeom>
          <a:noFill/>
          <a:ln cap="flat" cmpd="sng" w="9525">
            <a:solidFill>
              <a:schemeClr val="dk1"/>
            </a:solidFill>
            <a:prstDash val="solid"/>
            <a:round/>
            <a:headEnd len="med" w="med" type="none"/>
            <a:tailEnd len="med" w="med" type="none"/>
          </a:ln>
        </p:spPr>
      </p:cxnSp>
      <p:cxnSp>
        <p:nvCxnSpPr>
          <p:cNvPr id="196" name="Google Shape;196;p30"/>
          <p:cNvCxnSpPr/>
          <p:nvPr/>
        </p:nvCxnSpPr>
        <p:spPr>
          <a:xfrm rot="10800000">
            <a:off x="0" y="709575"/>
            <a:ext cx="9152400" cy="0"/>
          </a:xfrm>
          <a:prstGeom prst="straightConnector1">
            <a:avLst/>
          </a:prstGeom>
          <a:noFill/>
          <a:ln cap="flat" cmpd="sng" w="9525">
            <a:solidFill>
              <a:schemeClr val="dk1"/>
            </a:solidFill>
            <a:prstDash val="solid"/>
            <a:round/>
            <a:headEnd len="med" w="med" type="none"/>
            <a:tailEnd len="med" w="med" type="none"/>
          </a:ln>
        </p:spPr>
      </p:cxnSp>
      <p:sp>
        <p:nvSpPr>
          <p:cNvPr id="197" name="Google Shape;197;p30"/>
          <p:cNvSpPr/>
          <p:nvPr>
            <p:ph idx="4" type="pic"/>
          </p:nvPr>
        </p:nvSpPr>
        <p:spPr>
          <a:xfrm>
            <a:off x="4577525" y="713825"/>
            <a:ext cx="4571700" cy="2795700"/>
          </a:xfrm>
          <a:prstGeom prst="rect">
            <a:avLst/>
          </a:prstGeom>
          <a:noFill/>
          <a:ln>
            <a:noFill/>
          </a:ln>
        </p:spPr>
      </p:sp>
      <p:sp>
        <p:nvSpPr>
          <p:cNvPr id="198" name="Google Shape;198;p30"/>
          <p:cNvSpPr txBox="1"/>
          <p:nvPr>
            <p:ph idx="5" type="title"/>
          </p:nvPr>
        </p:nvSpPr>
        <p:spPr>
          <a:xfrm>
            <a:off x="4763225" y="3632700"/>
            <a:ext cx="42003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99" name="Google Shape;199;p30"/>
          <p:cNvSpPr txBox="1"/>
          <p:nvPr>
            <p:ph idx="6" type="body"/>
          </p:nvPr>
        </p:nvSpPr>
        <p:spPr>
          <a:xfrm>
            <a:off x="4763225" y="4133502"/>
            <a:ext cx="42003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escription with phone">
  <p:cSld name="CUSTOM_3_1">
    <p:spTree>
      <p:nvGrpSpPr>
        <p:cNvPr id="200" name="Shape 200"/>
        <p:cNvGrpSpPr/>
        <p:nvPr/>
      </p:nvGrpSpPr>
      <p:grpSpPr>
        <a:xfrm>
          <a:off x="0" y="0"/>
          <a:ext cx="0" cy="0"/>
          <a:chOff x="0" y="0"/>
          <a:chExt cx="0" cy="0"/>
        </a:xfrm>
      </p:grpSpPr>
      <p:sp>
        <p:nvSpPr>
          <p:cNvPr id="201" name="Google Shape;201;p31"/>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2" name="Google Shape;202;p31"/>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203" name="Google Shape;203;p31"/>
          <p:cNvSpPr txBox="1"/>
          <p:nvPr>
            <p:ph idx="1" type="body"/>
          </p:nvPr>
        </p:nvSpPr>
        <p:spPr>
          <a:xfrm>
            <a:off x="226525" y="2080445"/>
            <a:ext cx="29247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04" name="Google Shape;204;p31"/>
          <p:cNvSpPr txBox="1"/>
          <p:nvPr>
            <p:ph idx="3" type="title"/>
          </p:nvPr>
        </p:nvSpPr>
        <p:spPr>
          <a:xfrm>
            <a:off x="226525" y="1271100"/>
            <a:ext cx="29247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pic>
        <p:nvPicPr>
          <p:cNvPr descr="Blank mock of a smartphone." id="205" name="Google Shape;205;p31"/>
          <p:cNvPicPr preferRelativeResize="0"/>
          <p:nvPr/>
        </p:nvPicPr>
        <p:blipFill rotWithShape="1">
          <a:blip r:embed="rId2">
            <a:alphaModFix/>
          </a:blip>
          <a:srcRect b="38737" l="0" r="0" t="0"/>
          <a:stretch/>
        </p:blipFill>
        <p:spPr>
          <a:xfrm>
            <a:off x="3882050" y="261250"/>
            <a:ext cx="4814074" cy="4882250"/>
          </a:xfrm>
          <a:prstGeom prst="rect">
            <a:avLst/>
          </a:prstGeom>
          <a:noFill/>
          <a:ln>
            <a:noFill/>
          </a:ln>
        </p:spPr>
      </p:pic>
      <p:sp>
        <p:nvSpPr>
          <p:cNvPr id="206" name="Google Shape;206;p31"/>
          <p:cNvSpPr/>
          <p:nvPr>
            <p:ph idx="4" type="pic"/>
          </p:nvPr>
        </p:nvSpPr>
        <p:spPr>
          <a:xfrm>
            <a:off x="4197575" y="512375"/>
            <a:ext cx="2847600" cy="4631100"/>
          </a:xfrm>
          <a:prstGeom prst="round2SameRect">
            <a:avLst>
              <a:gd fmla="val 12455" name="adj1"/>
              <a:gd fmla="val 0" name="adj2"/>
            </a:avLst>
          </a:prstGeom>
          <a:no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p:cSld name="CUSTOM_4">
    <p:spTree>
      <p:nvGrpSpPr>
        <p:cNvPr id="207" name="Shape 207"/>
        <p:cNvGrpSpPr/>
        <p:nvPr/>
      </p:nvGrpSpPr>
      <p:grpSpPr>
        <a:xfrm>
          <a:off x="0" y="0"/>
          <a:ext cx="0" cy="0"/>
          <a:chOff x="0" y="0"/>
          <a:chExt cx="0" cy="0"/>
        </a:xfrm>
      </p:grpSpPr>
      <p:sp>
        <p:nvSpPr>
          <p:cNvPr id="208" name="Google Shape;208;p32"/>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9" name="Google Shape;209;p32"/>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210" name="Google Shape;210;p32"/>
          <p:cNvSpPr txBox="1"/>
          <p:nvPr>
            <p:ph idx="1" type="body"/>
          </p:nvPr>
        </p:nvSpPr>
        <p:spPr>
          <a:xfrm>
            <a:off x="226525" y="1793250"/>
            <a:ext cx="8599500" cy="1557000"/>
          </a:xfrm>
          <a:prstGeom prst="rect">
            <a:avLst/>
          </a:prstGeom>
        </p:spPr>
        <p:txBody>
          <a:bodyPr anchorCtr="0" anchor="ctr" bIns="91425" lIns="91425" spcFirstLastPara="1" rIns="91425" wrap="square" tIns="91425">
            <a:noAutofit/>
          </a:bodyPr>
          <a:lstStyle>
            <a:lvl1pPr indent="-412750" lvl="0" marL="457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1pPr>
            <a:lvl2pPr indent="-412750" lvl="1" marL="914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2pPr>
            <a:lvl3pPr indent="-412750" lvl="2" marL="1371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3pPr>
            <a:lvl4pPr indent="-412750" lvl="3" marL="1828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4pPr>
            <a:lvl5pPr indent="-412750" lvl="4" marL="22860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5pPr>
            <a:lvl6pPr indent="-412750" lvl="5" marL="2743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6pPr>
            <a:lvl7pPr indent="-412750" lvl="6" marL="3200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7pPr>
            <a:lvl8pPr indent="-412750" lvl="7" marL="3657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8pPr>
            <a:lvl9pPr indent="-412750" lvl="8" marL="4114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9pPr>
          </a:lstStyle>
          <a:p/>
        </p:txBody>
      </p:sp>
      <p:sp>
        <p:nvSpPr>
          <p:cNvPr id="211" name="Google Shape;211;p32"/>
          <p:cNvSpPr txBox="1"/>
          <p:nvPr>
            <p:ph idx="3" type="body"/>
          </p:nvPr>
        </p:nvSpPr>
        <p:spPr>
          <a:xfrm>
            <a:off x="226525" y="4719800"/>
            <a:ext cx="3143400" cy="2382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2" name="Google Shape;212;p32"/>
          <p:cNvSpPr txBox="1"/>
          <p:nvPr>
            <p:ph idx="4" type="body"/>
          </p:nvPr>
        </p:nvSpPr>
        <p:spPr>
          <a:xfrm>
            <a:off x="3590149" y="4719800"/>
            <a:ext cx="2535600" cy="2382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3" name="Google Shape;213;p32"/>
          <p:cNvSpPr txBox="1"/>
          <p:nvPr>
            <p:ph idx="5" type="body"/>
          </p:nvPr>
        </p:nvSpPr>
        <p:spPr>
          <a:xfrm>
            <a:off x="6345974" y="4719800"/>
            <a:ext cx="2535600" cy="2382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4_1">
    <p:spTree>
      <p:nvGrpSpPr>
        <p:cNvPr id="214" name="Shape 214"/>
        <p:cNvGrpSpPr/>
        <p:nvPr/>
      </p:nvGrpSpPr>
      <p:grpSpPr>
        <a:xfrm>
          <a:off x="0" y="0"/>
          <a:ext cx="0" cy="0"/>
          <a:chOff x="0" y="0"/>
          <a:chExt cx="0" cy="0"/>
        </a:xfrm>
      </p:grpSpPr>
      <p:sp>
        <p:nvSpPr>
          <p:cNvPr id="215" name="Google Shape;215;p33"/>
          <p:cNvSpPr txBox="1"/>
          <p:nvPr>
            <p:ph idx="1" type="body"/>
          </p:nvPr>
        </p:nvSpPr>
        <p:spPr>
          <a:xfrm>
            <a:off x="226525" y="4334850"/>
            <a:ext cx="26730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6" name="Google Shape;216;p33"/>
          <p:cNvSpPr txBox="1"/>
          <p:nvPr>
            <p:ph idx="2" type="subTitle"/>
          </p:nvPr>
        </p:nvSpPr>
        <p:spPr>
          <a:xfrm>
            <a:off x="226525" y="3712825"/>
            <a:ext cx="26730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7" name="Google Shape;217;p33"/>
          <p:cNvSpPr txBox="1"/>
          <p:nvPr>
            <p:ph idx="3" type="body"/>
          </p:nvPr>
        </p:nvSpPr>
        <p:spPr>
          <a:xfrm>
            <a:off x="3235500" y="4334850"/>
            <a:ext cx="26730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8" name="Google Shape;218;p33"/>
          <p:cNvSpPr txBox="1"/>
          <p:nvPr>
            <p:ph idx="4" type="subTitle"/>
          </p:nvPr>
        </p:nvSpPr>
        <p:spPr>
          <a:xfrm>
            <a:off x="3235500" y="3712825"/>
            <a:ext cx="26730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9" name="Google Shape;219;p33"/>
          <p:cNvSpPr txBox="1"/>
          <p:nvPr>
            <p:ph idx="5" type="body"/>
          </p:nvPr>
        </p:nvSpPr>
        <p:spPr>
          <a:xfrm>
            <a:off x="6153025" y="4334850"/>
            <a:ext cx="26730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0" name="Google Shape;220;p33"/>
          <p:cNvSpPr txBox="1"/>
          <p:nvPr>
            <p:ph idx="6" type="subTitle"/>
          </p:nvPr>
        </p:nvSpPr>
        <p:spPr>
          <a:xfrm>
            <a:off x="6153025" y="3712825"/>
            <a:ext cx="26730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1" name="Google Shape;221;p33"/>
          <p:cNvSpPr txBox="1"/>
          <p:nvPr>
            <p:ph type="title"/>
          </p:nvPr>
        </p:nvSpPr>
        <p:spPr>
          <a:xfrm>
            <a:off x="226525" y="1793250"/>
            <a:ext cx="8599500" cy="1515600"/>
          </a:xfrm>
          <a:prstGeom prst="rect">
            <a:avLst/>
          </a:prstGeom>
        </p:spPr>
        <p:txBody>
          <a:bodyPr anchorCtr="0" anchor="t" bIns="91425" lIns="91425" spcFirstLastPara="1" rIns="91425" wrap="square" tIns="91425">
            <a:normAutofit/>
          </a:bodyPr>
          <a:lstStyle>
            <a:lvl1pPr lvl="0">
              <a:spcBef>
                <a:spcPts val="0"/>
              </a:spcBef>
              <a:spcAft>
                <a:spcPts val="0"/>
              </a:spcAft>
              <a:buSzPts val="2500"/>
              <a:buNone/>
              <a:defRPr sz="25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4_1_1">
    <p:spTree>
      <p:nvGrpSpPr>
        <p:cNvPr id="222" name="Shape 222"/>
        <p:cNvGrpSpPr/>
        <p:nvPr/>
      </p:nvGrpSpPr>
      <p:grpSpPr>
        <a:xfrm>
          <a:off x="0" y="0"/>
          <a:ext cx="0" cy="0"/>
          <a:chOff x="0" y="0"/>
          <a:chExt cx="0" cy="0"/>
        </a:xfrm>
      </p:grpSpPr>
      <p:sp>
        <p:nvSpPr>
          <p:cNvPr id="223" name="Google Shape;223;p34"/>
          <p:cNvSpPr txBox="1"/>
          <p:nvPr>
            <p:ph idx="1" type="body"/>
          </p:nvPr>
        </p:nvSpPr>
        <p:spPr>
          <a:xfrm>
            <a:off x="226525" y="43348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4" name="Google Shape;224;p34"/>
          <p:cNvSpPr txBox="1"/>
          <p:nvPr>
            <p:ph idx="2" type="subTitle"/>
          </p:nvPr>
        </p:nvSpPr>
        <p:spPr>
          <a:xfrm>
            <a:off x="226525" y="37128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5" name="Google Shape;225;p34"/>
          <p:cNvSpPr txBox="1"/>
          <p:nvPr>
            <p:ph idx="3" type="body"/>
          </p:nvPr>
        </p:nvSpPr>
        <p:spPr>
          <a:xfrm>
            <a:off x="4841843" y="43348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6" name="Google Shape;226;p34"/>
          <p:cNvSpPr txBox="1"/>
          <p:nvPr>
            <p:ph idx="4" type="subTitle"/>
          </p:nvPr>
        </p:nvSpPr>
        <p:spPr>
          <a:xfrm>
            <a:off x="4841843" y="37128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7" name="Google Shape;227;p34"/>
          <p:cNvSpPr txBox="1"/>
          <p:nvPr>
            <p:ph idx="5" type="body"/>
          </p:nvPr>
        </p:nvSpPr>
        <p:spPr>
          <a:xfrm>
            <a:off x="226525" y="27231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8" name="Google Shape;228;p34"/>
          <p:cNvSpPr txBox="1"/>
          <p:nvPr>
            <p:ph idx="6" type="subTitle"/>
          </p:nvPr>
        </p:nvSpPr>
        <p:spPr>
          <a:xfrm>
            <a:off x="226525" y="21011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9" name="Google Shape;229;p34"/>
          <p:cNvSpPr txBox="1"/>
          <p:nvPr>
            <p:ph idx="7" type="body"/>
          </p:nvPr>
        </p:nvSpPr>
        <p:spPr>
          <a:xfrm>
            <a:off x="4841843" y="27231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0" name="Google Shape;230;p34"/>
          <p:cNvSpPr txBox="1"/>
          <p:nvPr>
            <p:ph idx="8" type="subTitle"/>
          </p:nvPr>
        </p:nvSpPr>
        <p:spPr>
          <a:xfrm>
            <a:off x="4841843" y="21011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1" name="Google Shape;231;p34"/>
          <p:cNvSpPr txBox="1"/>
          <p:nvPr>
            <p:ph type="title"/>
          </p:nvPr>
        </p:nvSpPr>
        <p:spPr>
          <a:xfrm>
            <a:off x="226525" y="433125"/>
            <a:ext cx="8599500" cy="1515600"/>
          </a:xfrm>
          <a:prstGeom prst="rect">
            <a:avLst/>
          </a:prstGeom>
        </p:spPr>
        <p:txBody>
          <a:bodyPr anchorCtr="0" anchor="t" bIns="91425" lIns="91425" spcFirstLastPara="1" rIns="91425" wrap="square" tIns="91425">
            <a:normAutofit/>
          </a:bodyPr>
          <a:lstStyle>
            <a:lvl1pPr lvl="0">
              <a:spcBef>
                <a:spcPts val="0"/>
              </a:spcBef>
              <a:spcAft>
                <a:spcPts val="0"/>
              </a:spcAft>
              <a:buSzPts val="2500"/>
              <a:buNone/>
              <a:defRPr sz="25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2" name="Shape 232"/>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BLANK_1">
    <p:spTree>
      <p:nvGrpSpPr>
        <p:cNvPr id="233" name="Shape 233"/>
        <p:cNvGrpSpPr/>
        <p:nvPr/>
      </p:nvGrpSpPr>
      <p:grpSpPr>
        <a:xfrm>
          <a:off x="0" y="0"/>
          <a:ext cx="0" cy="0"/>
          <a:chOff x="0" y="0"/>
          <a:chExt cx="0" cy="0"/>
        </a:xfrm>
      </p:grpSpPr>
      <p:sp>
        <p:nvSpPr>
          <p:cNvPr id="234" name="Google Shape;234;p36"/>
          <p:cNvSpPr/>
          <p:nvPr>
            <p:ph idx="2" type="pic"/>
          </p:nvPr>
        </p:nvSpPr>
        <p:spPr>
          <a:xfrm>
            <a:off x="0" y="0"/>
            <a:ext cx="9144000" cy="5143500"/>
          </a:xfrm>
          <a:prstGeom prst="rect">
            <a:avLst/>
          </a:prstGeom>
          <a:noFill/>
          <a:ln>
            <a:noFill/>
          </a:ln>
        </p:spPr>
      </p:sp>
      <p:sp>
        <p:nvSpPr>
          <p:cNvPr id="235" name="Google Shape;235;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236" name="Shape 236"/>
        <p:cNvGrpSpPr/>
        <p:nvPr/>
      </p:nvGrpSpPr>
      <p:grpSpPr>
        <a:xfrm>
          <a:off x="0" y="0"/>
          <a:ext cx="0" cy="0"/>
          <a:chOff x="0" y="0"/>
          <a:chExt cx="0" cy="0"/>
        </a:xfrm>
      </p:grpSpPr>
      <p:sp>
        <p:nvSpPr>
          <p:cNvPr id="237" name="Google Shape;237;p3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38" name="Google Shape;238;p3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9" name="Google Shape;239;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240" name="Shape 240"/>
        <p:cNvGrpSpPr/>
        <p:nvPr/>
      </p:nvGrpSpPr>
      <p:grpSpPr>
        <a:xfrm>
          <a:off x="0" y="0"/>
          <a:ext cx="0" cy="0"/>
          <a:chOff x="0" y="0"/>
          <a:chExt cx="0" cy="0"/>
        </a:xfrm>
      </p:grpSpPr>
      <p:sp>
        <p:nvSpPr>
          <p:cNvPr id="241" name="Google Shape;241;p3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242" name="Google Shape;242;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_2">
    <p:spTree>
      <p:nvGrpSpPr>
        <p:cNvPr id="243" name="Shape 243"/>
        <p:cNvGrpSpPr/>
        <p:nvPr/>
      </p:nvGrpSpPr>
      <p:grpSpPr>
        <a:xfrm>
          <a:off x="0" y="0"/>
          <a:ext cx="0" cy="0"/>
          <a:chOff x="0" y="0"/>
          <a:chExt cx="0" cy="0"/>
        </a:xfrm>
      </p:grpSpPr>
      <p:sp>
        <p:nvSpPr>
          <p:cNvPr id="244" name="Google Shape;244;p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46" name="Google Shape;246;p3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47" name="Google Shape;247;p3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8" name="Google Shape;248;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_2">
    <p:spTree>
      <p:nvGrpSpPr>
        <p:cNvPr id="249" name="Shape 249"/>
        <p:cNvGrpSpPr/>
        <p:nvPr/>
      </p:nvGrpSpPr>
      <p:grpSpPr>
        <a:xfrm>
          <a:off x="0" y="0"/>
          <a:ext cx="0" cy="0"/>
          <a:chOff x="0" y="0"/>
          <a:chExt cx="0" cy="0"/>
        </a:xfrm>
      </p:grpSpPr>
      <p:sp>
        <p:nvSpPr>
          <p:cNvPr id="250" name="Google Shape;250;p40"/>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1" name="Google Shape;251;p40"/>
          <p:cNvSpPr/>
          <p:nvPr>
            <p:ph idx="2" type="pic"/>
          </p:nvPr>
        </p:nvSpPr>
        <p:spPr>
          <a:xfrm>
            <a:off x="4804825" y="1133300"/>
            <a:ext cx="4027500" cy="2392800"/>
          </a:xfrm>
          <a:prstGeom prst="rect">
            <a:avLst/>
          </a:prstGeom>
          <a:noFill/>
          <a:ln>
            <a:noFill/>
          </a:ln>
        </p:spPr>
      </p:sp>
      <p:sp>
        <p:nvSpPr>
          <p:cNvPr id="252" name="Google Shape;252;p40"/>
          <p:cNvSpPr/>
          <p:nvPr>
            <p:ph idx="3" type="pic"/>
          </p:nvPr>
        </p:nvSpPr>
        <p:spPr>
          <a:xfrm>
            <a:off x="311725" y="1133300"/>
            <a:ext cx="4027500" cy="2392800"/>
          </a:xfrm>
          <a:prstGeom prst="rect">
            <a:avLst/>
          </a:prstGeom>
          <a:noFill/>
          <a:ln>
            <a:noFill/>
          </a:ln>
        </p:spPr>
      </p:sp>
      <p:sp>
        <p:nvSpPr>
          <p:cNvPr id="253" name="Google Shape;253;p40"/>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4" name="Google Shape;254;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5" name="Google Shape;255;p4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6" name="Google Shape;256;p40"/>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57" name="Google Shape;257;p40"/>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_1">
    <p:spTree>
      <p:nvGrpSpPr>
        <p:cNvPr id="258" name="Shape 258"/>
        <p:cNvGrpSpPr/>
        <p:nvPr/>
      </p:nvGrpSpPr>
      <p:grpSpPr>
        <a:xfrm>
          <a:off x="0" y="0"/>
          <a:ext cx="0" cy="0"/>
          <a:chOff x="0" y="0"/>
          <a:chExt cx="0" cy="0"/>
        </a:xfrm>
      </p:grpSpPr>
      <p:sp>
        <p:nvSpPr>
          <p:cNvPr id="259" name="Google Shape;259;p41"/>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0" name="Google Shape;260;p41"/>
          <p:cNvSpPr/>
          <p:nvPr>
            <p:ph idx="2" type="pic"/>
          </p:nvPr>
        </p:nvSpPr>
        <p:spPr>
          <a:xfrm>
            <a:off x="6205225" y="1128325"/>
            <a:ext cx="2627100" cy="2273100"/>
          </a:xfrm>
          <a:prstGeom prst="rect">
            <a:avLst/>
          </a:prstGeom>
          <a:noFill/>
          <a:ln>
            <a:noFill/>
          </a:ln>
        </p:spPr>
      </p:sp>
      <p:sp>
        <p:nvSpPr>
          <p:cNvPr id="261" name="Google Shape;261;p41"/>
          <p:cNvSpPr/>
          <p:nvPr>
            <p:ph idx="3" type="pic"/>
          </p:nvPr>
        </p:nvSpPr>
        <p:spPr>
          <a:xfrm>
            <a:off x="311725" y="1128325"/>
            <a:ext cx="2627100" cy="2273100"/>
          </a:xfrm>
          <a:prstGeom prst="rect">
            <a:avLst/>
          </a:prstGeom>
          <a:noFill/>
          <a:ln>
            <a:noFill/>
          </a:ln>
        </p:spPr>
      </p:sp>
      <p:sp>
        <p:nvSpPr>
          <p:cNvPr id="262" name="Google Shape;262;p41"/>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3" name="Google Shape;263;p41"/>
          <p:cNvSpPr/>
          <p:nvPr>
            <p:ph idx="5" type="pic"/>
          </p:nvPr>
        </p:nvSpPr>
        <p:spPr>
          <a:xfrm>
            <a:off x="3255250" y="1128325"/>
            <a:ext cx="2627100" cy="2273100"/>
          </a:xfrm>
          <a:prstGeom prst="rect">
            <a:avLst/>
          </a:prstGeom>
          <a:noFill/>
          <a:ln>
            <a:noFill/>
          </a:ln>
        </p:spPr>
      </p:sp>
      <p:sp>
        <p:nvSpPr>
          <p:cNvPr id="264" name="Google Shape;264;p41"/>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5" name="Google Shape;265;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6" name="Google Shape;266;p4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7" name="Google Shape;267;p41"/>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68" name="Google Shape;268;p41"/>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69" name="Google Shape;269;p41"/>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1" Type="http://schemas.openxmlformats.org/officeDocument/2006/relationships/theme" Target="../theme/theme1.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1pPr>
            <a:lvl2pPr lvl="1">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2pPr>
            <a:lvl3pPr lvl="2">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3pPr>
            <a:lvl4pPr lvl="3">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4pPr>
            <a:lvl5pPr lvl="4">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5pPr>
            <a:lvl6pPr lvl="5">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6pPr>
            <a:lvl7pPr lvl="6">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7pPr>
            <a:lvl8pPr lvl="7">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8pPr>
            <a:lvl9pPr lvl="8">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spcBef>
                <a:spcPts val="0"/>
              </a:spcBef>
              <a:spcAft>
                <a:spcPts val="0"/>
              </a:spcAft>
              <a:buClr>
                <a:schemeClr val="dk1"/>
              </a:buClr>
              <a:buSzPts val="1800"/>
              <a:buFont typeface="Inter"/>
              <a:buChar char="●"/>
              <a:defRPr sz="1800">
                <a:solidFill>
                  <a:schemeClr val="dk1"/>
                </a:solidFill>
                <a:latin typeface="Inter"/>
                <a:ea typeface="Inter"/>
                <a:cs typeface="Inter"/>
                <a:sym typeface="Inter"/>
              </a:defRPr>
            </a:lvl1pPr>
            <a:lvl2pPr indent="-317500" lvl="1" marL="9144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2pPr>
            <a:lvl3pPr indent="-317500" lvl="2" marL="13716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3pPr>
            <a:lvl4pPr indent="-317500" lvl="3" marL="18288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4pPr>
            <a:lvl5pPr indent="-317500" lvl="4" marL="22860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5pPr>
            <a:lvl6pPr indent="-317500" lvl="5" marL="27432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6pPr>
            <a:lvl7pPr indent="-317500" lvl="6" marL="32004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7pPr>
            <a:lvl8pPr indent="-317500" lvl="7" marL="36576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8pPr>
            <a:lvl9pPr indent="-317500" lvl="8" marL="41148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6.xml"/><Relationship Id="rId3" Type="http://schemas.openxmlformats.org/officeDocument/2006/relationships/image" Target="../media/image10.jpg"/><Relationship Id="rId4" Type="http://schemas.openxmlformats.org/officeDocument/2006/relationships/image" Target="../media/image9.jpg"/><Relationship Id="rId5"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2"/>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DATE</a:t>
            </a:r>
            <a:endParaRPr/>
          </a:p>
        </p:txBody>
      </p:sp>
      <p:sp>
        <p:nvSpPr>
          <p:cNvPr id="275" name="Google Shape;275;p42"/>
          <p:cNvSpPr txBox="1"/>
          <p:nvPr>
            <p:ph idx="4294967295" type="title"/>
          </p:nvPr>
        </p:nvSpPr>
        <p:spPr>
          <a:xfrm>
            <a:off x="226525" y="753350"/>
            <a:ext cx="4673100" cy="4163700"/>
          </a:xfrm>
          <a:prstGeom prst="rect">
            <a:avLst/>
          </a:prstGeom>
        </p:spPr>
        <p:txBody>
          <a:bodyPr anchorCtr="0" anchor="b" bIns="0" lIns="91425" spcFirstLastPara="1" rIns="91425" wrap="square" tIns="91425">
            <a:noAutofit/>
          </a:bodyPr>
          <a:lstStyle/>
          <a:p>
            <a:pPr indent="0" lvl="0" marL="0" rtl="0" algn="l">
              <a:spcBef>
                <a:spcPts val="0"/>
              </a:spcBef>
              <a:spcAft>
                <a:spcPts val="0"/>
              </a:spcAft>
              <a:buNone/>
            </a:pPr>
            <a:r>
              <a:rPr lang="en" sz="8500"/>
              <a:t>Noah </a:t>
            </a:r>
            <a:br>
              <a:rPr lang="en" sz="8500"/>
            </a:br>
            <a:r>
              <a:rPr b="0" lang="en" sz="1600"/>
              <a:t>Citizenship 9</a:t>
            </a:r>
            <a:endParaRPr b="0" sz="1600"/>
          </a:p>
        </p:txBody>
      </p:sp>
      <p:graphicFrame>
        <p:nvGraphicFramePr>
          <p:cNvPr id="276" name="Google Shape;276;p42"/>
          <p:cNvGraphicFramePr/>
          <p:nvPr/>
        </p:nvGraphicFramePr>
        <p:xfrm>
          <a:off x="4738075" y="671025"/>
          <a:ext cx="3000000" cy="3000000"/>
        </p:xfrm>
        <a:graphic>
          <a:graphicData uri="http://schemas.openxmlformats.org/drawingml/2006/table">
            <a:tbl>
              <a:tblPr>
                <a:noFill/>
                <a:tableStyleId>{99E08863-DED7-4300-9CB6-28F62C384039}</a:tableStyleId>
              </a:tblPr>
              <a:tblGrid>
                <a:gridCol w="3453425"/>
              </a:tblGrid>
              <a:tr h="3906325">
                <a:tc>
                  <a:txBody>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Insert some kind of cool picture here</a:t>
                      </a:r>
                      <a:endParaRPr/>
                    </a:p>
                  </a:txBody>
                  <a:tcPr marT="91425" marB="91425" marR="91425" marL="91425"/>
                </a:tc>
              </a:tr>
            </a:tbl>
          </a:graphicData>
        </a:graphic>
      </p:graphicFrame>
      <p:pic>
        <p:nvPicPr>
          <p:cNvPr id="277" name="Google Shape;277;p42"/>
          <p:cNvPicPr preferRelativeResize="0"/>
          <p:nvPr/>
        </p:nvPicPr>
        <p:blipFill>
          <a:blip r:embed="rId3">
            <a:alphaModFix/>
          </a:blip>
          <a:stretch>
            <a:fillRect/>
          </a:stretch>
        </p:blipFill>
        <p:spPr>
          <a:xfrm>
            <a:off x="4807438" y="1592175"/>
            <a:ext cx="3314700" cy="24860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3"/>
          <p:cNvSpPr txBox="1"/>
          <p:nvPr>
            <p:ph idx="3" type="body"/>
          </p:nvPr>
        </p:nvSpPr>
        <p:spPr>
          <a:xfrm>
            <a:off x="138550" y="2621100"/>
            <a:ext cx="424800" cy="2201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a:p>
            <a:pPr indent="0" lvl="0" marL="0" rtl="0" algn="ctr">
              <a:spcBef>
                <a:spcPts val="0"/>
              </a:spcBef>
              <a:spcAft>
                <a:spcPts val="0"/>
              </a:spcAft>
              <a:buNone/>
            </a:pPr>
            <a:r>
              <a:rPr lang="en"/>
              <a:t>2</a:t>
            </a:r>
            <a:endParaRPr/>
          </a:p>
          <a:p>
            <a:pPr indent="0" lvl="0" marL="0" rtl="0" algn="ctr">
              <a:spcBef>
                <a:spcPts val="0"/>
              </a:spcBef>
              <a:spcAft>
                <a:spcPts val="0"/>
              </a:spcAft>
              <a:buNone/>
            </a:pPr>
            <a:r>
              <a:rPr lang="en"/>
              <a:t>3</a:t>
            </a:r>
            <a:endParaRPr/>
          </a:p>
          <a:p>
            <a:pPr indent="0" lvl="0" marL="0" rtl="0" algn="ctr">
              <a:spcBef>
                <a:spcPts val="0"/>
              </a:spcBef>
              <a:spcAft>
                <a:spcPts val="0"/>
              </a:spcAft>
              <a:buNone/>
            </a:pPr>
            <a:r>
              <a:rPr lang="en"/>
              <a:t>4</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283" name="Google Shape;283;p43"/>
          <p:cNvSpPr txBox="1"/>
          <p:nvPr>
            <p:ph idx="1" type="body"/>
          </p:nvPr>
        </p:nvSpPr>
        <p:spPr>
          <a:xfrm>
            <a:off x="6325910" y="2621103"/>
            <a:ext cx="2612700" cy="2201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Personal </a:t>
            </a:r>
            <a:endParaRPr/>
          </a:p>
          <a:p>
            <a:pPr indent="0" lvl="0" marL="0" rtl="0" algn="r">
              <a:spcBef>
                <a:spcPts val="0"/>
              </a:spcBef>
              <a:spcAft>
                <a:spcPts val="0"/>
              </a:spcAft>
              <a:buNone/>
            </a:pPr>
            <a:r>
              <a:rPr lang="en"/>
              <a:t>Community</a:t>
            </a:r>
            <a:endParaRPr/>
          </a:p>
          <a:p>
            <a:pPr indent="0" lvl="0" marL="0" rtl="0" algn="r">
              <a:spcBef>
                <a:spcPts val="0"/>
              </a:spcBef>
              <a:spcAft>
                <a:spcPts val="0"/>
              </a:spcAft>
              <a:buNone/>
            </a:pPr>
            <a:r>
              <a:rPr lang="en"/>
              <a:t>Global</a:t>
            </a:r>
            <a:endParaRPr/>
          </a:p>
          <a:p>
            <a:pPr indent="0" lvl="0" marL="0" rtl="0" algn="r">
              <a:spcBef>
                <a:spcPts val="0"/>
              </a:spcBef>
              <a:spcAft>
                <a:spcPts val="0"/>
              </a:spcAft>
              <a:buNone/>
            </a:pPr>
            <a:r>
              <a:rPr lang="en"/>
              <a:t>Aspirational</a:t>
            </a:r>
            <a:endParaRPr/>
          </a:p>
          <a:p>
            <a:pPr indent="0" lvl="0" marL="0" rtl="0" algn="r">
              <a:spcBef>
                <a:spcPts val="0"/>
              </a:spcBef>
              <a:spcAft>
                <a:spcPts val="0"/>
              </a:spcAft>
              <a:buNone/>
            </a:pPr>
            <a:r>
              <a:t/>
            </a:r>
            <a:endParaRPr/>
          </a:p>
          <a:p>
            <a:pPr indent="0" lvl="0" marL="0" rtl="0" algn="r">
              <a:spcBef>
                <a:spcPts val="0"/>
              </a:spcBef>
              <a:spcAft>
                <a:spcPts val="0"/>
              </a:spcAft>
              <a:buNone/>
            </a:pPr>
            <a:r>
              <a:t/>
            </a:r>
            <a:endParaRPr/>
          </a:p>
          <a:p>
            <a:pPr indent="0" lvl="0" marL="0" rtl="0" algn="r">
              <a:spcBef>
                <a:spcPts val="0"/>
              </a:spcBef>
              <a:spcAft>
                <a:spcPts val="0"/>
              </a:spcAft>
              <a:buNone/>
            </a:pPr>
            <a:r>
              <a:t/>
            </a:r>
            <a:endParaRPr/>
          </a:p>
          <a:p>
            <a:pPr indent="0" lvl="0" marL="0" rtl="0" algn="r">
              <a:spcBef>
                <a:spcPts val="0"/>
              </a:spcBef>
              <a:spcAft>
                <a:spcPts val="0"/>
              </a:spcAft>
              <a:buNone/>
            </a:pPr>
            <a:r>
              <a:t/>
            </a:r>
            <a:endParaRPr/>
          </a:p>
          <a:p>
            <a:pPr indent="0" lvl="0" marL="0" rtl="0" algn="r">
              <a:spcBef>
                <a:spcPts val="0"/>
              </a:spcBef>
              <a:spcAft>
                <a:spcPts val="0"/>
              </a:spcAft>
              <a:buNone/>
            </a:pPr>
            <a:r>
              <a:t/>
            </a:r>
            <a:endParaRPr/>
          </a:p>
        </p:txBody>
      </p:sp>
      <p:cxnSp>
        <p:nvCxnSpPr>
          <p:cNvPr id="284" name="Google Shape;284;p43"/>
          <p:cNvCxnSpPr/>
          <p:nvPr/>
        </p:nvCxnSpPr>
        <p:spPr>
          <a:xfrm flipH="1" rot="10800000">
            <a:off x="563100" y="2750475"/>
            <a:ext cx="7387200" cy="6600"/>
          </a:xfrm>
          <a:prstGeom prst="straightConnector1">
            <a:avLst/>
          </a:prstGeom>
          <a:noFill/>
          <a:ln cap="flat" cmpd="sng" w="9525">
            <a:solidFill>
              <a:schemeClr val="dk1"/>
            </a:solidFill>
            <a:prstDash val="dot"/>
            <a:round/>
            <a:headEnd len="med" w="med" type="none"/>
            <a:tailEnd len="med" w="med" type="none"/>
          </a:ln>
        </p:spPr>
      </p:cxnSp>
      <p:cxnSp>
        <p:nvCxnSpPr>
          <p:cNvPr id="285" name="Google Shape;285;p43"/>
          <p:cNvCxnSpPr/>
          <p:nvPr/>
        </p:nvCxnSpPr>
        <p:spPr>
          <a:xfrm>
            <a:off x="563100" y="3000800"/>
            <a:ext cx="7118100" cy="5700"/>
          </a:xfrm>
          <a:prstGeom prst="straightConnector1">
            <a:avLst/>
          </a:prstGeom>
          <a:noFill/>
          <a:ln cap="flat" cmpd="sng" w="9525">
            <a:solidFill>
              <a:schemeClr val="dk1"/>
            </a:solidFill>
            <a:prstDash val="dot"/>
            <a:round/>
            <a:headEnd len="med" w="med" type="none"/>
            <a:tailEnd len="med" w="med" type="none"/>
          </a:ln>
        </p:spPr>
      </p:cxnSp>
      <p:cxnSp>
        <p:nvCxnSpPr>
          <p:cNvPr id="286" name="Google Shape;286;p43"/>
          <p:cNvCxnSpPr/>
          <p:nvPr/>
        </p:nvCxnSpPr>
        <p:spPr>
          <a:xfrm>
            <a:off x="563100" y="3248450"/>
            <a:ext cx="7580700" cy="0"/>
          </a:xfrm>
          <a:prstGeom prst="straightConnector1">
            <a:avLst/>
          </a:prstGeom>
          <a:noFill/>
          <a:ln cap="flat" cmpd="sng" w="9525">
            <a:solidFill>
              <a:schemeClr val="dk1"/>
            </a:solidFill>
            <a:prstDash val="dot"/>
            <a:round/>
            <a:headEnd len="med" w="med" type="none"/>
            <a:tailEnd len="med" w="med" type="none"/>
          </a:ln>
        </p:spPr>
      </p:cxnSp>
      <p:cxnSp>
        <p:nvCxnSpPr>
          <p:cNvPr id="287" name="Google Shape;287;p43"/>
          <p:cNvCxnSpPr/>
          <p:nvPr/>
        </p:nvCxnSpPr>
        <p:spPr>
          <a:xfrm>
            <a:off x="563100" y="3480975"/>
            <a:ext cx="7073400" cy="6000"/>
          </a:xfrm>
          <a:prstGeom prst="straightConnector1">
            <a:avLst/>
          </a:prstGeom>
          <a:noFill/>
          <a:ln cap="flat" cmpd="sng" w="9525">
            <a:solidFill>
              <a:schemeClr val="dk1"/>
            </a:solidFill>
            <a:prstDash val="dot"/>
            <a:round/>
            <a:headEnd len="med" w="med" type="none"/>
            <a:tailEnd len="med" w="med" type="none"/>
          </a:ln>
        </p:spPr>
      </p:cxnSp>
      <p:sp>
        <p:nvSpPr>
          <p:cNvPr id="288" name="Google Shape;288;p43"/>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TABLE OF CONTENTS</a:t>
            </a:r>
            <a:endParaRPr sz="600">
              <a:solidFill>
                <a:schemeClr val="dk1"/>
              </a:solidFill>
              <a:latin typeface="Roboto Mono"/>
              <a:ea typeface="Roboto Mono"/>
              <a:cs typeface="Roboto Mono"/>
              <a:sym typeface="Roboto Mono"/>
            </a:endParaRPr>
          </a:p>
        </p:txBody>
      </p:sp>
      <p:sp>
        <p:nvSpPr>
          <p:cNvPr id="289" name="Google Shape;289;p43"/>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WHERE</a:t>
            </a:r>
            <a:endParaRPr sz="600">
              <a:solidFill>
                <a:schemeClr val="dk1"/>
              </a:solidFill>
              <a:latin typeface="Roboto Mono"/>
              <a:ea typeface="Roboto Mono"/>
              <a:cs typeface="Roboto Mono"/>
              <a:sym typeface="Roboto Mono"/>
            </a:endParaRPr>
          </a:p>
        </p:txBody>
      </p:sp>
      <p:sp>
        <p:nvSpPr>
          <p:cNvPr id="290" name="Google Shape;290;p43"/>
          <p:cNvSpPr txBox="1"/>
          <p:nvPr>
            <p:ph idx="4" type="title"/>
          </p:nvPr>
        </p:nvSpPr>
        <p:spPr>
          <a:xfrm>
            <a:off x="302725" y="571800"/>
            <a:ext cx="6763500" cy="20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TABLE OF CONTENTS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4"/>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Personal Place</a:t>
            </a:r>
            <a:endParaRPr sz="600">
              <a:solidFill>
                <a:schemeClr val="dk1"/>
              </a:solidFill>
              <a:latin typeface="Roboto Mono"/>
              <a:ea typeface="Roboto Mono"/>
              <a:cs typeface="Roboto Mono"/>
              <a:sym typeface="Roboto Mono"/>
            </a:endParaRPr>
          </a:p>
        </p:txBody>
      </p:sp>
      <p:sp>
        <p:nvSpPr>
          <p:cNvPr id="296" name="Google Shape;296;p44"/>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sp>
        <p:nvSpPr>
          <p:cNvPr id="297" name="Google Shape;297;p44"/>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a:t>
            </a:r>
            <a:r>
              <a:rPr lang="en" sz="600">
                <a:solidFill>
                  <a:schemeClr val="dk1"/>
                </a:solidFill>
                <a:latin typeface="Roboto Mono"/>
                <a:ea typeface="Roboto Mono"/>
                <a:cs typeface="Roboto Mono"/>
                <a:sym typeface="Roboto Mono"/>
              </a:rPr>
              <a:t>WHERE</a:t>
            </a:r>
            <a:endParaRPr sz="600">
              <a:solidFill>
                <a:schemeClr val="dk1"/>
              </a:solidFill>
              <a:latin typeface="Roboto Mono"/>
              <a:ea typeface="Roboto Mono"/>
              <a:cs typeface="Roboto Mono"/>
              <a:sym typeface="Roboto Mono"/>
            </a:endParaRPr>
          </a:p>
        </p:txBody>
      </p:sp>
      <p:graphicFrame>
        <p:nvGraphicFramePr>
          <p:cNvPr id="298" name="Google Shape;298;p44"/>
          <p:cNvGraphicFramePr/>
          <p:nvPr/>
        </p:nvGraphicFramePr>
        <p:xfrm>
          <a:off x="226500" y="600552"/>
          <a:ext cx="3000000" cy="3000000"/>
        </p:xfrm>
        <a:graphic>
          <a:graphicData uri="http://schemas.openxmlformats.org/drawingml/2006/table">
            <a:tbl>
              <a:tblPr>
                <a:noFill/>
                <a:tableStyleId>{99E08863-DED7-4300-9CB6-28F62C384039}</a:tableStyleId>
              </a:tblPr>
              <a:tblGrid>
                <a:gridCol w="2227325"/>
                <a:gridCol w="4375625"/>
                <a:gridCol w="2085900"/>
              </a:tblGrid>
              <a:tr h="4352325">
                <a:tc>
                  <a:txBody>
                    <a:bodyPr/>
                    <a:lstStyle/>
                    <a:p>
                      <a:pPr indent="0" lvl="0" marL="0" rtl="0" algn="l">
                        <a:spcBef>
                          <a:spcPts val="0"/>
                        </a:spcBef>
                        <a:spcAft>
                          <a:spcPts val="0"/>
                        </a:spcAft>
                        <a:buNone/>
                      </a:pPr>
                      <a:r>
                        <a:rPr lang="en">
                          <a:latin typeface="Inter Medium"/>
                          <a:ea typeface="Inter Medium"/>
                          <a:cs typeface="Inter Medium"/>
                          <a:sym typeface="Inter Medium"/>
                        </a:rPr>
                        <a:t>MAP SCREENSHOT</a:t>
                      </a:r>
                      <a:br>
                        <a:rPr lang="en">
                          <a:latin typeface="Inter Medium"/>
                          <a:ea typeface="Inter Medium"/>
                          <a:cs typeface="Inter Medium"/>
                          <a:sym typeface="Inter Medium"/>
                        </a:rPr>
                      </a:br>
                      <a:r>
                        <a:rPr lang="en">
                          <a:latin typeface="Inter Medium"/>
                          <a:ea typeface="Inter Medium"/>
                          <a:cs typeface="Inter Medium"/>
                          <a:sym typeface="Inter Medium"/>
                        </a:rPr>
                        <a:t>(from Bing Maps)</a:t>
                      </a:r>
                      <a:endParaRPr>
                        <a:latin typeface="Inter Medium"/>
                        <a:ea typeface="Inter Medium"/>
                        <a:cs typeface="Inter Medium"/>
                        <a:sym typeface="Inter Medium"/>
                      </a:endParaRPr>
                    </a:p>
                  </a:txBody>
                  <a:tcPr marT="91425" marB="91425" marR="91425" marL="91425"/>
                </a:tc>
                <a:tc>
                  <a:txBody>
                    <a:bodyPr/>
                    <a:lstStyle/>
                    <a:p>
                      <a:pPr indent="0" lvl="0" marL="0" rtl="0" algn="l">
                        <a:lnSpc>
                          <a:spcPct val="115000"/>
                        </a:lnSpc>
                        <a:spcBef>
                          <a:spcPts val="1200"/>
                        </a:spcBef>
                        <a:spcAft>
                          <a:spcPts val="1200"/>
                        </a:spcAft>
                        <a:buNone/>
                      </a:pPr>
                      <a:r>
                        <a:rPr lang="en" sz="900">
                          <a:solidFill>
                            <a:schemeClr val="dk1"/>
                          </a:solidFill>
                          <a:latin typeface="Inter Medium"/>
                          <a:ea typeface="Inter Medium"/>
                          <a:cs typeface="Inter Medium"/>
                          <a:sym typeface="Inter Medium"/>
                        </a:rPr>
                        <a:t>My grandparents cottage means so much to me and my </a:t>
                      </a:r>
                      <a:r>
                        <a:rPr lang="en" sz="900">
                          <a:solidFill>
                            <a:schemeClr val="dk1"/>
                          </a:solidFill>
                          <a:latin typeface="Inter Medium"/>
                          <a:ea typeface="Inter Medium"/>
                          <a:cs typeface="Inter Medium"/>
                          <a:sym typeface="Inter Medium"/>
                        </a:rPr>
                        <a:t>family</a:t>
                      </a:r>
                      <a:r>
                        <a:rPr lang="en" sz="900">
                          <a:solidFill>
                            <a:schemeClr val="dk1"/>
                          </a:solidFill>
                          <a:latin typeface="Inter Medium"/>
                          <a:ea typeface="Inter Medium"/>
                          <a:cs typeface="Inter Medium"/>
                          <a:sym typeface="Inter Medium"/>
                        </a:rPr>
                        <a:t> we spend big events there and we love going there its my favorite place ever and i love going there every year its very important to me and my </a:t>
                      </a:r>
                      <a:r>
                        <a:rPr lang="en" sz="900">
                          <a:solidFill>
                            <a:schemeClr val="dk1"/>
                          </a:solidFill>
                          <a:latin typeface="Inter Medium"/>
                          <a:ea typeface="Inter Medium"/>
                          <a:cs typeface="Inter Medium"/>
                          <a:sym typeface="Inter Medium"/>
                        </a:rPr>
                        <a:t>family</a:t>
                      </a:r>
                      <a:r>
                        <a:rPr lang="en" sz="900">
                          <a:solidFill>
                            <a:schemeClr val="dk1"/>
                          </a:solidFill>
                          <a:latin typeface="Inter Medium"/>
                          <a:ea typeface="Inter Medium"/>
                          <a:cs typeface="Inter Medium"/>
                          <a:sym typeface="Inter Medium"/>
                        </a:rPr>
                        <a:t>! </a:t>
                      </a:r>
                      <a:endParaRPr sz="900">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IMAGE</a:t>
                      </a:r>
                      <a:endParaRPr>
                        <a:latin typeface="Inter Medium"/>
                        <a:ea typeface="Inter Medium"/>
                        <a:cs typeface="Inter Medium"/>
                        <a:sym typeface="Inter Medium"/>
                      </a:endParaRPr>
                    </a:p>
                  </a:txBody>
                  <a:tcPr marT="91425" marB="91425" marR="91425" marL="91425"/>
                </a:tc>
              </a:tr>
            </a:tbl>
          </a:graphicData>
        </a:graphic>
      </p:graphicFrame>
      <p:pic>
        <p:nvPicPr>
          <p:cNvPr id="299" name="Google Shape;299;p44" title="Screenshot 2026-09-14 2.31.45 PM.png"/>
          <p:cNvPicPr preferRelativeResize="0"/>
          <p:nvPr/>
        </p:nvPicPr>
        <p:blipFill>
          <a:blip r:embed="rId3">
            <a:alphaModFix/>
          </a:blip>
          <a:stretch>
            <a:fillRect/>
          </a:stretch>
        </p:blipFill>
        <p:spPr>
          <a:xfrm>
            <a:off x="226521" y="1862021"/>
            <a:ext cx="5208176" cy="2458150"/>
          </a:xfrm>
          <a:prstGeom prst="rect">
            <a:avLst/>
          </a:prstGeom>
          <a:noFill/>
          <a:ln>
            <a:noFill/>
          </a:ln>
        </p:spPr>
      </p:pic>
      <p:pic>
        <p:nvPicPr>
          <p:cNvPr id="300" name="Google Shape;300;p44"/>
          <p:cNvPicPr preferRelativeResize="0"/>
          <p:nvPr/>
        </p:nvPicPr>
        <p:blipFill>
          <a:blip r:embed="rId4">
            <a:alphaModFix/>
          </a:blip>
          <a:stretch>
            <a:fillRect/>
          </a:stretch>
        </p:blipFill>
        <p:spPr>
          <a:xfrm>
            <a:off x="5500125" y="1686150"/>
            <a:ext cx="2857500" cy="28098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5"/>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Community Place</a:t>
            </a:r>
            <a:endParaRPr sz="600">
              <a:solidFill>
                <a:schemeClr val="dk1"/>
              </a:solidFill>
              <a:latin typeface="Roboto Mono"/>
              <a:ea typeface="Roboto Mono"/>
              <a:cs typeface="Roboto Mono"/>
              <a:sym typeface="Roboto Mono"/>
            </a:endParaRPr>
          </a:p>
        </p:txBody>
      </p:sp>
      <p:sp>
        <p:nvSpPr>
          <p:cNvPr id="306" name="Google Shape;306;p45"/>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graphicFrame>
        <p:nvGraphicFramePr>
          <p:cNvPr id="307" name="Google Shape;307;p45"/>
          <p:cNvGraphicFramePr/>
          <p:nvPr/>
        </p:nvGraphicFramePr>
        <p:xfrm>
          <a:off x="226500" y="600552"/>
          <a:ext cx="3000000" cy="3000000"/>
        </p:xfrm>
        <a:graphic>
          <a:graphicData uri="http://schemas.openxmlformats.org/drawingml/2006/table">
            <a:tbl>
              <a:tblPr>
                <a:noFill/>
                <a:tableStyleId>{99E08863-DED7-4300-9CB6-28F62C384039}</a:tableStyleId>
              </a:tblPr>
              <a:tblGrid>
                <a:gridCol w="2227325"/>
                <a:gridCol w="4375625"/>
                <a:gridCol w="2085900"/>
              </a:tblGrid>
              <a:tr h="4352325">
                <a:tc>
                  <a:txBody>
                    <a:bodyPr/>
                    <a:lstStyle/>
                    <a:p>
                      <a:pPr indent="0" lvl="0" marL="0" rtl="0" algn="l">
                        <a:spcBef>
                          <a:spcPts val="0"/>
                        </a:spcBef>
                        <a:spcAft>
                          <a:spcPts val="0"/>
                        </a:spcAft>
                        <a:buNone/>
                      </a:pPr>
                      <a:r>
                        <a:rPr lang="en">
                          <a:latin typeface="Inter Medium"/>
                          <a:ea typeface="Inter Medium"/>
                          <a:cs typeface="Inter Medium"/>
                          <a:sym typeface="Inter Medium"/>
                        </a:rPr>
                        <a:t>MAP SCREENSHOT</a:t>
                      </a:r>
                      <a:endParaRPr>
                        <a:latin typeface="Inter Medium"/>
                        <a:ea typeface="Inter Medium"/>
                        <a:cs typeface="Inter Medium"/>
                        <a:sym typeface="Inter Medium"/>
                      </a:endParaRPr>
                    </a:p>
                  </a:txBody>
                  <a:tcPr marT="91425" marB="91425" marR="91425" marL="91425"/>
                </a:tc>
                <a:tc>
                  <a:txBody>
                    <a:bodyPr/>
                    <a:lstStyle/>
                    <a:p>
                      <a:pPr indent="0" lvl="0" marL="0" rtl="0" algn="l">
                        <a:lnSpc>
                          <a:spcPct val="115000"/>
                        </a:lnSpc>
                        <a:spcBef>
                          <a:spcPts val="1200"/>
                        </a:spcBef>
                        <a:spcAft>
                          <a:spcPts val="1200"/>
                        </a:spcAft>
                        <a:buNone/>
                      </a:pPr>
                      <a:r>
                        <a:rPr lang="en" sz="1000">
                          <a:solidFill>
                            <a:schemeClr val="dk1"/>
                          </a:solidFill>
                          <a:latin typeface="Inter Medium"/>
                          <a:ea typeface="Inter Medium"/>
                          <a:cs typeface="Inter Medium"/>
                          <a:sym typeface="Inter Medium"/>
                        </a:rPr>
                        <a:t>Harbour east its a soccer field that i go to almost every single day i really enjoy going there and i have also had many of my big achievements happen there like making aaa winning gold coaching my first tournament playing my first game the list goes on and that's why its my favorite place!</a:t>
                      </a:r>
                      <a:endParaRPr sz="1000">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IMAGE</a:t>
                      </a:r>
                      <a:endParaRPr>
                        <a:latin typeface="Inter Medium"/>
                        <a:ea typeface="Inter Medium"/>
                        <a:cs typeface="Inter Medium"/>
                        <a:sym typeface="Inter Medium"/>
                      </a:endParaRPr>
                    </a:p>
                  </a:txBody>
                  <a:tcPr marT="91425" marB="91425" marR="91425" marL="91425"/>
                </a:tc>
              </a:tr>
            </a:tbl>
          </a:graphicData>
        </a:graphic>
      </p:graphicFrame>
      <p:sp>
        <p:nvSpPr>
          <p:cNvPr id="308" name="Google Shape;308;p45"/>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WHERE</a:t>
            </a:r>
            <a:endParaRPr sz="600">
              <a:solidFill>
                <a:schemeClr val="dk1"/>
              </a:solidFill>
              <a:latin typeface="Roboto Mono"/>
              <a:ea typeface="Roboto Mono"/>
              <a:cs typeface="Roboto Mono"/>
              <a:sym typeface="Roboto Mono"/>
            </a:endParaRPr>
          </a:p>
        </p:txBody>
      </p:sp>
      <p:pic>
        <p:nvPicPr>
          <p:cNvPr id="309" name="Google Shape;309;p45" title="Screenshot 2026-09-14 2.33.23 PM.png"/>
          <p:cNvPicPr preferRelativeResize="0"/>
          <p:nvPr/>
        </p:nvPicPr>
        <p:blipFill>
          <a:blip r:embed="rId3">
            <a:alphaModFix/>
          </a:blip>
          <a:stretch>
            <a:fillRect/>
          </a:stretch>
        </p:blipFill>
        <p:spPr>
          <a:xfrm>
            <a:off x="226500" y="723725"/>
            <a:ext cx="2227325" cy="3696050"/>
          </a:xfrm>
          <a:prstGeom prst="rect">
            <a:avLst/>
          </a:prstGeom>
          <a:noFill/>
          <a:ln>
            <a:noFill/>
          </a:ln>
        </p:spPr>
      </p:pic>
      <p:pic>
        <p:nvPicPr>
          <p:cNvPr id="310" name="Google Shape;310;p45"/>
          <p:cNvPicPr preferRelativeResize="0"/>
          <p:nvPr/>
        </p:nvPicPr>
        <p:blipFill>
          <a:blip r:embed="rId4">
            <a:alphaModFix/>
          </a:blip>
          <a:stretch>
            <a:fillRect/>
          </a:stretch>
        </p:blipFill>
        <p:spPr>
          <a:xfrm>
            <a:off x="5863975" y="2014713"/>
            <a:ext cx="2933700" cy="1524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6"/>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Global Place</a:t>
            </a:r>
            <a:endParaRPr sz="600">
              <a:solidFill>
                <a:schemeClr val="dk1"/>
              </a:solidFill>
              <a:latin typeface="Roboto Mono"/>
              <a:ea typeface="Roboto Mono"/>
              <a:cs typeface="Roboto Mono"/>
              <a:sym typeface="Roboto Mono"/>
            </a:endParaRPr>
          </a:p>
        </p:txBody>
      </p:sp>
      <p:sp>
        <p:nvSpPr>
          <p:cNvPr id="316" name="Google Shape;316;p46"/>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graphicFrame>
        <p:nvGraphicFramePr>
          <p:cNvPr id="317" name="Google Shape;317;p46"/>
          <p:cNvGraphicFramePr/>
          <p:nvPr/>
        </p:nvGraphicFramePr>
        <p:xfrm>
          <a:off x="226500" y="600552"/>
          <a:ext cx="3000000" cy="3000000"/>
        </p:xfrm>
        <a:graphic>
          <a:graphicData uri="http://schemas.openxmlformats.org/drawingml/2006/table">
            <a:tbl>
              <a:tblPr>
                <a:noFill/>
                <a:tableStyleId>{99E08863-DED7-4300-9CB6-28F62C384039}</a:tableStyleId>
              </a:tblPr>
              <a:tblGrid>
                <a:gridCol w="2227325"/>
                <a:gridCol w="4375625"/>
                <a:gridCol w="2085900"/>
              </a:tblGrid>
              <a:tr h="4352325">
                <a:tc>
                  <a:txBody>
                    <a:bodyPr/>
                    <a:lstStyle/>
                    <a:p>
                      <a:pPr indent="0" lvl="0" marL="0" rtl="0" algn="l">
                        <a:spcBef>
                          <a:spcPts val="0"/>
                        </a:spcBef>
                        <a:spcAft>
                          <a:spcPts val="0"/>
                        </a:spcAft>
                        <a:buNone/>
                      </a:pPr>
                      <a:r>
                        <a:rPr lang="en">
                          <a:latin typeface="Inter Medium"/>
                          <a:ea typeface="Inter Medium"/>
                          <a:cs typeface="Inter Medium"/>
                          <a:sym typeface="Inter Medium"/>
                        </a:rPr>
                        <a:t>MAP SCREENSHOT</a:t>
                      </a:r>
                      <a:endParaRPr>
                        <a:latin typeface="Inter Medium"/>
                        <a:ea typeface="Inter Medium"/>
                        <a:cs typeface="Inter Medium"/>
                        <a:sym typeface="Inter Medium"/>
                      </a:endParaRPr>
                    </a:p>
                  </a:txBody>
                  <a:tcPr marT="91425" marB="91425" marR="91425" marL="91425"/>
                </a:tc>
                <a:tc>
                  <a:txBody>
                    <a:bodyPr/>
                    <a:lstStyle/>
                    <a:p>
                      <a:pPr indent="0" lvl="0" marL="0" rtl="0" algn="l">
                        <a:lnSpc>
                          <a:spcPct val="115000"/>
                        </a:lnSpc>
                        <a:spcBef>
                          <a:spcPts val="1200"/>
                        </a:spcBef>
                        <a:spcAft>
                          <a:spcPts val="0"/>
                        </a:spcAft>
                        <a:buClr>
                          <a:schemeClr val="dk1"/>
                        </a:buClr>
                        <a:buSzPts val="1100"/>
                        <a:buFont typeface="Arial"/>
                        <a:buNone/>
                      </a:pPr>
                      <a:r>
                        <a:rPr lang="en" sz="1100">
                          <a:solidFill>
                            <a:schemeClr val="dk1"/>
                          </a:solidFill>
                          <a:latin typeface="Inter"/>
                          <a:ea typeface="Inter"/>
                          <a:cs typeface="Inter"/>
                          <a:sym typeface="Inter"/>
                        </a:rPr>
                        <a:t>The place that is the biggest part of my </a:t>
                      </a:r>
                      <a:r>
                        <a:rPr lang="en" sz="1100">
                          <a:solidFill>
                            <a:schemeClr val="dk1"/>
                          </a:solidFill>
                          <a:latin typeface="Inter"/>
                          <a:ea typeface="Inter"/>
                          <a:cs typeface="Inter"/>
                          <a:sym typeface="Inter"/>
                        </a:rPr>
                        <a:t>family</a:t>
                      </a:r>
                      <a:r>
                        <a:rPr lang="en" sz="1100">
                          <a:solidFill>
                            <a:schemeClr val="dk1"/>
                          </a:solidFill>
                          <a:latin typeface="Inter"/>
                          <a:ea typeface="Inter"/>
                          <a:cs typeface="Inter"/>
                          <a:sym typeface="Inter"/>
                        </a:rPr>
                        <a:t> history is </a:t>
                      </a:r>
                      <a:r>
                        <a:rPr lang="en" sz="1100">
                          <a:solidFill>
                            <a:schemeClr val="dk1"/>
                          </a:solidFill>
                          <a:latin typeface="Inter"/>
                          <a:ea typeface="Inter"/>
                          <a:cs typeface="Inter"/>
                          <a:sym typeface="Inter"/>
                        </a:rPr>
                        <a:t>definitely</a:t>
                      </a:r>
                      <a:r>
                        <a:rPr lang="en" sz="1100">
                          <a:solidFill>
                            <a:schemeClr val="dk1"/>
                          </a:solidFill>
                          <a:latin typeface="Inter"/>
                          <a:ea typeface="Inter"/>
                          <a:cs typeface="Inter"/>
                          <a:sym typeface="Inter"/>
                        </a:rPr>
                        <a:t> africa my grandfather was an indian ismiley born there along with his 6 siblings he talks about it all the time about the food the sports everything. So when we got to go there it was amazing seeing all the places we heard my grandfather </a:t>
                      </a:r>
                      <a:r>
                        <a:rPr lang="en" sz="1100">
                          <a:solidFill>
                            <a:schemeClr val="dk1"/>
                          </a:solidFill>
                          <a:latin typeface="Inter"/>
                          <a:ea typeface="Inter"/>
                          <a:cs typeface="Inter"/>
                          <a:sym typeface="Inter"/>
                        </a:rPr>
                        <a:t>talking</a:t>
                      </a:r>
                      <a:r>
                        <a:rPr lang="en" sz="1100">
                          <a:solidFill>
                            <a:schemeClr val="dk1"/>
                          </a:solidFill>
                          <a:latin typeface="Inter"/>
                          <a:ea typeface="Inter"/>
                          <a:cs typeface="Inter"/>
                          <a:sym typeface="Inter"/>
                        </a:rPr>
                        <a:t> about . </a:t>
                      </a:r>
                      <a:r>
                        <a:rPr lang="en" sz="1100">
                          <a:solidFill>
                            <a:schemeClr val="dk1"/>
                          </a:solidFill>
                          <a:latin typeface="Inter"/>
                          <a:ea typeface="Inter"/>
                          <a:cs typeface="Inter"/>
                          <a:sym typeface="Inter"/>
                        </a:rPr>
                        <a:t>it's</a:t>
                      </a:r>
                      <a:r>
                        <a:rPr lang="en" sz="1100">
                          <a:solidFill>
                            <a:schemeClr val="dk1"/>
                          </a:solidFill>
                          <a:latin typeface="Inter"/>
                          <a:ea typeface="Inter"/>
                          <a:cs typeface="Inter"/>
                          <a:sym typeface="Inter"/>
                        </a:rPr>
                        <a:t> always been a big part of my </a:t>
                      </a:r>
                      <a:r>
                        <a:rPr lang="en" sz="1100">
                          <a:solidFill>
                            <a:schemeClr val="dk1"/>
                          </a:solidFill>
                          <a:latin typeface="Inter"/>
                          <a:ea typeface="Inter"/>
                          <a:cs typeface="Inter"/>
                          <a:sym typeface="Inter"/>
                        </a:rPr>
                        <a:t>family</a:t>
                      </a:r>
                      <a:r>
                        <a:rPr lang="en" sz="1100">
                          <a:solidFill>
                            <a:schemeClr val="dk1"/>
                          </a:solidFill>
                          <a:latin typeface="Inter"/>
                          <a:ea typeface="Inter"/>
                          <a:cs typeface="Inter"/>
                          <a:sym typeface="Inter"/>
                        </a:rPr>
                        <a:t> and a big part of me and we go tp the </a:t>
                      </a:r>
                      <a:r>
                        <a:rPr lang="en" sz="1100">
                          <a:solidFill>
                            <a:schemeClr val="dk1"/>
                          </a:solidFill>
                          <a:latin typeface="Inter"/>
                          <a:ea typeface="Inter"/>
                          <a:cs typeface="Inter"/>
                          <a:sym typeface="Inter"/>
                        </a:rPr>
                        <a:t>jamaat</a:t>
                      </a:r>
                      <a:r>
                        <a:rPr lang="en" sz="1100">
                          <a:solidFill>
                            <a:schemeClr val="dk1"/>
                          </a:solidFill>
                          <a:latin typeface="Inter"/>
                          <a:ea typeface="Inter"/>
                          <a:cs typeface="Inter"/>
                          <a:sym typeface="Inter"/>
                        </a:rPr>
                        <a:t> </a:t>
                      </a:r>
                      <a:r>
                        <a:rPr lang="en" sz="1100">
                          <a:solidFill>
                            <a:schemeClr val="dk1"/>
                          </a:solidFill>
                          <a:latin typeface="Inter"/>
                          <a:ea typeface="Inter"/>
                          <a:cs typeface="Inter"/>
                          <a:sym typeface="Inter"/>
                        </a:rPr>
                        <a:t>khana.</a:t>
                      </a:r>
                      <a:endParaRPr sz="1100">
                        <a:solidFill>
                          <a:schemeClr val="dk1"/>
                        </a:solidFill>
                        <a:latin typeface="Inter"/>
                        <a:ea typeface="Inter"/>
                        <a:cs typeface="Inter"/>
                        <a:sym typeface="Inter"/>
                      </a:endParaRPr>
                    </a:p>
                    <a:p>
                      <a:pPr indent="0" lvl="0" marL="0" rtl="0" algn="l">
                        <a:lnSpc>
                          <a:spcPct val="115000"/>
                        </a:lnSpc>
                        <a:spcBef>
                          <a:spcPts val="1200"/>
                        </a:spcBef>
                        <a:spcAft>
                          <a:spcPts val="1200"/>
                        </a:spcAft>
                        <a:buNone/>
                      </a:pPr>
                      <a:r>
                        <a:t/>
                      </a:r>
                      <a:endParaRPr sz="1000">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IMAGE</a:t>
                      </a:r>
                      <a:endParaRPr>
                        <a:latin typeface="Inter Medium"/>
                        <a:ea typeface="Inter Medium"/>
                        <a:cs typeface="Inter Medium"/>
                        <a:sym typeface="Inter Medium"/>
                      </a:endParaRPr>
                    </a:p>
                  </a:txBody>
                  <a:tcPr marT="91425" marB="91425" marR="91425" marL="91425"/>
                </a:tc>
              </a:tr>
            </a:tbl>
          </a:graphicData>
        </a:graphic>
      </p:graphicFrame>
      <p:sp>
        <p:nvSpPr>
          <p:cNvPr id="318" name="Google Shape;318;p46"/>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WHERE</a:t>
            </a:r>
            <a:endParaRPr sz="600">
              <a:solidFill>
                <a:schemeClr val="dk1"/>
              </a:solidFill>
              <a:latin typeface="Roboto Mono"/>
              <a:ea typeface="Roboto Mono"/>
              <a:cs typeface="Roboto Mono"/>
              <a:sym typeface="Roboto Mono"/>
            </a:endParaRPr>
          </a:p>
        </p:txBody>
      </p:sp>
      <p:pic>
        <p:nvPicPr>
          <p:cNvPr id="319" name="Google Shape;319;p46" title="Screenshot 2026-09-14 2.32.45 PM.png"/>
          <p:cNvPicPr preferRelativeResize="0"/>
          <p:nvPr/>
        </p:nvPicPr>
        <p:blipFill>
          <a:blip r:embed="rId3">
            <a:alphaModFix/>
          </a:blip>
          <a:stretch>
            <a:fillRect/>
          </a:stretch>
        </p:blipFill>
        <p:spPr>
          <a:xfrm>
            <a:off x="0" y="772225"/>
            <a:ext cx="2455925" cy="2924051"/>
          </a:xfrm>
          <a:prstGeom prst="rect">
            <a:avLst/>
          </a:prstGeom>
          <a:noFill/>
          <a:ln>
            <a:noFill/>
          </a:ln>
        </p:spPr>
      </p:pic>
      <p:pic>
        <p:nvPicPr>
          <p:cNvPr id="320" name="Google Shape;320;p46"/>
          <p:cNvPicPr preferRelativeResize="0"/>
          <p:nvPr/>
        </p:nvPicPr>
        <p:blipFill>
          <a:blip r:embed="rId4">
            <a:alphaModFix/>
          </a:blip>
          <a:stretch>
            <a:fillRect/>
          </a:stretch>
        </p:blipFill>
        <p:spPr>
          <a:xfrm>
            <a:off x="6829438" y="1555013"/>
            <a:ext cx="1800225" cy="28098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7"/>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Aspirational Place</a:t>
            </a:r>
            <a:endParaRPr sz="600">
              <a:solidFill>
                <a:schemeClr val="dk1"/>
              </a:solidFill>
              <a:latin typeface="Roboto Mono"/>
              <a:ea typeface="Roboto Mono"/>
              <a:cs typeface="Roboto Mono"/>
              <a:sym typeface="Roboto Mono"/>
            </a:endParaRPr>
          </a:p>
        </p:txBody>
      </p:sp>
      <p:sp>
        <p:nvSpPr>
          <p:cNvPr id="326" name="Google Shape;326;p47"/>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graphicFrame>
        <p:nvGraphicFramePr>
          <p:cNvPr id="327" name="Google Shape;327;p47"/>
          <p:cNvGraphicFramePr/>
          <p:nvPr/>
        </p:nvGraphicFramePr>
        <p:xfrm>
          <a:off x="226500" y="600552"/>
          <a:ext cx="3000000" cy="3000000"/>
        </p:xfrm>
        <a:graphic>
          <a:graphicData uri="http://schemas.openxmlformats.org/drawingml/2006/table">
            <a:tbl>
              <a:tblPr>
                <a:noFill/>
                <a:tableStyleId>{99E08863-DED7-4300-9CB6-28F62C384039}</a:tableStyleId>
              </a:tblPr>
              <a:tblGrid>
                <a:gridCol w="2227325"/>
                <a:gridCol w="4375625"/>
                <a:gridCol w="2085900"/>
              </a:tblGrid>
              <a:tr h="4352325">
                <a:tc>
                  <a:txBody>
                    <a:bodyPr/>
                    <a:lstStyle/>
                    <a:p>
                      <a:pPr indent="0" lvl="0" marL="0" rtl="0" algn="l">
                        <a:spcBef>
                          <a:spcPts val="0"/>
                        </a:spcBef>
                        <a:spcAft>
                          <a:spcPts val="0"/>
                        </a:spcAft>
                        <a:buNone/>
                      </a:pPr>
                      <a:r>
                        <a:rPr lang="en">
                          <a:latin typeface="Inter Medium"/>
                          <a:ea typeface="Inter Medium"/>
                          <a:cs typeface="Inter Medium"/>
                          <a:sym typeface="Inter Medium"/>
                        </a:rPr>
                        <a:t>MAP SCREENSHOT</a:t>
                      </a:r>
                      <a:endParaRPr>
                        <a:latin typeface="Inter Medium"/>
                        <a:ea typeface="Inter Medium"/>
                        <a:cs typeface="Inter Medium"/>
                        <a:sym typeface="Inter Medium"/>
                      </a:endParaRPr>
                    </a:p>
                  </a:txBody>
                  <a:tcPr marT="91425" marB="91425" marR="91425" marL="91425"/>
                </a:tc>
                <a:tc>
                  <a:txBody>
                    <a:bodyPr/>
                    <a:lstStyle/>
                    <a:p>
                      <a:pPr indent="0" lvl="0" marL="0" rtl="0" algn="l">
                        <a:lnSpc>
                          <a:spcPct val="115000"/>
                        </a:lnSpc>
                        <a:spcBef>
                          <a:spcPts val="1200"/>
                        </a:spcBef>
                        <a:spcAft>
                          <a:spcPts val="0"/>
                        </a:spcAft>
                        <a:buNone/>
                      </a:pPr>
                      <a:r>
                        <a:rPr b="1" lang="en" sz="1100">
                          <a:solidFill>
                            <a:schemeClr val="dk1"/>
                          </a:solidFill>
                          <a:latin typeface="Inter"/>
                          <a:ea typeface="Inter"/>
                          <a:cs typeface="Inter"/>
                          <a:sym typeface="Inter"/>
                        </a:rPr>
                        <a:t>I have </a:t>
                      </a:r>
                      <a:r>
                        <a:rPr b="1" lang="en" sz="1100">
                          <a:solidFill>
                            <a:schemeClr val="dk1"/>
                          </a:solidFill>
                          <a:latin typeface="Inter"/>
                          <a:ea typeface="Inter"/>
                          <a:cs typeface="Inter"/>
                          <a:sym typeface="Inter"/>
                        </a:rPr>
                        <a:t>always always</a:t>
                      </a:r>
                      <a:r>
                        <a:rPr b="1" lang="en" sz="1100">
                          <a:solidFill>
                            <a:schemeClr val="dk1"/>
                          </a:solidFill>
                          <a:latin typeface="Inter"/>
                          <a:ea typeface="Inter"/>
                          <a:cs typeface="Inter"/>
                          <a:sym typeface="Inter"/>
                        </a:rPr>
                        <a:t>  wanted to go to korea! It seams amazing from everything i have heard and it would so fun. I also want to go because my parents moved there and lived there for 2 years as english teachers and they </a:t>
                      </a:r>
                      <a:r>
                        <a:rPr b="1" lang="en" sz="1100">
                          <a:solidFill>
                            <a:schemeClr val="dk1"/>
                          </a:solidFill>
                          <a:latin typeface="Inter"/>
                          <a:ea typeface="Inter"/>
                          <a:cs typeface="Inter"/>
                          <a:sym typeface="Inter"/>
                        </a:rPr>
                        <a:t>always</a:t>
                      </a:r>
                      <a:r>
                        <a:rPr b="1" lang="en" sz="1100">
                          <a:solidFill>
                            <a:schemeClr val="dk1"/>
                          </a:solidFill>
                          <a:latin typeface="Inter"/>
                          <a:ea typeface="Inter"/>
                          <a:cs typeface="Inter"/>
                          <a:sym typeface="Inter"/>
                        </a:rPr>
                        <a:t> tell me </a:t>
                      </a:r>
                      <a:r>
                        <a:rPr b="1" lang="en" sz="1100">
                          <a:solidFill>
                            <a:schemeClr val="dk1"/>
                          </a:solidFill>
                          <a:latin typeface="Inter"/>
                          <a:ea typeface="Inter"/>
                          <a:cs typeface="Inter"/>
                          <a:sym typeface="Inter"/>
                        </a:rPr>
                        <a:t>about how good the food was and considering that i love korean food it would be so fun to eat it from the country it originated from. I also have lots of friends from korea who say it's amazing </a:t>
                      </a:r>
                      <a:endParaRPr sz="1100">
                        <a:solidFill>
                          <a:schemeClr val="dk1"/>
                        </a:solidFill>
                        <a:latin typeface="Inter Medium"/>
                        <a:ea typeface="Inter Medium"/>
                        <a:cs typeface="Inter Medium"/>
                        <a:sym typeface="Inter Medium"/>
                      </a:endParaRPr>
                    </a:p>
                    <a:p>
                      <a:pPr indent="0" lvl="0" marL="0" rtl="0" algn="l">
                        <a:lnSpc>
                          <a:spcPct val="115000"/>
                        </a:lnSpc>
                        <a:spcBef>
                          <a:spcPts val="1200"/>
                        </a:spcBef>
                        <a:spcAft>
                          <a:spcPts val="0"/>
                        </a:spcAft>
                        <a:buNone/>
                      </a:pPr>
                      <a:r>
                        <a:t/>
                      </a:r>
                      <a:endParaRPr sz="1100">
                        <a:solidFill>
                          <a:schemeClr val="dk1"/>
                        </a:solidFill>
                        <a:latin typeface="Inter Medium"/>
                        <a:ea typeface="Inter Medium"/>
                        <a:cs typeface="Inter Medium"/>
                        <a:sym typeface="Inter Medium"/>
                      </a:endParaRPr>
                    </a:p>
                    <a:p>
                      <a:pPr indent="0" lvl="0" marL="0" rtl="0" algn="l">
                        <a:lnSpc>
                          <a:spcPct val="115000"/>
                        </a:lnSpc>
                        <a:spcBef>
                          <a:spcPts val="1200"/>
                        </a:spcBef>
                        <a:spcAft>
                          <a:spcPts val="0"/>
                        </a:spcAft>
                        <a:buNone/>
                      </a:pPr>
                      <a:r>
                        <a:t/>
                      </a:r>
                      <a:endParaRPr sz="1100">
                        <a:solidFill>
                          <a:schemeClr val="dk1"/>
                        </a:solidFill>
                        <a:latin typeface="Inter"/>
                        <a:ea typeface="Inter"/>
                        <a:cs typeface="Inter"/>
                        <a:sym typeface="Inter"/>
                      </a:endParaRPr>
                    </a:p>
                    <a:p>
                      <a:pPr indent="0" lvl="0" marL="0" rtl="0" algn="l">
                        <a:lnSpc>
                          <a:spcPct val="115000"/>
                        </a:lnSpc>
                        <a:spcBef>
                          <a:spcPts val="1200"/>
                        </a:spcBef>
                        <a:spcAft>
                          <a:spcPts val="0"/>
                        </a:spcAft>
                        <a:buNone/>
                      </a:pPr>
                      <a:r>
                        <a:rPr lang="en" sz="1100">
                          <a:solidFill>
                            <a:schemeClr val="dk1"/>
                          </a:solidFill>
                          <a:latin typeface="Inter"/>
                          <a:ea typeface="Inter"/>
                          <a:cs typeface="Inter"/>
                          <a:sym typeface="Inter"/>
                        </a:rPr>
                        <a:t> </a:t>
                      </a:r>
                      <a:endParaRPr sz="1100">
                        <a:solidFill>
                          <a:schemeClr val="dk1"/>
                        </a:solidFill>
                        <a:latin typeface="Inter"/>
                        <a:ea typeface="Inter"/>
                        <a:cs typeface="Inter"/>
                        <a:sym typeface="Inter"/>
                      </a:endParaRPr>
                    </a:p>
                    <a:p>
                      <a:pPr indent="0" lvl="0" marL="0" rtl="0" algn="l">
                        <a:lnSpc>
                          <a:spcPct val="115000"/>
                        </a:lnSpc>
                        <a:spcBef>
                          <a:spcPts val="1200"/>
                        </a:spcBef>
                        <a:spcAft>
                          <a:spcPts val="1200"/>
                        </a:spcAft>
                        <a:buNone/>
                      </a:pPr>
                      <a:r>
                        <a:t/>
                      </a:r>
                      <a:endParaRPr sz="1000">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IMAGE</a:t>
                      </a:r>
                      <a:endParaRPr>
                        <a:latin typeface="Inter Medium"/>
                        <a:ea typeface="Inter Medium"/>
                        <a:cs typeface="Inter Medium"/>
                        <a:sym typeface="Inter Medium"/>
                      </a:endParaRPr>
                    </a:p>
                  </a:txBody>
                  <a:tcPr marT="91425" marB="91425" marR="91425" marL="91425"/>
                </a:tc>
              </a:tr>
            </a:tbl>
          </a:graphicData>
        </a:graphic>
      </p:graphicFrame>
      <p:sp>
        <p:nvSpPr>
          <p:cNvPr id="328" name="Google Shape;328;p47"/>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WHERE</a:t>
            </a:r>
            <a:endParaRPr sz="600">
              <a:solidFill>
                <a:schemeClr val="dk1"/>
              </a:solidFill>
              <a:latin typeface="Roboto Mono"/>
              <a:ea typeface="Roboto Mono"/>
              <a:cs typeface="Roboto Mono"/>
              <a:sym typeface="Roboto Mono"/>
            </a:endParaRPr>
          </a:p>
        </p:txBody>
      </p:sp>
      <p:pic>
        <p:nvPicPr>
          <p:cNvPr id="329" name="Google Shape;329;p47" title="download.jpg"/>
          <p:cNvPicPr preferRelativeResize="0"/>
          <p:nvPr/>
        </p:nvPicPr>
        <p:blipFill>
          <a:blip r:embed="rId3">
            <a:alphaModFix/>
          </a:blip>
          <a:stretch>
            <a:fillRect/>
          </a:stretch>
        </p:blipFill>
        <p:spPr>
          <a:xfrm>
            <a:off x="6886350" y="1880925"/>
            <a:ext cx="2343150" cy="1562100"/>
          </a:xfrm>
          <a:prstGeom prst="rect">
            <a:avLst/>
          </a:prstGeom>
          <a:noFill/>
          <a:ln>
            <a:noFill/>
          </a:ln>
        </p:spPr>
      </p:pic>
      <p:pic>
        <p:nvPicPr>
          <p:cNvPr id="330" name="Google Shape;330;p47" title="download.jpg"/>
          <p:cNvPicPr preferRelativeResize="0"/>
          <p:nvPr/>
        </p:nvPicPr>
        <p:blipFill>
          <a:blip r:embed="rId4">
            <a:alphaModFix/>
          </a:blip>
          <a:stretch>
            <a:fillRect/>
          </a:stretch>
        </p:blipFill>
        <p:spPr>
          <a:xfrm>
            <a:off x="459700" y="1082849"/>
            <a:ext cx="1847850" cy="3940325"/>
          </a:xfrm>
          <a:prstGeom prst="rect">
            <a:avLst/>
          </a:prstGeom>
          <a:noFill/>
          <a:ln>
            <a:noFill/>
          </a:ln>
        </p:spPr>
      </p:pic>
      <p:pic>
        <p:nvPicPr>
          <p:cNvPr id="331" name="Google Shape;331;p47" title="Screenshot 2026-09-14 2.32.09 PM.png"/>
          <p:cNvPicPr preferRelativeResize="0"/>
          <p:nvPr/>
        </p:nvPicPr>
        <p:blipFill>
          <a:blip r:embed="rId5">
            <a:alphaModFix/>
          </a:blip>
          <a:stretch>
            <a:fillRect/>
          </a:stretch>
        </p:blipFill>
        <p:spPr>
          <a:xfrm>
            <a:off x="2554874" y="2513624"/>
            <a:ext cx="4679400" cy="22085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8"/>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Aspirational Place</a:t>
            </a:r>
            <a:endParaRPr sz="600">
              <a:solidFill>
                <a:schemeClr val="dk1"/>
              </a:solidFill>
              <a:latin typeface="Roboto Mono"/>
              <a:ea typeface="Roboto Mono"/>
              <a:cs typeface="Roboto Mono"/>
              <a:sym typeface="Roboto Mono"/>
            </a:endParaRPr>
          </a:p>
        </p:txBody>
      </p:sp>
      <p:sp>
        <p:nvSpPr>
          <p:cNvPr id="337" name="Google Shape;337;p48"/>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graphicFrame>
        <p:nvGraphicFramePr>
          <p:cNvPr id="338" name="Google Shape;338;p48"/>
          <p:cNvGraphicFramePr/>
          <p:nvPr/>
        </p:nvGraphicFramePr>
        <p:xfrm>
          <a:off x="226500" y="600552"/>
          <a:ext cx="3000000" cy="3000000"/>
        </p:xfrm>
        <a:graphic>
          <a:graphicData uri="http://schemas.openxmlformats.org/drawingml/2006/table">
            <a:tbl>
              <a:tblPr>
                <a:noFill/>
                <a:tableStyleId>{99E08863-DED7-4300-9CB6-28F62C384039}</a:tableStyleId>
              </a:tblPr>
              <a:tblGrid>
                <a:gridCol w="2227325"/>
                <a:gridCol w="3466625"/>
                <a:gridCol w="2994900"/>
              </a:tblGrid>
              <a:tr h="4352325">
                <a:tc>
                  <a:txBody>
                    <a:bodyPr/>
                    <a:lstStyle/>
                    <a:p>
                      <a:pPr indent="0" lvl="0" marL="0" rtl="0" algn="l">
                        <a:spcBef>
                          <a:spcPts val="0"/>
                        </a:spcBef>
                        <a:spcAft>
                          <a:spcPts val="0"/>
                        </a:spcAft>
                        <a:buNone/>
                      </a:pPr>
                      <a:r>
                        <a:rPr lang="en">
                          <a:latin typeface="Inter Medium"/>
                          <a:ea typeface="Inter Medium"/>
                          <a:cs typeface="Inter Medium"/>
                          <a:sym typeface="Inter Medium"/>
                        </a:rPr>
                        <a:t>Soundtrack of your life</a:t>
                      </a:r>
                      <a:endParaRPr>
                        <a:latin typeface="Inter Medium"/>
                        <a:ea typeface="Inter Medium"/>
                        <a:cs typeface="Inter Medium"/>
                        <a:sym typeface="Inter Medium"/>
                      </a:endParaRPr>
                    </a:p>
                    <a:p>
                      <a:pPr indent="0" lvl="0" marL="0" rtl="0" algn="l">
                        <a:spcBef>
                          <a:spcPts val="0"/>
                        </a:spcBef>
                        <a:spcAft>
                          <a:spcPts val="0"/>
                        </a:spcAft>
                        <a:buNone/>
                      </a:pPr>
                      <a:r>
                        <a:rPr lang="en">
                          <a:latin typeface="Inter Medium"/>
                          <a:ea typeface="Inter Medium"/>
                          <a:cs typeface="Inter Medium"/>
                          <a:sym typeface="Inter Medium"/>
                        </a:rPr>
                        <a:t>The </a:t>
                      </a:r>
                      <a:r>
                        <a:rPr lang="en">
                          <a:latin typeface="Inter Medium"/>
                          <a:ea typeface="Inter Medium"/>
                          <a:cs typeface="Inter Medium"/>
                          <a:sym typeface="Inter Medium"/>
                        </a:rPr>
                        <a:t>manifesto</a:t>
                      </a:r>
                      <a:r>
                        <a:rPr lang="en">
                          <a:latin typeface="Inter Medium"/>
                          <a:ea typeface="Inter Medium"/>
                          <a:cs typeface="Inter Medium"/>
                          <a:sym typeface="Inter Medium"/>
                        </a:rPr>
                        <a:t> </a:t>
                      </a:r>
                      <a:endParaRPr>
                        <a:latin typeface="Inter Medium"/>
                        <a:ea typeface="Inter Medium"/>
                        <a:cs typeface="Inter Medium"/>
                        <a:sym typeface="Inter Medium"/>
                      </a:endParaRPr>
                    </a:p>
                  </a:txBody>
                  <a:tcPr marT="91425" marB="91425" marR="91425" marL="91425"/>
                </a:tc>
                <a:tc>
                  <a:txBody>
                    <a:bodyPr/>
                    <a:lstStyle/>
                    <a:p>
                      <a:pPr indent="0" lvl="0" marL="0" rtl="0" algn="l">
                        <a:lnSpc>
                          <a:spcPct val="115000"/>
                        </a:lnSpc>
                        <a:spcBef>
                          <a:spcPts val="1200"/>
                        </a:spcBef>
                        <a:spcAft>
                          <a:spcPts val="0"/>
                        </a:spcAft>
                        <a:buNone/>
                      </a:pPr>
                      <a:r>
                        <a:rPr b="1" lang="en" sz="1100">
                          <a:solidFill>
                            <a:schemeClr val="dk1"/>
                          </a:solidFill>
                          <a:latin typeface="Inter"/>
                          <a:ea typeface="Inter"/>
                          <a:cs typeface="Inter"/>
                          <a:sym typeface="Inter"/>
                        </a:rPr>
                        <a:t>Post the youtube </a:t>
                      </a:r>
                      <a:r>
                        <a:rPr b="1" lang="en" sz="1100">
                          <a:solidFill>
                            <a:schemeClr val="dk1"/>
                          </a:solidFill>
                          <a:latin typeface="Inter"/>
                          <a:ea typeface="Inter"/>
                          <a:cs typeface="Inter"/>
                          <a:sym typeface="Inter"/>
                        </a:rPr>
                        <a:t>link here</a:t>
                      </a:r>
                      <a:endParaRPr sz="1100">
                        <a:solidFill>
                          <a:schemeClr val="dk1"/>
                        </a:solidFill>
                        <a:latin typeface="Inter Medium"/>
                        <a:ea typeface="Inter Medium"/>
                        <a:cs typeface="Inter Medium"/>
                        <a:sym typeface="Inter Medium"/>
                      </a:endParaRPr>
                    </a:p>
                    <a:p>
                      <a:pPr indent="0" lvl="0" marL="0" rtl="0" algn="l">
                        <a:lnSpc>
                          <a:spcPct val="115000"/>
                        </a:lnSpc>
                        <a:spcBef>
                          <a:spcPts val="1200"/>
                        </a:spcBef>
                        <a:spcAft>
                          <a:spcPts val="0"/>
                        </a:spcAft>
                        <a:buNone/>
                      </a:pPr>
                      <a:r>
                        <a:rPr lang="en" sz="1100">
                          <a:solidFill>
                            <a:schemeClr val="dk1"/>
                          </a:solidFill>
                          <a:latin typeface="Inter"/>
                          <a:ea typeface="Inter"/>
                          <a:cs typeface="Inter"/>
                          <a:sym typeface="Inter"/>
                        </a:rPr>
                        <a:t>https://www.youtube.com/watch?v=6JIv1l96zN0</a:t>
                      </a:r>
                      <a:endParaRPr sz="1100">
                        <a:solidFill>
                          <a:schemeClr val="dk1"/>
                        </a:solidFill>
                        <a:latin typeface="Inter"/>
                        <a:ea typeface="Inter"/>
                        <a:cs typeface="Inter"/>
                        <a:sym typeface="Inter"/>
                      </a:endParaRPr>
                    </a:p>
                    <a:p>
                      <a:pPr indent="0" lvl="0" marL="0" rtl="0" algn="l">
                        <a:lnSpc>
                          <a:spcPct val="115000"/>
                        </a:lnSpc>
                        <a:spcBef>
                          <a:spcPts val="1200"/>
                        </a:spcBef>
                        <a:spcAft>
                          <a:spcPts val="0"/>
                        </a:spcAft>
                        <a:buNone/>
                      </a:pPr>
                      <a:r>
                        <a:rPr lang="en" sz="1100">
                          <a:solidFill>
                            <a:schemeClr val="dk1"/>
                          </a:solidFill>
                          <a:latin typeface="Inter"/>
                          <a:ea typeface="Inter"/>
                          <a:cs typeface="Inter"/>
                          <a:sym typeface="Inter"/>
                        </a:rPr>
                        <a:t> </a:t>
                      </a:r>
                      <a:endParaRPr sz="1100">
                        <a:solidFill>
                          <a:schemeClr val="dk1"/>
                        </a:solidFill>
                        <a:latin typeface="Inter"/>
                        <a:ea typeface="Inter"/>
                        <a:cs typeface="Inter"/>
                        <a:sym typeface="Inter"/>
                      </a:endParaRPr>
                    </a:p>
                    <a:p>
                      <a:pPr indent="0" lvl="0" marL="0" rtl="0" algn="l">
                        <a:lnSpc>
                          <a:spcPct val="115000"/>
                        </a:lnSpc>
                        <a:spcBef>
                          <a:spcPts val="1200"/>
                        </a:spcBef>
                        <a:spcAft>
                          <a:spcPts val="1200"/>
                        </a:spcAft>
                        <a:buNone/>
                      </a:pPr>
                      <a:r>
                        <a:t/>
                      </a:r>
                      <a:endParaRPr sz="1000">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What’s the story on the song? Write here!</a:t>
                      </a:r>
                      <a:endParaRPr>
                        <a:latin typeface="Inter Medium"/>
                        <a:ea typeface="Inter Medium"/>
                        <a:cs typeface="Inter Medium"/>
                        <a:sym typeface="Inter Medium"/>
                      </a:endParaRPr>
                    </a:p>
                    <a:p>
                      <a:pPr indent="0" lvl="0" marL="0" rtl="0" algn="l">
                        <a:spcBef>
                          <a:spcPts val="0"/>
                        </a:spcBef>
                        <a:spcAft>
                          <a:spcPts val="0"/>
                        </a:spcAft>
                        <a:buNone/>
                      </a:pPr>
                      <a:r>
                        <a:rPr lang="en">
                          <a:latin typeface="Inter Medium"/>
                          <a:ea typeface="Inter Medium"/>
                          <a:cs typeface="Inter Medium"/>
                          <a:sym typeface="Inter Medium"/>
                        </a:rPr>
                        <a:t>My dad played this song alot at first i thought it was awful but as time went on i grew to enjoy the song and on my vacation a while back i started to listen to it on my own and i really liked it and now its  my favorite song because me and my dad both enjoy it so i feel a </a:t>
                      </a:r>
                      <a:r>
                        <a:rPr lang="en">
                          <a:latin typeface="Inter Medium"/>
                          <a:ea typeface="Inter Medium"/>
                          <a:cs typeface="Inter Medium"/>
                          <a:sym typeface="Inter Medium"/>
                        </a:rPr>
                        <a:t>connection</a:t>
                      </a:r>
                      <a:r>
                        <a:rPr lang="en">
                          <a:latin typeface="Inter Medium"/>
                          <a:ea typeface="Inter Medium"/>
                          <a:cs typeface="Inter Medium"/>
                          <a:sym typeface="Inter Medium"/>
                        </a:rPr>
                        <a:t> when we listen to it </a:t>
                      </a:r>
                      <a:r>
                        <a:rPr lang="en">
                          <a:latin typeface="Inter Medium"/>
                          <a:ea typeface="Inter Medium"/>
                          <a:cs typeface="Inter Medium"/>
                          <a:sym typeface="Inter Medium"/>
                        </a:rPr>
                        <a:t>together.</a:t>
                      </a:r>
                      <a:endParaRPr>
                        <a:latin typeface="Inter Medium"/>
                        <a:ea typeface="Inter Medium"/>
                        <a:cs typeface="Inter Medium"/>
                        <a:sym typeface="Inter Medium"/>
                      </a:endParaRPr>
                    </a:p>
                  </a:txBody>
                  <a:tcPr marT="91425" marB="91425" marR="91425" marL="91425"/>
                </a:tc>
              </a:tr>
            </a:tbl>
          </a:graphicData>
        </a:graphic>
      </p:graphicFrame>
      <p:sp>
        <p:nvSpPr>
          <p:cNvPr id="339" name="Google Shape;339;p48"/>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WHERE</a:t>
            </a:r>
            <a:endParaRPr sz="600">
              <a:solidFill>
                <a:schemeClr val="dk1"/>
              </a:solidFill>
              <a:latin typeface="Roboto Mono"/>
              <a:ea typeface="Roboto Mono"/>
              <a:cs typeface="Roboto Mono"/>
              <a:sym typeface="Roboto Mon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9"/>
          <p:cNvSpPr txBox="1"/>
          <p:nvPr>
            <p:ph idx="4" type="title"/>
          </p:nvPr>
        </p:nvSpPr>
        <p:spPr>
          <a:xfrm>
            <a:off x="226525" y="630625"/>
            <a:ext cx="4458900" cy="208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Product / Service Offering Overview #2">
  <a:themeElements>
    <a:clrScheme name="Simple Light">
      <a:dk1>
        <a:srgbClr val="000000"/>
      </a:dk1>
      <a:lt1>
        <a:srgbClr val="E2DFD2"/>
      </a:lt1>
      <a:dk2>
        <a:srgbClr val="FFFCE9"/>
      </a:dk2>
      <a:lt2>
        <a:srgbClr val="C9C3A7"/>
      </a:lt2>
      <a:accent1>
        <a:srgbClr val="FFEDCF"/>
      </a:accent1>
      <a:accent2>
        <a:srgbClr val="595959"/>
      </a:accent2>
      <a:accent3>
        <a:srgbClr val="D56F3E"/>
      </a:accent3>
      <a:accent4>
        <a:srgbClr val="FF7D00"/>
      </a:accent4>
      <a:accent5>
        <a:srgbClr val="78290F"/>
      </a:accent5>
      <a:accent6>
        <a:srgbClr val="D05353"/>
      </a:accent6>
      <a:hlink>
        <a:srgbClr val="DF293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