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2C9F09-63D5-41E5-90A5-6639D65E1AA6}">
  <a:tblStyle styleId="{F42C9F09-63D5-41E5-90A5-6639D65E1A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Inter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74dce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c74dce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c74dce5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c74dce5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c74dce51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c74dce5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The Personal Place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Reflection:</a:t>
            </a:r>
            <a:r>
              <a:rPr lang="en">
                <a:solidFill>
                  <a:schemeClr val="dk1"/>
                </a:solidFill>
              </a:rPr>
              <a:t> Write a paragraph about a personal place that holds significance for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Questions:: In a second section, describe how  your personal perspective shapes the way you see and feel about this place. What stories or memories are tied to this specific location?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c74dce51c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7c74dce51c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Reflection: Write about a significant place in our local community. Tell the story of the place! Who owns it? Why do you like it? Describe something that happened there that you remember.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c74dce51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c74dce51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 Tell the story of how you and/or your family are connected to this place.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traditions or values from this place have been passed down to you?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this connect to your cultural identity, including things you do and who you are?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c74dce51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7c74dce51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8cf471e1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8cf471e1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c74dce51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c74dce51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7KIHvuMl4Kk" TargetMode="External"/><Relationship Id="rId4" Type="http://schemas.openxmlformats.org/officeDocument/2006/relationships/hyperlink" Target="https://www.google.com/goto?url=CAESYgHrOzAVFvpIBdAgccM874BkuXrUqZjXMbMRsszl-MTnfKN5rKMWn3RCZ6qGYLM82bGMlKjiFEglkmu4eUTJxKBaxYcl-0S-3v7_tqt473EA0NEDz7lnBqpt4zIir6lIZfF-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64975" y="1052750"/>
            <a:ext cx="4673100" cy="17136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/>
              <a:t>Tristan</a:t>
            </a:r>
            <a:br>
              <a:rPr lang="en" sz="8500"/>
            </a:br>
            <a:r>
              <a:rPr b="0" lang="en" sz="1600"/>
              <a:t>Citizenship 9</a:t>
            </a:r>
            <a:endParaRPr b="0" sz="1600"/>
          </a:p>
        </p:txBody>
      </p:sp>
      <p:graphicFrame>
        <p:nvGraphicFramePr>
          <p:cNvPr id="276" name="Google Shape;276;p42"/>
          <p:cNvGraphicFramePr/>
          <p:nvPr/>
        </p:nvGraphicFramePr>
        <p:xfrm>
          <a:off x="4738075" y="67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{F42C9F09-63D5-41E5-90A5-6639D65E1AA6}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77" name="Google Shape;2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075" y="671025"/>
            <a:ext cx="3453425" cy="39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Aspirational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Google Shape;284;p43"/>
          <p:cNvCxnSpPr/>
          <p:nvPr/>
        </p:nvCxnSpPr>
        <p:spPr>
          <a:xfrm flipH="1" rot="10800000">
            <a:off x="563100" y="2750475"/>
            <a:ext cx="73872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3"/>
          <p:cNvCxnSpPr/>
          <p:nvPr/>
        </p:nvCxnSpPr>
        <p:spPr>
          <a:xfrm>
            <a:off x="563100" y="3000800"/>
            <a:ext cx="71181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3"/>
          <p:cNvCxnSpPr/>
          <p:nvPr/>
        </p:nvCxnSpPr>
        <p:spPr>
          <a:xfrm>
            <a:off x="563100" y="3248450"/>
            <a:ext cx="758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3"/>
          <p:cNvCxnSpPr/>
          <p:nvPr/>
        </p:nvCxnSpPr>
        <p:spPr>
          <a:xfrm>
            <a:off x="563100" y="3480975"/>
            <a:ext cx="70734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8" name="Google Shape;288;p43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4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0" name="Google Shape;290;p43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Personal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7" name="Google Shape;297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</a:t>
            </a: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298" name="Google Shape;298;p44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{F42C9F09-63D5-41E5-90A5-6639D65E1AA6}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b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(from Bing Maps)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Write about a personal place that holds significance for you. Tell the story of the place!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My home 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In a second section, describe how your personal perspective shapes the way you see and feel about this place. What stories or memories are tied to this specific location?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My home because i live and I was there when i was a kid so that is why i like it.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Can’t </a:t>
                      </a: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find</a:t>
                      </a: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a image’s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99" name="Google Shape;2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25" y="1608663"/>
            <a:ext cx="2175900" cy="192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Community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06" name="Google Shape;306;p45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{F42C9F09-63D5-41E5-90A5-6639D65E1AA6}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Write about a significant place in our local community. Tell the story of the place! Who owns it? Why do you like it? Describe something that happened there that you remember.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Sportsplex because i like to swim there because it is fun their. And they have a gym to work out and a basketball court to play basketball a  running track to run or walk around it and hokey ring.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7" name="Google Shape;307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8" name="Google Shape;3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9450" y="1461563"/>
            <a:ext cx="2085899" cy="222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525" y="1319075"/>
            <a:ext cx="2220374" cy="222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Global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5" name="Google Shape;315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16" name="Google Shape;316;p46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{F42C9F09-63D5-41E5-90A5-6639D65E1AA6}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can’t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 Write a story about a place in the world that is part of your family's story.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 don’t have a family story about a place in the world.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Tell the story of how you and/or your family are connected to this place.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traditions or values from this place have been passed down to you?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How does this connect to your cultural identity, including things you do and who you are?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Don’t know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can’t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7" name="Google Shape;317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3" name="Google Shape;323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24" name="Google Shape;324;p47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{F42C9F09-63D5-41E5-90A5-6639D65E1AA6}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Write a story about a place you have never been to but dream of visiting.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never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been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to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japan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so i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want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to go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there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because it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looks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nice in image’s and they have good stuff there like food catcher and the kimonos that they have there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Guiding Questions: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draws you to this place? What do you hope to learn or experience there? How does this place fit into your hopes for the future?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The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catcher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and the food and that is looks nice and i want to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visit there and to learn about the stuff there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like the storys and i like there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trees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that they have and the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mountain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5" name="Google Shape;325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26" name="Google Shape;3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00" y="1566386"/>
            <a:ext cx="2227324" cy="2448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9450" y="1756025"/>
            <a:ext cx="2085900" cy="1383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34" name="Google Shape;334;p48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{F42C9F09-63D5-41E5-90A5-6639D65E1AA6}</a:tableStyleId>
              </a:tblPr>
              <a:tblGrid>
                <a:gridCol w="2227325"/>
                <a:gridCol w="3466625"/>
                <a:gridCol w="2994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Soundtrack of your life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Golden Brown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 the youtube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 here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hlinkClick r:id="rId3"/>
                        </a:rPr>
                        <a:t>https://www.youtube.com/watch?v=7KIHvuMl4Kk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What’s the story on the song? Write here!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"Golden Brown" is a 1981 hit song by the English rock band The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Stranglers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that features a famous double meaning about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Mediterranean girlfriend and an addiction to heroin</a:t>
                      </a: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</a:t>
                      </a: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5" name="Google Shape;335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