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Inter"/>
      <p:regular r:id="rId15"/>
      <p:bold r:id="rId16"/>
      <p:italic r:id="rId17"/>
      <p:boldItalic r:id="rId18"/>
    </p:embeddedFont>
    <p:embeddedFont>
      <p:font typeface="Roboto Mono"/>
      <p:regular r:id="rId19"/>
      <p:bold r:id="rId20"/>
      <p:italic r:id="rId21"/>
      <p:boldItalic r:id="rId22"/>
    </p:embeddedFont>
    <p:embeddedFont>
      <p:font typeface="Inter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F6012D-F477-4E44-B335-F2C84F9A738E}">
  <a:tblStyle styleId="{30F6012D-F477-4E44-B335-F2C84F9A738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fntdata"/><Relationship Id="rId22" Type="http://schemas.openxmlformats.org/officeDocument/2006/relationships/font" Target="fonts/RobotoMono-boldItalic.fntdata"/><Relationship Id="rId21" Type="http://schemas.openxmlformats.org/officeDocument/2006/relationships/font" Target="fonts/RobotoMono-italic.fntdata"/><Relationship Id="rId24" Type="http://schemas.openxmlformats.org/officeDocument/2006/relationships/font" Target="fonts/InterMedium-bold.fntdata"/><Relationship Id="rId23" Type="http://schemas.openxmlformats.org/officeDocument/2006/relationships/font" Target="fonts/Inter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Medium-boldItalic.fntdata"/><Relationship Id="rId25" Type="http://schemas.openxmlformats.org/officeDocument/2006/relationships/font" Target="fonts/Inter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Inter-regular.fntdata"/><Relationship Id="rId14" Type="http://schemas.openxmlformats.org/officeDocument/2006/relationships/slide" Target="slides/slide8.xml"/><Relationship Id="rId17" Type="http://schemas.openxmlformats.org/officeDocument/2006/relationships/font" Target="fonts/Inter-italic.fntdata"/><Relationship Id="rId16" Type="http://schemas.openxmlformats.org/officeDocument/2006/relationships/font" Target="fonts/Inter-bold.fntdata"/><Relationship Id="rId19" Type="http://schemas.openxmlformats.org/officeDocument/2006/relationships/font" Target="fonts/RobotoMono-regular.fntdata"/><Relationship Id="rId18" Type="http://schemas.openxmlformats.org/officeDocument/2006/relationships/font" Target="fonts/Inter-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7c74dce5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7c74dce5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7c74dce51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7c74dce51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7c74dce51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7c74dce51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The Personal Place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Reflection:</a:t>
            </a:r>
            <a:r>
              <a:rPr lang="en">
                <a:solidFill>
                  <a:schemeClr val="dk1"/>
                </a:solidFill>
              </a:rPr>
              <a:t> Write a paragraph about a personal place that holds significance for you.</a:t>
            </a:r>
            <a:endParaRPr>
              <a:solidFill>
                <a:schemeClr val="dk1"/>
              </a:solidFill>
            </a:endParaRPr>
          </a:p>
          <a:p>
            <a:pPr indent="0" lvl="0" marL="0" rtl="0" algn="l">
              <a:lnSpc>
                <a:spcPct val="115000"/>
              </a:lnSpc>
              <a:spcBef>
                <a:spcPts val="1200"/>
              </a:spcBef>
              <a:spcAft>
                <a:spcPts val="1200"/>
              </a:spcAft>
              <a:buNone/>
            </a:pPr>
            <a:r>
              <a:rPr lang="en" sz="900">
                <a:solidFill>
                  <a:schemeClr val="dk1"/>
                </a:solidFill>
                <a:latin typeface="Inter Medium"/>
                <a:ea typeface="Inter Medium"/>
                <a:cs typeface="Inter Medium"/>
                <a:sym typeface="Inter Medium"/>
              </a:rPr>
              <a:t>Guiding Questions:: In a second section, describe how  your personal perspective shapes the way you see and feel about this place. What stories or memories are tied to this specific location?</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7c74dce51c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7c74dce51c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Reflection: Write about a significant place in our local community. Tell the story of the place! Who owns it? Why do you like it? Describe something that happened there that you remember.</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7c74dce51c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7c74dce51c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Guiding Questions: Tell the story of how you and/or your family are connected to this place.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What traditions or values from this place have been passed down to you?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How does this connect to your cultural identity, including things you do and who you are?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7c74dce51c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7c74dce51c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f8cf471e1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f8cf471e1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7c74dce51c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7c74dce51c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layout" type="title">
  <p:cSld name="TITLE">
    <p:spTree>
      <p:nvGrpSpPr>
        <p:cNvPr id="9" name="Shape 9"/>
        <p:cNvGrpSpPr/>
        <p:nvPr/>
      </p:nvGrpSpPr>
      <p:grpSpPr>
        <a:xfrm>
          <a:off x="0" y="0"/>
          <a:ext cx="0" cy="0"/>
          <a:chOff x="0" y="0"/>
          <a:chExt cx="0" cy="0"/>
        </a:xfrm>
      </p:grpSpPr>
      <p:sp>
        <p:nvSpPr>
          <p:cNvPr id="10" name="Google Shape;10;p2"/>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1" name="Google Shape;11;p2"/>
          <p:cNvSpPr/>
          <p:nvPr>
            <p:ph idx="3" type="pic"/>
          </p:nvPr>
        </p:nvSpPr>
        <p:spPr>
          <a:xfrm>
            <a:off x="226525" y="2975750"/>
            <a:ext cx="4458900" cy="1941300"/>
          </a:xfrm>
          <a:prstGeom prst="rect">
            <a:avLst/>
          </a:prstGeom>
          <a:noFill/>
          <a:ln>
            <a:noFill/>
          </a:ln>
        </p:spPr>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 name="Google Shape;14;p2"/>
          <p:cNvSpPr txBox="1"/>
          <p:nvPr>
            <p:ph idx="4"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with details">
  <p:cSld name="TITLE_1">
    <p:spTree>
      <p:nvGrpSpPr>
        <p:cNvPr id="15" name="Shape 15"/>
        <p:cNvGrpSpPr/>
        <p:nvPr/>
      </p:nvGrpSpPr>
      <p:grpSpPr>
        <a:xfrm>
          <a:off x="0" y="0"/>
          <a:ext cx="0" cy="0"/>
          <a:chOff x="0" y="0"/>
          <a:chExt cx="0" cy="0"/>
        </a:xfrm>
      </p:grpSpPr>
      <p:sp>
        <p:nvSpPr>
          <p:cNvPr id="16" name="Google Shape;16;p3"/>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3"/>
          <p:cNvSpPr txBox="1"/>
          <p:nvPr>
            <p:ph idx="3"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 name="Google Shape;20;p3"/>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3"/>
          <p:cNvSpPr txBox="1"/>
          <p:nvPr>
            <p:ph idx="1" type="body"/>
          </p:nvPr>
        </p:nvSpPr>
        <p:spPr>
          <a:xfrm>
            <a:off x="266700" y="4099025"/>
            <a:ext cx="4458900" cy="8475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1_2">
    <p:spTree>
      <p:nvGrpSpPr>
        <p:cNvPr id="22" name="Shape 22"/>
        <p:cNvGrpSpPr/>
        <p:nvPr/>
      </p:nvGrpSpPr>
      <p:grpSpPr>
        <a:xfrm>
          <a:off x="0" y="0"/>
          <a:ext cx="0" cy="0"/>
          <a:chOff x="0" y="0"/>
          <a:chExt cx="0" cy="0"/>
        </a:xfrm>
      </p:grpSpPr>
      <p:sp>
        <p:nvSpPr>
          <p:cNvPr id="23" name="Google Shape;23;p4"/>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26" name="Shape 26"/>
        <p:cNvGrpSpPr/>
        <p:nvPr/>
      </p:nvGrpSpPr>
      <p:grpSpPr>
        <a:xfrm>
          <a:off x="0" y="0"/>
          <a:ext cx="0" cy="0"/>
          <a:chOff x="0" y="0"/>
          <a:chExt cx="0" cy="0"/>
        </a:xfrm>
      </p:grpSpPr>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5"/>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5"/>
          <p:cNvSpPr txBox="1"/>
          <p:nvPr>
            <p:ph idx="1" type="body"/>
          </p:nvPr>
        </p:nvSpPr>
        <p:spPr>
          <a:xfrm>
            <a:off x="226525" y="2857625"/>
            <a:ext cx="4458900" cy="20889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30" name="Shape 30"/>
        <p:cNvGrpSpPr/>
        <p:nvPr/>
      </p:nvGrpSpPr>
      <p:grpSpPr>
        <a:xfrm>
          <a:off x="0" y="0"/>
          <a:ext cx="0" cy="0"/>
          <a:chOff x="0" y="0"/>
          <a:chExt cx="0" cy="0"/>
        </a:xfrm>
      </p:grpSpPr>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6"/>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lvl1pPr indent="-330200" lvl="0" marL="457200" algn="r">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lgn="r">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lgn="r">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lgn="r">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lgn="r">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lgn="r">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lgn="r">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lgn="r">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lgn="r">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3" name="Google Shape;33;p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35" name="Google Shape;35;p6"/>
          <p:cNvSpPr txBox="1"/>
          <p:nvPr>
            <p:ph idx="3" type="body"/>
          </p:nvPr>
        </p:nvSpPr>
        <p:spPr>
          <a:xfrm>
            <a:off x="226525" y="2621103"/>
            <a:ext cx="336600" cy="2201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6" name="Google Shape;36;p6"/>
          <p:cNvSpPr txBox="1"/>
          <p:nvPr>
            <p:ph idx="4" type="title"/>
          </p:nvPr>
        </p:nvSpPr>
        <p:spPr>
          <a:xfrm>
            <a:off x="226525" y="571800"/>
            <a:ext cx="52614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x">
  <p:cSld name="TITLE_AND_BODY">
    <p:bg>
      <p:bgPr>
        <a:solidFill>
          <a:schemeClr val="dk1"/>
        </a:solidFill>
      </p:bgPr>
    </p:bg>
    <p:spTree>
      <p:nvGrpSpPr>
        <p:cNvPr id="37" name="Shape 37"/>
        <p:cNvGrpSpPr/>
        <p:nvPr/>
      </p:nvGrpSpPr>
      <p:grpSpPr>
        <a:xfrm>
          <a:off x="0" y="0"/>
          <a:ext cx="0" cy="0"/>
          <a:chOff x="0" y="0"/>
          <a:chExt cx="0" cy="0"/>
        </a:xfrm>
      </p:grpSpPr>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7"/>
          <p:cNvSpPr txBox="1"/>
          <p:nvPr>
            <p:ph type="title"/>
          </p:nvPr>
        </p:nvSpPr>
        <p:spPr>
          <a:xfrm>
            <a:off x="226525" y="2581610"/>
            <a:ext cx="8691000" cy="23748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AND_BODY_2">
    <p:bg>
      <p:bgPr>
        <a:solidFill>
          <a:schemeClr val="lt1"/>
        </a:solidFill>
      </p:bgPr>
    </p:bg>
    <p:spTree>
      <p:nvGrpSpPr>
        <p:cNvPr id="40" name="Shape 40"/>
        <p:cNvGrpSpPr/>
        <p:nvPr/>
      </p:nvGrpSpPr>
      <p:grpSpPr>
        <a:xfrm>
          <a:off x="0" y="0"/>
          <a:ext cx="0" cy="0"/>
          <a:chOff x="0" y="0"/>
          <a:chExt cx="0" cy="0"/>
        </a:xfrm>
      </p:grpSpPr>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8"/>
          <p:cNvSpPr txBox="1"/>
          <p:nvPr>
            <p:ph type="title"/>
          </p:nvPr>
        </p:nvSpPr>
        <p:spPr>
          <a:xfrm>
            <a:off x="226525" y="248960"/>
            <a:ext cx="8691000" cy="2374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TITLE_AND_BODY_1">
    <p:bg>
      <p:bgPr>
        <a:solidFill>
          <a:schemeClr val="dk1"/>
        </a:solidFill>
      </p:bgPr>
    </p:bg>
    <p:spTree>
      <p:nvGrpSpPr>
        <p:cNvPr id="43" name="Shape 43"/>
        <p:cNvGrpSpPr/>
        <p:nvPr/>
      </p:nvGrpSpPr>
      <p:grpSpPr>
        <a:xfrm>
          <a:off x="0" y="0"/>
          <a:ext cx="0" cy="0"/>
          <a:chOff x="0" y="0"/>
          <a:chExt cx="0" cy="0"/>
        </a:xfrm>
      </p:grpSpPr>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6" name="Google Shape;46;p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body"/>
          </p:nvPr>
        </p:nvSpPr>
        <p:spPr>
          <a:xfrm>
            <a:off x="246325" y="2591450"/>
            <a:ext cx="7587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48" name="Google Shape;48;p9"/>
          <p:cNvSpPr txBox="1"/>
          <p:nvPr>
            <p:ph idx="3" type="body"/>
          </p:nvPr>
        </p:nvSpPr>
        <p:spPr>
          <a:xfrm>
            <a:off x="1077200" y="2591450"/>
            <a:ext cx="78045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type="twoColTx">
  <p:cSld name="TITLE_AND_TWO_COLUMNS">
    <p:bg>
      <p:bgPr>
        <a:solidFill>
          <a:schemeClr val="dk1"/>
        </a:solidFill>
      </p:bgPr>
    </p:bg>
    <p:spTree>
      <p:nvGrpSpPr>
        <p:cNvPr id="49" name="Shape 49"/>
        <p:cNvGrpSpPr/>
        <p:nvPr/>
      </p:nvGrpSpPr>
      <p:grpSpPr>
        <a:xfrm>
          <a:off x="0" y="0"/>
          <a:ext cx="0" cy="0"/>
          <a:chOff x="0" y="0"/>
          <a:chExt cx="0" cy="0"/>
        </a:xfrm>
      </p:grpSpPr>
      <p:sp>
        <p:nvSpPr>
          <p:cNvPr id="50" name="Google Shape;50;p10"/>
          <p:cNvSpPr/>
          <p:nvPr>
            <p:ph idx="2" type="pic"/>
          </p:nvPr>
        </p:nvSpPr>
        <p:spPr>
          <a:xfrm>
            <a:off x="-5225" y="709575"/>
            <a:ext cx="3048600" cy="2805300"/>
          </a:xfrm>
          <a:prstGeom prst="rect">
            <a:avLst/>
          </a:prstGeom>
          <a:noFill/>
          <a:ln>
            <a:noFill/>
          </a:ln>
        </p:spPr>
      </p:sp>
      <p:sp>
        <p:nvSpPr>
          <p:cNvPr id="51" name="Google Shape;51;p10"/>
          <p:cNvSpPr txBox="1"/>
          <p:nvPr>
            <p:ph type="title"/>
          </p:nvPr>
        </p:nvSpPr>
        <p:spPr>
          <a:xfrm>
            <a:off x="156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2" name="Google Shape;52;p10"/>
          <p:cNvSpPr txBox="1"/>
          <p:nvPr>
            <p:ph idx="1" type="body"/>
          </p:nvPr>
        </p:nvSpPr>
        <p:spPr>
          <a:xfrm>
            <a:off x="156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0"/>
          <p:cNvSpPr txBox="1"/>
          <p:nvPr>
            <p:ph idx="3" type="title"/>
          </p:nvPr>
        </p:nvSpPr>
        <p:spPr>
          <a:xfrm>
            <a:off x="32086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5" name="Google Shape;55;p10"/>
          <p:cNvSpPr txBox="1"/>
          <p:nvPr>
            <p:ph idx="4" type="body"/>
          </p:nvPr>
        </p:nvSpPr>
        <p:spPr>
          <a:xfrm>
            <a:off x="32086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6" name="Google Shape;56;p10"/>
          <p:cNvSpPr txBox="1"/>
          <p:nvPr>
            <p:ph idx="5" type="title"/>
          </p:nvPr>
        </p:nvSpPr>
        <p:spPr>
          <a:xfrm>
            <a:off x="6268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7" name="Google Shape;57;p10"/>
          <p:cNvSpPr txBox="1"/>
          <p:nvPr>
            <p:ph idx="6" type="body"/>
          </p:nvPr>
        </p:nvSpPr>
        <p:spPr>
          <a:xfrm>
            <a:off x="6268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8" name="Google Shape;58;p10"/>
          <p:cNvSpPr/>
          <p:nvPr>
            <p:ph idx="7" type="pic"/>
          </p:nvPr>
        </p:nvSpPr>
        <p:spPr>
          <a:xfrm>
            <a:off x="3053763" y="709575"/>
            <a:ext cx="3031800" cy="2805300"/>
          </a:xfrm>
          <a:prstGeom prst="rect">
            <a:avLst/>
          </a:prstGeom>
          <a:noFill/>
          <a:ln>
            <a:noFill/>
          </a:ln>
        </p:spPr>
      </p:sp>
      <p:sp>
        <p:nvSpPr>
          <p:cNvPr id="59" name="Google Shape;59;p10"/>
          <p:cNvSpPr/>
          <p:nvPr>
            <p:ph idx="8" type="pic"/>
          </p:nvPr>
        </p:nvSpPr>
        <p:spPr>
          <a:xfrm>
            <a:off x="6095475" y="709575"/>
            <a:ext cx="3048600" cy="2805300"/>
          </a:xfrm>
          <a:prstGeom prst="rect">
            <a:avLst/>
          </a:prstGeom>
          <a:noFill/>
          <a:ln>
            <a:noFill/>
          </a:ln>
        </p:spPr>
      </p:sp>
      <p:cxnSp>
        <p:nvCxnSpPr>
          <p:cNvPr id="60" name="Google Shape;60;p10"/>
          <p:cNvCxnSpPr/>
          <p:nvPr/>
        </p:nvCxnSpPr>
        <p:spPr>
          <a:xfrm>
            <a:off x="304852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1" name="Google Shape;61;p10"/>
          <p:cNvCxnSpPr/>
          <p:nvPr/>
        </p:nvCxnSpPr>
        <p:spPr>
          <a:xfrm>
            <a:off x="609057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2" name="Google Shape;62;p10"/>
          <p:cNvCxnSpPr/>
          <p:nvPr/>
        </p:nvCxnSpPr>
        <p:spPr>
          <a:xfrm rot="10800000">
            <a:off x="0" y="3520200"/>
            <a:ext cx="9152400" cy="0"/>
          </a:xfrm>
          <a:prstGeom prst="straightConnector1">
            <a:avLst/>
          </a:prstGeom>
          <a:noFill/>
          <a:ln cap="flat" cmpd="sng" w="9525">
            <a:solidFill>
              <a:schemeClr val="lt1"/>
            </a:solidFill>
            <a:prstDash val="solid"/>
            <a:round/>
            <a:headEnd len="med" w="med" type="none"/>
            <a:tailEnd len="med" w="med" type="none"/>
          </a:ln>
        </p:spPr>
      </p:cxnSp>
      <p:cxnSp>
        <p:nvCxnSpPr>
          <p:cNvPr id="63" name="Google Shape;63;p10"/>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64" name="Google Shape;64;p10"/>
          <p:cNvSpPr txBox="1"/>
          <p:nvPr>
            <p:ph idx="9"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
    <p:bg>
      <p:bgPr>
        <a:solidFill>
          <a:schemeClr val="dk1"/>
        </a:solidFill>
      </p:bgPr>
    </p:bg>
    <p:spTree>
      <p:nvGrpSpPr>
        <p:cNvPr id="65" name="Shape 65"/>
        <p:cNvGrpSpPr/>
        <p:nvPr/>
      </p:nvGrpSpPr>
      <p:grpSpPr>
        <a:xfrm>
          <a:off x="0" y="0"/>
          <a:ext cx="0" cy="0"/>
          <a:chOff x="0" y="0"/>
          <a:chExt cx="0" cy="0"/>
        </a:xfrm>
      </p:grpSpPr>
      <p:sp>
        <p:nvSpPr>
          <p:cNvPr id="66" name="Google Shape;66;p11"/>
          <p:cNvSpPr/>
          <p:nvPr>
            <p:ph idx="2" type="pic"/>
          </p:nvPr>
        </p:nvSpPr>
        <p:spPr>
          <a:xfrm>
            <a:off x="-5225" y="709575"/>
            <a:ext cx="3048600" cy="1468500"/>
          </a:xfrm>
          <a:prstGeom prst="rect">
            <a:avLst/>
          </a:prstGeom>
          <a:noFill/>
          <a:ln>
            <a:noFill/>
          </a:ln>
        </p:spPr>
      </p:sp>
      <p:sp>
        <p:nvSpPr>
          <p:cNvPr id="67" name="Google Shape;67;p11"/>
          <p:cNvSpPr/>
          <p:nvPr>
            <p:ph idx="3" type="pic"/>
          </p:nvPr>
        </p:nvSpPr>
        <p:spPr>
          <a:xfrm>
            <a:off x="3053763" y="709575"/>
            <a:ext cx="3031800" cy="1468500"/>
          </a:xfrm>
          <a:prstGeom prst="rect">
            <a:avLst/>
          </a:prstGeom>
          <a:noFill/>
          <a:ln>
            <a:noFill/>
          </a:ln>
        </p:spPr>
      </p:sp>
      <p:sp>
        <p:nvSpPr>
          <p:cNvPr id="68" name="Google Shape;68;p11"/>
          <p:cNvSpPr/>
          <p:nvPr>
            <p:ph idx="4" type="pic"/>
          </p:nvPr>
        </p:nvSpPr>
        <p:spPr>
          <a:xfrm>
            <a:off x="6095475" y="709575"/>
            <a:ext cx="3048600" cy="1468500"/>
          </a:xfrm>
          <a:prstGeom prst="rect">
            <a:avLst/>
          </a:prstGeom>
          <a:noFill/>
          <a:ln>
            <a:noFill/>
          </a:ln>
        </p:spPr>
      </p:sp>
      <p:cxnSp>
        <p:nvCxnSpPr>
          <p:cNvPr id="69" name="Google Shape;69;p11"/>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70" name="Google Shape;70;p11"/>
          <p:cNvSpPr txBox="1"/>
          <p:nvPr>
            <p:ph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11"/>
          <p:cNvSpPr/>
          <p:nvPr>
            <p:ph idx="5" type="pic"/>
          </p:nvPr>
        </p:nvSpPr>
        <p:spPr>
          <a:xfrm>
            <a:off x="-4975" y="2192221"/>
            <a:ext cx="3048600" cy="1468500"/>
          </a:xfrm>
          <a:prstGeom prst="rect">
            <a:avLst/>
          </a:prstGeom>
          <a:noFill/>
          <a:ln>
            <a:noFill/>
          </a:ln>
        </p:spPr>
      </p:sp>
      <p:sp>
        <p:nvSpPr>
          <p:cNvPr id="72" name="Google Shape;72;p11"/>
          <p:cNvSpPr/>
          <p:nvPr>
            <p:ph idx="6" type="pic"/>
          </p:nvPr>
        </p:nvSpPr>
        <p:spPr>
          <a:xfrm>
            <a:off x="3054013" y="2192221"/>
            <a:ext cx="3031800" cy="1468500"/>
          </a:xfrm>
          <a:prstGeom prst="rect">
            <a:avLst/>
          </a:prstGeom>
          <a:noFill/>
          <a:ln>
            <a:noFill/>
          </a:ln>
        </p:spPr>
      </p:sp>
      <p:sp>
        <p:nvSpPr>
          <p:cNvPr id="73" name="Google Shape;73;p11"/>
          <p:cNvSpPr/>
          <p:nvPr>
            <p:ph idx="7" type="pic"/>
          </p:nvPr>
        </p:nvSpPr>
        <p:spPr>
          <a:xfrm>
            <a:off x="6095725" y="2192221"/>
            <a:ext cx="3048600" cy="1468500"/>
          </a:xfrm>
          <a:prstGeom prst="rect">
            <a:avLst/>
          </a:prstGeom>
          <a:noFill/>
          <a:ln>
            <a:noFill/>
          </a:ln>
        </p:spPr>
      </p:sp>
      <p:sp>
        <p:nvSpPr>
          <p:cNvPr id="74" name="Google Shape;74;p11"/>
          <p:cNvSpPr/>
          <p:nvPr>
            <p:ph idx="8" type="pic"/>
          </p:nvPr>
        </p:nvSpPr>
        <p:spPr>
          <a:xfrm>
            <a:off x="-4975" y="3674873"/>
            <a:ext cx="3048600" cy="1468500"/>
          </a:xfrm>
          <a:prstGeom prst="rect">
            <a:avLst/>
          </a:prstGeom>
          <a:noFill/>
          <a:ln>
            <a:noFill/>
          </a:ln>
        </p:spPr>
      </p:sp>
      <p:sp>
        <p:nvSpPr>
          <p:cNvPr id="75" name="Google Shape;75;p11"/>
          <p:cNvSpPr/>
          <p:nvPr>
            <p:ph idx="9" type="pic"/>
          </p:nvPr>
        </p:nvSpPr>
        <p:spPr>
          <a:xfrm>
            <a:off x="3054013" y="3674873"/>
            <a:ext cx="3031800" cy="1468500"/>
          </a:xfrm>
          <a:prstGeom prst="rect">
            <a:avLst/>
          </a:prstGeom>
          <a:noFill/>
          <a:ln>
            <a:noFill/>
          </a:ln>
        </p:spPr>
      </p:sp>
      <p:sp>
        <p:nvSpPr>
          <p:cNvPr id="76" name="Google Shape;76;p11"/>
          <p:cNvSpPr/>
          <p:nvPr>
            <p:ph idx="13" type="pic"/>
          </p:nvPr>
        </p:nvSpPr>
        <p:spPr>
          <a:xfrm>
            <a:off x="6095725" y="3674873"/>
            <a:ext cx="3048600" cy="14685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type="titleOnly">
  <p:cSld name="TITLE_ONLY">
    <p:spTree>
      <p:nvGrpSpPr>
        <p:cNvPr id="77" name="Shape 77"/>
        <p:cNvGrpSpPr/>
        <p:nvPr/>
      </p:nvGrpSpPr>
      <p:grpSpPr>
        <a:xfrm>
          <a:off x="0" y="0"/>
          <a:ext cx="0" cy="0"/>
          <a:chOff x="0" y="0"/>
          <a:chExt cx="0" cy="0"/>
        </a:xfrm>
      </p:grpSpPr>
      <p:sp>
        <p:nvSpPr>
          <p:cNvPr id="78" name="Google Shape;7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2"/>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TITLE_ONLY_1">
    <p:bg>
      <p:bgPr>
        <a:solidFill>
          <a:schemeClr val="dk1"/>
        </a:solidFill>
      </p:bgPr>
    </p:bg>
    <p:spTree>
      <p:nvGrpSpPr>
        <p:cNvPr id="80" name="Shape 80"/>
        <p:cNvGrpSpPr/>
        <p:nvPr/>
      </p:nvGrpSpPr>
      <p:grpSpPr>
        <a:xfrm>
          <a:off x="0" y="0"/>
          <a:ext cx="0" cy="0"/>
          <a:chOff x="0" y="0"/>
          <a:chExt cx="0" cy="0"/>
        </a:xfrm>
      </p:grpSpPr>
      <p:sp>
        <p:nvSpPr>
          <p:cNvPr id="81" name="Google Shape;8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3"/>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ONE_COLUMN_TEXT">
    <p:bg>
      <p:bgPr>
        <a:solidFill>
          <a:schemeClr val="dk1"/>
        </a:solidFill>
      </p:bgPr>
    </p:bg>
    <p:spTree>
      <p:nvGrpSpPr>
        <p:cNvPr id="83" name="Shape 83"/>
        <p:cNvGrpSpPr/>
        <p:nvPr/>
      </p:nvGrpSpPr>
      <p:grpSpPr>
        <a:xfrm>
          <a:off x="0" y="0"/>
          <a:ext cx="0" cy="0"/>
          <a:chOff x="0" y="0"/>
          <a:chExt cx="0" cy="0"/>
        </a:xfrm>
      </p:grpSpPr>
      <p:sp>
        <p:nvSpPr>
          <p:cNvPr id="84" name="Google Shape;84;p14"/>
          <p:cNvSpPr/>
          <p:nvPr>
            <p:ph idx="2" type="pic"/>
          </p:nvPr>
        </p:nvSpPr>
        <p:spPr>
          <a:xfrm>
            <a:off x="4576350" y="0"/>
            <a:ext cx="4567500" cy="5153700"/>
          </a:xfrm>
          <a:prstGeom prst="rect">
            <a:avLst/>
          </a:prstGeom>
          <a:noFill/>
          <a:ln cap="flat" cmpd="sng" w="9525">
            <a:solidFill>
              <a:schemeClr val="lt1"/>
            </a:solidFill>
            <a:prstDash val="solid"/>
            <a:round/>
            <a:headEnd len="sm" w="sm" type="none"/>
            <a:tailEnd len="sm" w="sm" type="none"/>
          </a:ln>
        </p:spPr>
      </p:sp>
      <p:sp>
        <p:nvSpPr>
          <p:cNvPr id="85" name="Google Shape;85;p14"/>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Clr>
                <a:schemeClr val="lt1"/>
              </a:buClr>
              <a:buSzPts val="1600"/>
              <a:buChar char="●"/>
              <a:defRPr sz="1600">
                <a:solidFill>
                  <a:schemeClr val="lt1"/>
                </a:solidFill>
              </a:defRPr>
            </a:lvl1pPr>
            <a:lvl2pPr indent="-330200" lvl="1" marL="914400">
              <a:spcBef>
                <a:spcPts val="0"/>
              </a:spcBef>
              <a:spcAft>
                <a:spcPts val="0"/>
              </a:spcAft>
              <a:buClr>
                <a:schemeClr val="lt1"/>
              </a:buClr>
              <a:buSzPts val="1600"/>
              <a:buChar char="○"/>
              <a:defRPr sz="1600">
                <a:solidFill>
                  <a:schemeClr val="lt1"/>
                </a:solidFill>
              </a:defRPr>
            </a:lvl2pPr>
            <a:lvl3pPr indent="-330200" lvl="2" marL="1371600">
              <a:spcBef>
                <a:spcPts val="0"/>
              </a:spcBef>
              <a:spcAft>
                <a:spcPts val="0"/>
              </a:spcAft>
              <a:buClr>
                <a:schemeClr val="lt1"/>
              </a:buClr>
              <a:buSzPts val="1600"/>
              <a:buChar char="■"/>
              <a:defRPr sz="1600">
                <a:solidFill>
                  <a:schemeClr val="lt1"/>
                </a:solidFill>
              </a:defRPr>
            </a:lvl3pPr>
            <a:lvl4pPr indent="-330200" lvl="3" marL="1828800">
              <a:spcBef>
                <a:spcPts val="0"/>
              </a:spcBef>
              <a:spcAft>
                <a:spcPts val="0"/>
              </a:spcAft>
              <a:buClr>
                <a:schemeClr val="lt1"/>
              </a:buClr>
              <a:buSzPts val="1600"/>
              <a:buChar char="●"/>
              <a:defRPr sz="1600">
                <a:solidFill>
                  <a:schemeClr val="lt1"/>
                </a:solidFill>
              </a:defRPr>
            </a:lvl4pPr>
            <a:lvl5pPr indent="-330200" lvl="4" marL="2286000">
              <a:spcBef>
                <a:spcPts val="0"/>
              </a:spcBef>
              <a:spcAft>
                <a:spcPts val="0"/>
              </a:spcAft>
              <a:buClr>
                <a:schemeClr val="lt1"/>
              </a:buClr>
              <a:buSzPts val="1600"/>
              <a:buChar char="○"/>
              <a:defRPr sz="1600">
                <a:solidFill>
                  <a:schemeClr val="lt1"/>
                </a:solidFill>
              </a:defRPr>
            </a:lvl5pPr>
            <a:lvl6pPr indent="-330200" lvl="5" marL="2743200">
              <a:spcBef>
                <a:spcPts val="0"/>
              </a:spcBef>
              <a:spcAft>
                <a:spcPts val="0"/>
              </a:spcAft>
              <a:buClr>
                <a:schemeClr val="lt1"/>
              </a:buClr>
              <a:buSzPts val="1600"/>
              <a:buChar char="■"/>
              <a:defRPr sz="1600">
                <a:solidFill>
                  <a:schemeClr val="lt1"/>
                </a:solidFill>
              </a:defRPr>
            </a:lvl6pPr>
            <a:lvl7pPr indent="-330200" lvl="6" marL="3200400">
              <a:spcBef>
                <a:spcPts val="0"/>
              </a:spcBef>
              <a:spcAft>
                <a:spcPts val="0"/>
              </a:spcAft>
              <a:buClr>
                <a:schemeClr val="lt1"/>
              </a:buClr>
              <a:buSzPts val="1600"/>
              <a:buChar char="●"/>
              <a:defRPr sz="1600">
                <a:solidFill>
                  <a:schemeClr val="lt1"/>
                </a:solidFill>
              </a:defRPr>
            </a:lvl7pPr>
            <a:lvl8pPr indent="-330200" lvl="7" marL="3657600">
              <a:spcBef>
                <a:spcPts val="0"/>
              </a:spcBef>
              <a:spcAft>
                <a:spcPts val="0"/>
              </a:spcAft>
              <a:buClr>
                <a:schemeClr val="lt1"/>
              </a:buClr>
              <a:buSzPts val="1600"/>
              <a:buChar char="○"/>
              <a:defRPr sz="1600">
                <a:solidFill>
                  <a:schemeClr val="lt1"/>
                </a:solidFill>
              </a:defRPr>
            </a:lvl8pPr>
            <a:lvl9pPr indent="-330200" lvl="8" marL="4114800">
              <a:spcBef>
                <a:spcPts val="0"/>
              </a:spcBef>
              <a:spcAft>
                <a:spcPts val="0"/>
              </a:spcAft>
              <a:buClr>
                <a:schemeClr val="lt1"/>
              </a:buClr>
              <a:buSzPts val="1600"/>
              <a:buChar char="■"/>
              <a:defRPr sz="1600">
                <a:solidFill>
                  <a:schemeClr val="lt1"/>
                </a:solidFill>
              </a:defRPr>
            </a:lvl9pPr>
          </a:lstStyle>
          <a:p/>
        </p:txBody>
      </p:sp>
      <p:sp>
        <p:nvSpPr>
          <p:cNvPr id="86" name="Google Shape;8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4"/>
          <p:cNvSpPr txBox="1"/>
          <p:nvPr>
            <p:ph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2500"/>
              <a:buNone/>
              <a:defRPr sz="2500">
                <a:solidFill>
                  <a:schemeClr val="lt1"/>
                </a:solidFill>
              </a:defRPr>
            </a:lvl1pPr>
            <a:lvl2pPr lvl="1">
              <a:lnSpc>
                <a:spcPct val="80000"/>
              </a:lnSpc>
              <a:spcBef>
                <a:spcPts val="0"/>
              </a:spcBef>
              <a:spcAft>
                <a:spcPts val="0"/>
              </a:spcAft>
              <a:buClr>
                <a:schemeClr val="lt1"/>
              </a:buClr>
              <a:buSzPts val="2500"/>
              <a:buNone/>
              <a:defRPr sz="2500">
                <a:solidFill>
                  <a:schemeClr val="lt1"/>
                </a:solidFill>
              </a:defRPr>
            </a:lvl2pPr>
            <a:lvl3pPr lvl="2">
              <a:lnSpc>
                <a:spcPct val="80000"/>
              </a:lnSpc>
              <a:spcBef>
                <a:spcPts val="0"/>
              </a:spcBef>
              <a:spcAft>
                <a:spcPts val="0"/>
              </a:spcAft>
              <a:buClr>
                <a:schemeClr val="lt1"/>
              </a:buClr>
              <a:buSzPts val="2500"/>
              <a:buNone/>
              <a:defRPr sz="2500">
                <a:solidFill>
                  <a:schemeClr val="lt1"/>
                </a:solidFill>
              </a:defRPr>
            </a:lvl3pPr>
            <a:lvl4pPr lvl="3">
              <a:lnSpc>
                <a:spcPct val="80000"/>
              </a:lnSpc>
              <a:spcBef>
                <a:spcPts val="0"/>
              </a:spcBef>
              <a:spcAft>
                <a:spcPts val="0"/>
              </a:spcAft>
              <a:buClr>
                <a:schemeClr val="lt1"/>
              </a:buClr>
              <a:buSzPts val="2500"/>
              <a:buNone/>
              <a:defRPr sz="2500">
                <a:solidFill>
                  <a:schemeClr val="lt1"/>
                </a:solidFill>
              </a:defRPr>
            </a:lvl4pPr>
            <a:lvl5pPr lvl="4">
              <a:lnSpc>
                <a:spcPct val="80000"/>
              </a:lnSpc>
              <a:spcBef>
                <a:spcPts val="0"/>
              </a:spcBef>
              <a:spcAft>
                <a:spcPts val="0"/>
              </a:spcAft>
              <a:buClr>
                <a:schemeClr val="lt1"/>
              </a:buClr>
              <a:buSzPts val="2500"/>
              <a:buNone/>
              <a:defRPr sz="2500">
                <a:solidFill>
                  <a:schemeClr val="lt1"/>
                </a:solidFill>
              </a:defRPr>
            </a:lvl5pPr>
            <a:lvl6pPr lvl="5">
              <a:lnSpc>
                <a:spcPct val="80000"/>
              </a:lnSpc>
              <a:spcBef>
                <a:spcPts val="0"/>
              </a:spcBef>
              <a:spcAft>
                <a:spcPts val="0"/>
              </a:spcAft>
              <a:buClr>
                <a:schemeClr val="lt1"/>
              </a:buClr>
              <a:buSzPts val="2500"/>
              <a:buNone/>
              <a:defRPr sz="2500">
                <a:solidFill>
                  <a:schemeClr val="lt1"/>
                </a:solidFill>
              </a:defRPr>
            </a:lvl6pPr>
            <a:lvl7pPr lvl="6">
              <a:lnSpc>
                <a:spcPct val="80000"/>
              </a:lnSpc>
              <a:spcBef>
                <a:spcPts val="0"/>
              </a:spcBef>
              <a:spcAft>
                <a:spcPts val="0"/>
              </a:spcAft>
              <a:buClr>
                <a:schemeClr val="lt1"/>
              </a:buClr>
              <a:buSzPts val="2500"/>
              <a:buNone/>
              <a:defRPr sz="2500">
                <a:solidFill>
                  <a:schemeClr val="lt1"/>
                </a:solidFill>
              </a:defRPr>
            </a:lvl7pPr>
            <a:lvl8pPr lvl="7">
              <a:lnSpc>
                <a:spcPct val="80000"/>
              </a:lnSpc>
              <a:spcBef>
                <a:spcPts val="0"/>
              </a:spcBef>
              <a:spcAft>
                <a:spcPts val="0"/>
              </a:spcAft>
              <a:buClr>
                <a:schemeClr val="lt1"/>
              </a:buClr>
              <a:buSzPts val="2500"/>
              <a:buNone/>
              <a:defRPr sz="2500">
                <a:solidFill>
                  <a:schemeClr val="lt1"/>
                </a:solidFill>
              </a:defRPr>
            </a:lvl8pPr>
            <a:lvl9pPr lvl="8">
              <a:lnSpc>
                <a:spcPct val="80000"/>
              </a:lnSpc>
              <a:spcBef>
                <a:spcPts val="0"/>
              </a:spcBef>
              <a:spcAft>
                <a:spcPts val="0"/>
              </a:spcAft>
              <a:buClr>
                <a:schemeClr val="lt1"/>
              </a:buClr>
              <a:buSzPts val="2500"/>
              <a:buNone/>
              <a:defRPr sz="25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2">
  <p:cSld name="MAIN_POINT">
    <p:spTree>
      <p:nvGrpSpPr>
        <p:cNvPr id="88" name="Shape 88"/>
        <p:cNvGrpSpPr/>
        <p:nvPr/>
      </p:nvGrpSpPr>
      <p:grpSpPr>
        <a:xfrm>
          <a:off x="0" y="0"/>
          <a:ext cx="0" cy="0"/>
          <a:chOff x="0" y="0"/>
          <a:chExt cx="0" cy="0"/>
        </a:xfrm>
      </p:grpSpPr>
      <p:sp>
        <p:nvSpPr>
          <p:cNvPr id="89" name="Google Shape;8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15"/>
          <p:cNvSpPr/>
          <p:nvPr>
            <p:ph idx="2" type="pic"/>
          </p:nvPr>
        </p:nvSpPr>
        <p:spPr>
          <a:xfrm>
            <a:off x="2315425" y="226625"/>
            <a:ext cx="3733800" cy="4690500"/>
          </a:xfrm>
          <a:prstGeom prst="rect">
            <a:avLst/>
          </a:prstGeom>
          <a:noFill/>
          <a:ln cap="flat" cmpd="sng" w="9525">
            <a:solidFill>
              <a:schemeClr val="dk1"/>
            </a:solidFill>
            <a:prstDash val="solid"/>
            <a:round/>
            <a:headEnd len="sm" w="sm" type="none"/>
            <a:tailEnd len="sm" w="sm" type="none"/>
          </a:ln>
        </p:spPr>
      </p:sp>
      <p:sp>
        <p:nvSpPr>
          <p:cNvPr id="92" name="Google Shape;92;p15"/>
          <p:cNvSpPr/>
          <p:nvPr>
            <p:ph idx="3" type="pic"/>
          </p:nvPr>
        </p:nvSpPr>
        <p:spPr>
          <a:xfrm>
            <a:off x="6255975" y="1391900"/>
            <a:ext cx="2661600" cy="2359500"/>
          </a:xfrm>
          <a:prstGeom prst="rect">
            <a:avLst/>
          </a:prstGeom>
          <a:noFill/>
          <a:ln cap="flat" cmpd="sng" w="9525">
            <a:solidFill>
              <a:schemeClr val="dk1"/>
            </a:solidFill>
            <a:prstDash val="solid"/>
            <a:round/>
            <a:headEnd len="sm" w="sm" type="none"/>
            <a:tailEnd len="sm" w="sm" type="none"/>
          </a:ln>
        </p:spPr>
      </p:sp>
      <p:sp>
        <p:nvSpPr>
          <p:cNvPr id="93" name="Google Shape;93;p15"/>
          <p:cNvSpPr txBox="1"/>
          <p:nvPr>
            <p:ph idx="4"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chart">
  <p:cSld name="SECTION_TITLE_AND_DESCRIPTION">
    <p:spTree>
      <p:nvGrpSpPr>
        <p:cNvPr id="94" name="Shape 94"/>
        <p:cNvGrpSpPr/>
        <p:nvPr/>
      </p:nvGrpSpPr>
      <p:grpSpPr>
        <a:xfrm>
          <a:off x="0" y="0"/>
          <a:ext cx="0" cy="0"/>
          <a:chOff x="0" y="0"/>
          <a:chExt cx="0" cy="0"/>
        </a:xfrm>
      </p:grpSpPr>
      <p:sp>
        <p:nvSpPr>
          <p:cNvPr id="95" name="Google Shape;95;p16"/>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96" name="Google Shape;9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 name="Google Shape;98;p1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99" name="Google Shape;99;p16"/>
          <p:cNvSpPr txBox="1"/>
          <p:nvPr>
            <p:ph idx="3"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0" name="Google Shape;100;p16"/>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SECTION_TITLE_AND_DESCRIPTION_1">
    <p:spTree>
      <p:nvGrpSpPr>
        <p:cNvPr id="101" name="Shape 101"/>
        <p:cNvGrpSpPr/>
        <p:nvPr/>
      </p:nvGrpSpPr>
      <p:grpSpPr>
        <a:xfrm>
          <a:off x="0" y="0"/>
          <a:ext cx="0" cy="0"/>
          <a:chOff x="0" y="0"/>
          <a:chExt cx="0" cy="0"/>
        </a:xfrm>
      </p:grpSpPr>
      <p:sp>
        <p:nvSpPr>
          <p:cNvPr id="102" name="Google Shape;102;p17"/>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3" name="Google Shape;10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7"/>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5" name="Google Shape;105;p17"/>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17"/>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SECTION_TITLE_AND_DESCRIPTION_1_1">
    <p:spTree>
      <p:nvGrpSpPr>
        <p:cNvPr id="107" name="Shape 107"/>
        <p:cNvGrpSpPr/>
        <p:nvPr/>
      </p:nvGrpSpPr>
      <p:grpSpPr>
        <a:xfrm>
          <a:off x="0" y="0"/>
          <a:ext cx="0" cy="0"/>
          <a:chOff x="0" y="0"/>
          <a:chExt cx="0" cy="0"/>
        </a:xfrm>
      </p:grpSpPr>
      <p:sp>
        <p:nvSpPr>
          <p:cNvPr id="108" name="Google Shape;108;p18"/>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9" name="Google Shape;10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18"/>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11" name="Google Shape;111;p18"/>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2" name="Google Shape;112;p18"/>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8"/>
          <p:cNvSpPr txBox="1"/>
          <p:nvPr>
            <p:ph idx="3" type="body"/>
          </p:nvPr>
        </p:nvSpPr>
        <p:spPr>
          <a:xfrm>
            <a:off x="4798500"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2"/>
              </a:buClr>
              <a:buSzPts val="1200"/>
              <a:buChar char="●"/>
              <a:defRPr sz="1200">
                <a:solidFill>
                  <a:schemeClr val="dk2"/>
                </a:solidFill>
              </a:defRPr>
            </a:lvl1pPr>
            <a:lvl2pPr indent="-304800" lvl="1" marL="914400">
              <a:spcBef>
                <a:spcPts val="0"/>
              </a:spcBef>
              <a:spcAft>
                <a:spcPts val="0"/>
              </a:spcAft>
              <a:buClr>
                <a:schemeClr val="dk2"/>
              </a:buClr>
              <a:buSzPts val="1200"/>
              <a:buChar char="○"/>
              <a:defRPr sz="1200">
                <a:solidFill>
                  <a:schemeClr val="dk2"/>
                </a:solidFill>
              </a:defRPr>
            </a:lvl2pPr>
            <a:lvl3pPr indent="-304800" lvl="2" marL="1371600">
              <a:spcBef>
                <a:spcPts val="0"/>
              </a:spcBef>
              <a:spcAft>
                <a:spcPts val="0"/>
              </a:spcAft>
              <a:buClr>
                <a:schemeClr val="dk2"/>
              </a:buClr>
              <a:buSzPts val="1200"/>
              <a:buChar char="■"/>
              <a:defRPr sz="1200">
                <a:solidFill>
                  <a:schemeClr val="dk2"/>
                </a:solidFill>
              </a:defRPr>
            </a:lvl3pPr>
            <a:lvl4pPr indent="-304800" lvl="3" marL="1828800">
              <a:spcBef>
                <a:spcPts val="0"/>
              </a:spcBef>
              <a:spcAft>
                <a:spcPts val="0"/>
              </a:spcAft>
              <a:buClr>
                <a:schemeClr val="dk2"/>
              </a:buClr>
              <a:buSzPts val="1200"/>
              <a:buChar char="●"/>
              <a:defRPr sz="1200">
                <a:solidFill>
                  <a:schemeClr val="dk2"/>
                </a:solidFill>
              </a:defRPr>
            </a:lvl4pPr>
            <a:lvl5pPr indent="-304800" lvl="4" marL="2286000">
              <a:spcBef>
                <a:spcPts val="0"/>
              </a:spcBef>
              <a:spcAft>
                <a:spcPts val="0"/>
              </a:spcAft>
              <a:buClr>
                <a:schemeClr val="dk2"/>
              </a:buClr>
              <a:buSzPts val="1200"/>
              <a:buChar char="○"/>
              <a:defRPr sz="1200">
                <a:solidFill>
                  <a:schemeClr val="dk2"/>
                </a:solidFill>
              </a:defRPr>
            </a:lvl5pPr>
            <a:lvl6pPr indent="-304800" lvl="5" marL="2743200">
              <a:spcBef>
                <a:spcPts val="0"/>
              </a:spcBef>
              <a:spcAft>
                <a:spcPts val="0"/>
              </a:spcAft>
              <a:buClr>
                <a:schemeClr val="dk2"/>
              </a:buClr>
              <a:buSzPts val="1200"/>
              <a:buChar char="■"/>
              <a:defRPr sz="1200">
                <a:solidFill>
                  <a:schemeClr val="dk2"/>
                </a:solidFill>
              </a:defRPr>
            </a:lvl6pPr>
            <a:lvl7pPr indent="-304800" lvl="6" marL="3200400">
              <a:spcBef>
                <a:spcPts val="0"/>
              </a:spcBef>
              <a:spcAft>
                <a:spcPts val="0"/>
              </a:spcAft>
              <a:buClr>
                <a:schemeClr val="dk2"/>
              </a:buClr>
              <a:buSzPts val="1200"/>
              <a:buChar char="●"/>
              <a:defRPr sz="1200">
                <a:solidFill>
                  <a:schemeClr val="dk2"/>
                </a:solidFill>
              </a:defRPr>
            </a:lvl7pPr>
            <a:lvl8pPr indent="-304800" lvl="7" marL="3657600">
              <a:spcBef>
                <a:spcPts val="0"/>
              </a:spcBef>
              <a:spcAft>
                <a:spcPts val="0"/>
              </a:spcAft>
              <a:buClr>
                <a:schemeClr val="dk2"/>
              </a:buClr>
              <a:buSzPts val="1200"/>
              <a:buChar char="○"/>
              <a:defRPr sz="1200">
                <a:solidFill>
                  <a:schemeClr val="dk2"/>
                </a:solidFill>
              </a:defRPr>
            </a:lvl8pPr>
            <a:lvl9pPr indent="-304800" lvl="8" marL="4114800">
              <a:spcBef>
                <a:spcPts val="0"/>
              </a:spcBef>
              <a:spcAft>
                <a:spcPts val="0"/>
              </a:spcAft>
              <a:buClr>
                <a:schemeClr val="dk2"/>
              </a:buClr>
              <a:buSzPts val="1200"/>
              <a:buChar char="■"/>
              <a:defRPr sz="1200">
                <a:solidFill>
                  <a:schemeClr val="dk2"/>
                </a:solidFill>
              </a:defRPr>
            </a:lvl9pPr>
          </a:lstStyle>
          <a:p/>
        </p:txBody>
      </p:sp>
      <p:sp>
        <p:nvSpPr>
          <p:cNvPr id="114" name="Google Shape;114;p18"/>
          <p:cNvSpPr txBox="1"/>
          <p:nvPr>
            <p:ph idx="4" type="subTitle"/>
          </p:nvPr>
        </p:nvSpPr>
        <p:spPr>
          <a:xfrm>
            <a:off x="4798500"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18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2">
  <p:cSld name="CAPTION_ONLY">
    <p:bg>
      <p:bgPr>
        <a:solidFill>
          <a:schemeClr val="dk1"/>
        </a:solidFill>
      </p:bgPr>
    </p:bg>
    <p:spTree>
      <p:nvGrpSpPr>
        <p:cNvPr id="115" name="Shape 115"/>
        <p:cNvGrpSpPr/>
        <p:nvPr/>
      </p:nvGrpSpPr>
      <p:grpSpPr>
        <a:xfrm>
          <a:off x="0" y="0"/>
          <a:ext cx="0" cy="0"/>
          <a:chOff x="0" y="0"/>
          <a:chExt cx="0" cy="0"/>
        </a:xfrm>
      </p:grpSpPr>
      <p:sp>
        <p:nvSpPr>
          <p:cNvPr id="116" name="Google Shape;116;p19"/>
          <p:cNvSpPr/>
          <p:nvPr/>
        </p:nvSpPr>
        <p:spPr>
          <a:xfrm>
            <a:off x="0"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7" name="Google Shape;117;p19"/>
          <p:cNvSpPr/>
          <p:nvPr>
            <p:ph idx="2" type="pic"/>
          </p:nvPr>
        </p:nvSpPr>
        <p:spPr>
          <a:xfrm>
            <a:off x="0" y="709975"/>
            <a:ext cx="3043800" cy="3346500"/>
          </a:xfrm>
          <a:prstGeom prst="rect">
            <a:avLst/>
          </a:prstGeom>
          <a:noFill/>
          <a:ln>
            <a:noFill/>
          </a:ln>
        </p:spPr>
      </p:sp>
      <p:cxnSp>
        <p:nvCxnSpPr>
          <p:cNvPr id="118" name="Google Shape;118;p19"/>
          <p:cNvCxnSpPr/>
          <p:nvPr/>
        </p:nvCxnSpPr>
        <p:spPr>
          <a:xfrm>
            <a:off x="304852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19"/>
          <p:cNvCxnSpPr/>
          <p:nvPr/>
        </p:nvCxnSpPr>
        <p:spPr>
          <a:xfrm>
            <a:off x="609057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19"/>
          <p:cNvCxnSpPr/>
          <p:nvPr/>
        </p:nvCxnSpPr>
        <p:spPr>
          <a:xfrm rot="10800000">
            <a:off x="0" y="704725"/>
            <a:ext cx="9152400" cy="0"/>
          </a:xfrm>
          <a:prstGeom prst="straightConnector1">
            <a:avLst/>
          </a:prstGeom>
          <a:noFill/>
          <a:ln cap="flat" cmpd="sng" w="9525">
            <a:solidFill>
              <a:schemeClr val="dk1"/>
            </a:solidFill>
            <a:prstDash val="solid"/>
            <a:round/>
            <a:headEnd len="med" w="med" type="none"/>
            <a:tailEnd len="med" w="med" type="none"/>
          </a:ln>
        </p:spPr>
      </p:cxnSp>
      <p:sp>
        <p:nvSpPr>
          <p:cNvPr id="121" name="Google Shape;121;p19"/>
          <p:cNvSpPr txBox="1"/>
          <p:nvPr>
            <p:ph type="title"/>
          </p:nvPr>
        </p:nvSpPr>
        <p:spPr>
          <a:xfrm>
            <a:off x="161850"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2" name="Google Shape;122;p19"/>
          <p:cNvSpPr txBox="1"/>
          <p:nvPr>
            <p:ph idx="1" type="body"/>
          </p:nvPr>
        </p:nvSpPr>
        <p:spPr>
          <a:xfrm>
            <a:off x="161850"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3" name="Google Shape;123;p19"/>
          <p:cNvSpPr/>
          <p:nvPr/>
        </p:nvSpPr>
        <p:spPr>
          <a:xfrm>
            <a:off x="6095725"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4" name="Google Shape;124;p19"/>
          <p:cNvSpPr/>
          <p:nvPr>
            <p:ph idx="3" type="pic"/>
          </p:nvPr>
        </p:nvSpPr>
        <p:spPr>
          <a:xfrm>
            <a:off x="6095725" y="709975"/>
            <a:ext cx="3043800" cy="3346500"/>
          </a:xfrm>
          <a:prstGeom prst="rect">
            <a:avLst/>
          </a:prstGeom>
          <a:noFill/>
          <a:ln>
            <a:noFill/>
          </a:ln>
        </p:spPr>
      </p:sp>
      <p:sp>
        <p:nvSpPr>
          <p:cNvPr id="125" name="Google Shape;125;p19"/>
          <p:cNvSpPr txBox="1"/>
          <p:nvPr>
            <p:ph idx="4" type="title"/>
          </p:nvPr>
        </p:nvSpPr>
        <p:spPr>
          <a:xfrm>
            <a:off x="6257575"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6" name="Google Shape;126;p19"/>
          <p:cNvSpPr txBox="1"/>
          <p:nvPr>
            <p:ph idx="5" type="body"/>
          </p:nvPr>
        </p:nvSpPr>
        <p:spPr>
          <a:xfrm>
            <a:off x="6257575"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7" name="Google Shape;127;p19"/>
          <p:cNvSpPr/>
          <p:nvPr>
            <p:ph idx="6" type="pic"/>
          </p:nvPr>
        </p:nvSpPr>
        <p:spPr>
          <a:xfrm>
            <a:off x="3053900" y="1794150"/>
            <a:ext cx="3030600" cy="3349200"/>
          </a:xfrm>
          <a:prstGeom prst="rect">
            <a:avLst/>
          </a:prstGeom>
          <a:noFill/>
          <a:ln>
            <a:noFill/>
          </a:ln>
        </p:spPr>
      </p:sp>
      <p:sp>
        <p:nvSpPr>
          <p:cNvPr id="128" name="Google Shape;128;p19"/>
          <p:cNvSpPr/>
          <p:nvPr/>
        </p:nvSpPr>
        <p:spPr>
          <a:xfrm>
            <a:off x="3054250" y="709380"/>
            <a:ext cx="30306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9" name="Google Shape;129;p19"/>
          <p:cNvSpPr txBox="1"/>
          <p:nvPr>
            <p:ph idx="7" type="title"/>
          </p:nvPr>
        </p:nvSpPr>
        <p:spPr>
          <a:xfrm>
            <a:off x="3214545" y="801878"/>
            <a:ext cx="27006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30" name="Google Shape;130;p19"/>
          <p:cNvSpPr txBox="1"/>
          <p:nvPr>
            <p:ph idx="8" type="body"/>
          </p:nvPr>
        </p:nvSpPr>
        <p:spPr>
          <a:xfrm>
            <a:off x="3214545" y="1271620"/>
            <a:ext cx="27006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cxnSp>
        <p:nvCxnSpPr>
          <p:cNvPr id="131" name="Google Shape;131;p19"/>
          <p:cNvCxnSpPr/>
          <p:nvPr/>
        </p:nvCxnSpPr>
        <p:spPr>
          <a:xfrm rot="10800000">
            <a:off x="3049250" y="1791825"/>
            <a:ext cx="3041400" cy="0"/>
          </a:xfrm>
          <a:prstGeom prst="straightConnector1">
            <a:avLst/>
          </a:prstGeom>
          <a:noFill/>
          <a:ln cap="flat" cmpd="sng" w="9525">
            <a:solidFill>
              <a:schemeClr val="dk1"/>
            </a:solidFill>
            <a:prstDash val="solid"/>
            <a:round/>
            <a:headEnd len="med" w="med" type="none"/>
            <a:tailEnd len="med" w="med" type="none"/>
          </a:ln>
        </p:spPr>
      </p:cxnSp>
      <p:cxnSp>
        <p:nvCxnSpPr>
          <p:cNvPr id="132" name="Google Shape;132;p19"/>
          <p:cNvCxnSpPr/>
          <p:nvPr/>
        </p:nvCxnSpPr>
        <p:spPr>
          <a:xfrm rot="10800000">
            <a:off x="0" y="4061975"/>
            <a:ext cx="9152400" cy="0"/>
          </a:xfrm>
          <a:prstGeom prst="straightConnector1">
            <a:avLst/>
          </a:prstGeom>
          <a:noFill/>
          <a:ln cap="flat" cmpd="sng" w="9525">
            <a:solidFill>
              <a:schemeClr val="dk1"/>
            </a:solidFill>
            <a:prstDash val="solid"/>
            <a:round/>
            <a:headEnd len="med" w="med" type="none"/>
            <a:tailEnd len="med" w="med" type="none"/>
          </a:ln>
        </p:spPr>
      </p:cxnSp>
      <p:sp>
        <p:nvSpPr>
          <p:cNvPr id="133" name="Google Shape;133;p19"/>
          <p:cNvSpPr txBox="1"/>
          <p:nvPr>
            <p:ph idx="9" type="title"/>
          </p:nvPr>
        </p:nvSpPr>
        <p:spPr>
          <a:xfrm>
            <a:off x="2497875" y="145800"/>
            <a:ext cx="4791600" cy="466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details">
  <p:cSld name="BIG_NUMBER">
    <p:bg>
      <p:bgPr>
        <a:solidFill>
          <a:schemeClr val="lt1"/>
        </a:solidFill>
      </p:bgPr>
    </p:bg>
    <p:spTree>
      <p:nvGrpSpPr>
        <p:cNvPr id="134" name="Shape 134"/>
        <p:cNvGrpSpPr/>
        <p:nvPr/>
      </p:nvGrpSpPr>
      <p:grpSpPr>
        <a:xfrm>
          <a:off x="0" y="0"/>
          <a:ext cx="0" cy="0"/>
          <a:chOff x="0" y="0"/>
          <a:chExt cx="0" cy="0"/>
        </a:xfrm>
      </p:grpSpPr>
      <p:sp>
        <p:nvSpPr>
          <p:cNvPr id="135" name="Google Shape;135;p20"/>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36" name="Google Shape;13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0"/>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 name="Google Shape;138;p20"/>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39" name="Google Shape;139;p20"/>
          <p:cNvSpPr txBox="1"/>
          <p:nvPr>
            <p:ph idx="3" type="title"/>
          </p:nvPr>
        </p:nvSpPr>
        <p:spPr>
          <a:xfrm>
            <a:off x="4801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2000"/>
              <a:buNone/>
              <a:defRPr sz="2000">
                <a:solidFill>
                  <a:schemeClr val="lt1"/>
                </a:solidFill>
              </a:defRPr>
            </a:lvl1pPr>
            <a:lvl2pPr lvl="1" algn="ctr">
              <a:lnSpc>
                <a:spcPct val="80000"/>
              </a:lnSpc>
              <a:spcBef>
                <a:spcPts val="0"/>
              </a:spcBef>
              <a:spcAft>
                <a:spcPts val="0"/>
              </a:spcAft>
              <a:buClr>
                <a:schemeClr val="lt1"/>
              </a:buClr>
              <a:buSzPts val="2000"/>
              <a:buNone/>
              <a:defRPr sz="2000">
                <a:solidFill>
                  <a:schemeClr val="lt1"/>
                </a:solidFill>
              </a:defRPr>
            </a:lvl2pPr>
            <a:lvl3pPr lvl="2" algn="ctr">
              <a:lnSpc>
                <a:spcPct val="80000"/>
              </a:lnSpc>
              <a:spcBef>
                <a:spcPts val="0"/>
              </a:spcBef>
              <a:spcAft>
                <a:spcPts val="0"/>
              </a:spcAft>
              <a:buClr>
                <a:schemeClr val="lt1"/>
              </a:buClr>
              <a:buSzPts val="2000"/>
              <a:buNone/>
              <a:defRPr sz="2000">
                <a:solidFill>
                  <a:schemeClr val="lt1"/>
                </a:solidFill>
              </a:defRPr>
            </a:lvl3pPr>
            <a:lvl4pPr lvl="3" algn="ctr">
              <a:lnSpc>
                <a:spcPct val="80000"/>
              </a:lnSpc>
              <a:spcBef>
                <a:spcPts val="0"/>
              </a:spcBef>
              <a:spcAft>
                <a:spcPts val="0"/>
              </a:spcAft>
              <a:buClr>
                <a:schemeClr val="lt1"/>
              </a:buClr>
              <a:buSzPts val="2000"/>
              <a:buNone/>
              <a:defRPr sz="2000">
                <a:solidFill>
                  <a:schemeClr val="lt1"/>
                </a:solidFill>
              </a:defRPr>
            </a:lvl4pPr>
            <a:lvl5pPr lvl="4" algn="ctr">
              <a:lnSpc>
                <a:spcPct val="80000"/>
              </a:lnSpc>
              <a:spcBef>
                <a:spcPts val="0"/>
              </a:spcBef>
              <a:spcAft>
                <a:spcPts val="0"/>
              </a:spcAft>
              <a:buClr>
                <a:schemeClr val="lt1"/>
              </a:buClr>
              <a:buSzPts val="2000"/>
              <a:buNone/>
              <a:defRPr sz="2000">
                <a:solidFill>
                  <a:schemeClr val="lt1"/>
                </a:solidFill>
              </a:defRPr>
            </a:lvl5pPr>
            <a:lvl6pPr lvl="5" algn="ctr">
              <a:lnSpc>
                <a:spcPct val="80000"/>
              </a:lnSpc>
              <a:spcBef>
                <a:spcPts val="0"/>
              </a:spcBef>
              <a:spcAft>
                <a:spcPts val="0"/>
              </a:spcAft>
              <a:buClr>
                <a:schemeClr val="lt1"/>
              </a:buClr>
              <a:buSzPts val="2000"/>
              <a:buNone/>
              <a:defRPr sz="2000">
                <a:solidFill>
                  <a:schemeClr val="lt1"/>
                </a:solidFill>
              </a:defRPr>
            </a:lvl6pPr>
            <a:lvl7pPr lvl="6" algn="ctr">
              <a:lnSpc>
                <a:spcPct val="80000"/>
              </a:lnSpc>
              <a:spcBef>
                <a:spcPts val="0"/>
              </a:spcBef>
              <a:spcAft>
                <a:spcPts val="0"/>
              </a:spcAft>
              <a:buClr>
                <a:schemeClr val="lt1"/>
              </a:buClr>
              <a:buSzPts val="2000"/>
              <a:buNone/>
              <a:defRPr sz="2000">
                <a:solidFill>
                  <a:schemeClr val="lt1"/>
                </a:solidFill>
              </a:defRPr>
            </a:lvl7pPr>
            <a:lvl8pPr lvl="7" algn="ctr">
              <a:lnSpc>
                <a:spcPct val="80000"/>
              </a:lnSpc>
              <a:spcBef>
                <a:spcPts val="0"/>
              </a:spcBef>
              <a:spcAft>
                <a:spcPts val="0"/>
              </a:spcAft>
              <a:buClr>
                <a:schemeClr val="lt1"/>
              </a:buClr>
              <a:buSzPts val="2000"/>
              <a:buNone/>
              <a:defRPr sz="2000">
                <a:solidFill>
                  <a:schemeClr val="lt1"/>
                </a:solidFill>
              </a:defRPr>
            </a:lvl8pPr>
            <a:lvl9pPr lvl="8" algn="ctr">
              <a:lnSpc>
                <a:spcPct val="80000"/>
              </a:lnSpc>
              <a:spcBef>
                <a:spcPts val="0"/>
              </a:spcBef>
              <a:spcAft>
                <a:spcPts val="0"/>
              </a:spcAft>
              <a:buClr>
                <a:schemeClr val="lt1"/>
              </a:buClr>
              <a:buSzPts val="2000"/>
              <a:buNone/>
              <a:defRPr sz="2000">
                <a:solidFill>
                  <a:schemeClr val="lt1"/>
                </a:solidFill>
              </a:defRPr>
            </a:lvl9pPr>
          </a:lstStyle>
          <a:p/>
        </p:txBody>
      </p:sp>
      <p:sp>
        <p:nvSpPr>
          <p:cNvPr id="140" name="Google Shape;140;p20"/>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1" name="Google Shape;141;p20"/>
          <p:cNvSpPr txBox="1"/>
          <p:nvPr>
            <p:ph idx="4" type="title"/>
          </p:nvPr>
        </p:nvSpPr>
        <p:spPr>
          <a:xfrm>
            <a:off x="4801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1000"/>
              <a:buNone/>
              <a:defRPr sz="1000">
                <a:solidFill>
                  <a:schemeClr val="lt1"/>
                </a:solidFill>
              </a:defRPr>
            </a:lvl1pPr>
            <a:lvl2pPr lvl="1" algn="ctr">
              <a:lnSpc>
                <a:spcPct val="80000"/>
              </a:lnSpc>
              <a:spcBef>
                <a:spcPts val="0"/>
              </a:spcBef>
              <a:spcAft>
                <a:spcPts val="0"/>
              </a:spcAft>
              <a:buClr>
                <a:schemeClr val="lt1"/>
              </a:buClr>
              <a:buSzPts val="1000"/>
              <a:buNone/>
              <a:defRPr sz="1000">
                <a:solidFill>
                  <a:schemeClr val="lt1"/>
                </a:solidFill>
              </a:defRPr>
            </a:lvl2pPr>
            <a:lvl3pPr lvl="2" algn="ctr">
              <a:lnSpc>
                <a:spcPct val="80000"/>
              </a:lnSpc>
              <a:spcBef>
                <a:spcPts val="0"/>
              </a:spcBef>
              <a:spcAft>
                <a:spcPts val="0"/>
              </a:spcAft>
              <a:buClr>
                <a:schemeClr val="lt1"/>
              </a:buClr>
              <a:buSzPts val="1000"/>
              <a:buNone/>
              <a:defRPr sz="1000">
                <a:solidFill>
                  <a:schemeClr val="lt1"/>
                </a:solidFill>
              </a:defRPr>
            </a:lvl3pPr>
            <a:lvl4pPr lvl="3" algn="ctr">
              <a:lnSpc>
                <a:spcPct val="80000"/>
              </a:lnSpc>
              <a:spcBef>
                <a:spcPts val="0"/>
              </a:spcBef>
              <a:spcAft>
                <a:spcPts val="0"/>
              </a:spcAft>
              <a:buClr>
                <a:schemeClr val="lt1"/>
              </a:buClr>
              <a:buSzPts val="1000"/>
              <a:buNone/>
              <a:defRPr sz="1000">
                <a:solidFill>
                  <a:schemeClr val="lt1"/>
                </a:solidFill>
              </a:defRPr>
            </a:lvl4pPr>
            <a:lvl5pPr lvl="4" algn="ctr">
              <a:lnSpc>
                <a:spcPct val="80000"/>
              </a:lnSpc>
              <a:spcBef>
                <a:spcPts val="0"/>
              </a:spcBef>
              <a:spcAft>
                <a:spcPts val="0"/>
              </a:spcAft>
              <a:buClr>
                <a:schemeClr val="lt1"/>
              </a:buClr>
              <a:buSzPts val="1000"/>
              <a:buNone/>
              <a:defRPr sz="1000">
                <a:solidFill>
                  <a:schemeClr val="lt1"/>
                </a:solidFill>
              </a:defRPr>
            </a:lvl5pPr>
            <a:lvl6pPr lvl="5" algn="ctr">
              <a:lnSpc>
                <a:spcPct val="80000"/>
              </a:lnSpc>
              <a:spcBef>
                <a:spcPts val="0"/>
              </a:spcBef>
              <a:spcAft>
                <a:spcPts val="0"/>
              </a:spcAft>
              <a:buClr>
                <a:schemeClr val="lt1"/>
              </a:buClr>
              <a:buSzPts val="1000"/>
              <a:buNone/>
              <a:defRPr sz="1000">
                <a:solidFill>
                  <a:schemeClr val="lt1"/>
                </a:solidFill>
              </a:defRPr>
            </a:lvl6pPr>
            <a:lvl7pPr lvl="6" algn="ctr">
              <a:lnSpc>
                <a:spcPct val="80000"/>
              </a:lnSpc>
              <a:spcBef>
                <a:spcPts val="0"/>
              </a:spcBef>
              <a:spcAft>
                <a:spcPts val="0"/>
              </a:spcAft>
              <a:buClr>
                <a:schemeClr val="lt1"/>
              </a:buClr>
              <a:buSzPts val="1000"/>
              <a:buNone/>
              <a:defRPr sz="1000">
                <a:solidFill>
                  <a:schemeClr val="lt1"/>
                </a:solidFill>
              </a:defRPr>
            </a:lvl7pPr>
            <a:lvl8pPr lvl="7" algn="ctr">
              <a:lnSpc>
                <a:spcPct val="80000"/>
              </a:lnSpc>
              <a:spcBef>
                <a:spcPts val="0"/>
              </a:spcBef>
              <a:spcAft>
                <a:spcPts val="0"/>
              </a:spcAft>
              <a:buClr>
                <a:schemeClr val="lt1"/>
              </a:buClr>
              <a:buSzPts val="1000"/>
              <a:buNone/>
              <a:defRPr sz="1000">
                <a:solidFill>
                  <a:schemeClr val="lt1"/>
                </a:solidFill>
              </a:defRPr>
            </a:lvl8pPr>
            <a:lvl9pPr lvl="8" algn="ctr">
              <a:lnSpc>
                <a:spcPct val="80000"/>
              </a:lnSpc>
              <a:spcBef>
                <a:spcPts val="0"/>
              </a:spcBef>
              <a:spcAft>
                <a:spcPts val="0"/>
              </a:spcAft>
              <a:buClr>
                <a:schemeClr val="lt1"/>
              </a:buClr>
              <a:buSzPts val="1000"/>
              <a:buNone/>
              <a:defRPr sz="1000">
                <a:solidFill>
                  <a:schemeClr val="lt1"/>
                </a:solidFill>
              </a:defRPr>
            </a:lvl9pPr>
          </a:lstStyle>
          <a:p/>
        </p:txBody>
      </p:sp>
      <p:sp>
        <p:nvSpPr>
          <p:cNvPr id="142" name="Google Shape;142;p20"/>
          <p:cNvSpPr txBox="1"/>
          <p:nvPr>
            <p:ph idx="5" type="title"/>
          </p:nvPr>
        </p:nvSpPr>
        <p:spPr>
          <a:xfrm>
            <a:off x="229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43" name="Google Shape;143;p20"/>
          <p:cNvSpPr txBox="1"/>
          <p:nvPr>
            <p:ph idx="6"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
        <p:nvSpPr>
          <p:cNvPr id="144" name="Google Shape;144;p20"/>
          <p:cNvSpPr txBox="1"/>
          <p:nvPr>
            <p:ph idx="7" type="title"/>
          </p:nvPr>
        </p:nvSpPr>
        <p:spPr>
          <a:xfrm>
            <a:off x="229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1000"/>
              <a:buNone/>
              <a:defRPr sz="1000"/>
            </a:lvl1pPr>
            <a:lvl2pPr lvl="1" algn="ctr">
              <a:lnSpc>
                <a:spcPct val="80000"/>
              </a:lnSpc>
              <a:spcBef>
                <a:spcPts val="0"/>
              </a:spcBef>
              <a:spcAft>
                <a:spcPts val="0"/>
              </a:spcAft>
              <a:buSzPts val="1000"/>
              <a:buNone/>
              <a:defRPr sz="1000"/>
            </a:lvl2pPr>
            <a:lvl3pPr lvl="2" algn="ctr">
              <a:lnSpc>
                <a:spcPct val="80000"/>
              </a:lnSpc>
              <a:spcBef>
                <a:spcPts val="0"/>
              </a:spcBef>
              <a:spcAft>
                <a:spcPts val="0"/>
              </a:spcAft>
              <a:buSzPts val="1000"/>
              <a:buNone/>
              <a:defRPr sz="1000"/>
            </a:lvl3pPr>
            <a:lvl4pPr lvl="3" algn="ctr">
              <a:lnSpc>
                <a:spcPct val="80000"/>
              </a:lnSpc>
              <a:spcBef>
                <a:spcPts val="0"/>
              </a:spcBef>
              <a:spcAft>
                <a:spcPts val="0"/>
              </a:spcAft>
              <a:buSzPts val="1000"/>
              <a:buNone/>
              <a:defRPr sz="1000"/>
            </a:lvl4pPr>
            <a:lvl5pPr lvl="4" algn="ctr">
              <a:lnSpc>
                <a:spcPct val="80000"/>
              </a:lnSpc>
              <a:spcBef>
                <a:spcPts val="0"/>
              </a:spcBef>
              <a:spcAft>
                <a:spcPts val="0"/>
              </a:spcAft>
              <a:buSzPts val="1000"/>
              <a:buNone/>
              <a:defRPr sz="1000"/>
            </a:lvl5pPr>
            <a:lvl6pPr lvl="5" algn="ctr">
              <a:lnSpc>
                <a:spcPct val="80000"/>
              </a:lnSpc>
              <a:spcBef>
                <a:spcPts val="0"/>
              </a:spcBef>
              <a:spcAft>
                <a:spcPts val="0"/>
              </a:spcAft>
              <a:buSzPts val="1000"/>
              <a:buNone/>
              <a:defRPr sz="1000"/>
            </a:lvl6pPr>
            <a:lvl7pPr lvl="6" algn="ctr">
              <a:lnSpc>
                <a:spcPct val="80000"/>
              </a:lnSpc>
              <a:spcBef>
                <a:spcPts val="0"/>
              </a:spcBef>
              <a:spcAft>
                <a:spcPts val="0"/>
              </a:spcAft>
              <a:buSzPts val="1000"/>
              <a:buNone/>
              <a:defRPr sz="1000"/>
            </a:lvl7pPr>
            <a:lvl8pPr lvl="7" algn="ctr">
              <a:lnSpc>
                <a:spcPct val="80000"/>
              </a:lnSpc>
              <a:spcBef>
                <a:spcPts val="0"/>
              </a:spcBef>
              <a:spcAft>
                <a:spcPts val="0"/>
              </a:spcAft>
              <a:buSzPts val="1000"/>
              <a:buNone/>
              <a:defRPr sz="1000"/>
            </a:lvl8pPr>
            <a:lvl9pPr lvl="8" algn="ctr">
              <a:lnSpc>
                <a:spcPct val="80000"/>
              </a:lnSpc>
              <a:spcBef>
                <a:spcPts val="0"/>
              </a:spcBef>
              <a:spcAft>
                <a:spcPts val="0"/>
              </a:spcAft>
              <a:buSzPts val="1000"/>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IG_NUMBER_1">
    <p:bg>
      <p:bgPr>
        <a:solidFill>
          <a:schemeClr val="lt1"/>
        </a:solidFill>
      </p:bgPr>
    </p:bg>
    <p:spTree>
      <p:nvGrpSpPr>
        <p:cNvPr id="145" name="Shape 145"/>
        <p:cNvGrpSpPr/>
        <p:nvPr/>
      </p:nvGrpSpPr>
      <p:grpSpPr>
        <a:xfrm>
          <a:off x="0" y="0"/>
          <a:ext cx="0" cy="0"/>
          <a:chOff x="0" y="0"/>
          <a:chExt cx="0" cy="0"/>
        </a:xfrm>
      </p:grpSpPr>
      <p:sp>
        <p:nvSpPr>
          <p:cNvPr id="146" name="Google Shape;146;p2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47" name="Google Shape;14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1"/>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9" name="Google Shape;149;p21"/>
          <p:cNvSpPr txBox="1"/>
          <p:nvPr>
            <p:ph type="title"/>
          </p:nvPr>
        </p:nvSpPr>
        <p:spPr>
          <a:xfrm>
            <a:off x="229800" y="8956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50" name="Google Shape;150;p21"/>
          <p:cNvSpPr txBox="1"/>
          <p:nvPr>
            <p:ph idx="2"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151" name="Shape 151"/>
        <p:cNvGrpSpPr/>
        <p:nvPr/>
      </p:nvGrpSpPr>
      <p:grpSpPr>
        <a:xfrm>
          <a:off x="0" y="0"/>
          <a:ext cx="0" cy="0"/>
          <a:chOff x="0" y="0"/>
          <a:chExt cx="0" cy="0"/>
        </a:xfrm>
      </p:grpSpPr>
      <p:sp>
        <p:nvSpPr>
          <p:cNvPr id="152" name="Google Shape;152;p22"/>
          <p:cNvSpPr txBox="1"/>
          <p:nvPr>
            <p:ph type="title"/>
          </p:nvPr>
        </p:nvSpPr>
        <p:spPr>
          <a:xfrm>
            <a:off x="285750" y="1555350"/>
            <a:ext cx="7291500" cy="3422400"/>
          </a:xfrm>
          <a:prstGeom prst="rect">
            <a:avLst/>
          </a:prstGeom>
        </p:spPr>
        <p:txBody>
          <a:bodyPr anchorCtr="0" anchor="t" bIns="91425" lIns="91425" spcFirstLastPara="1" rIns="91425" wrap="square" tIns="91425">
            <a:normAutofit/>
          </a:bodyPr>
          <a:lstStyle>
            <a:lvl1pPr lvl="0">
              <a:lnSpc>
                <a:spcPct val="90000"/>
              </a:lnSpc>
              <a:spcBef>
                <a:spcPts val="0"/>
              </a:spcBef>
              <a:spcAft>
                <a:spcPts val="0"/>
              </a:spcAft>
              <a:buSzPts val="30000"/>
              <a:buNone/>
              <a:defRPr sz="30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3" name="Google Shape;153;p22"/>
          <p:cNvSpPr txBox="1"/>
          <p:nvPr>
            <p:ph idx="1" type="body"/>
          </p:nvPr>
        </p:nvSpPr>
        <p:spPr>
          <a:xfrm>
            <a:off x="7256675" y="1827175"/>
            <a:ext cx="1767600" cy="238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Roboto Mono"/>
              <a:buChar char="●"/>
              <a:defRPr b="1" sz="1000">
                <a:latin typeface="Roboto Mono"/>
                <a:ea typeface="Roboto Mono"/>
                <a:cs typeface="Roboto Mono"/>
                <a:sym typeface="Roboto Mono"/>
              </a:defRPr>
            </a:lvl1pPr>
            <a:lvl2pPr indent="-292100" lvl="1" marL="914400">
              <a:spcBef>
                <a:spcPts val="0"/>
              </a:spcBef>
              <a:spcAft>
                <a:spcPts val="0"/>
              </a:spcAft>
              <a:buSzPts val="1000"/>
              <a:buFont typeface="Roboto Mono"/>
              <a:buChar char="○"/>
              <a:defRPr b="1" sz="1000">
                <a:latin typeface="Roboto Mono"/>
                <a:ea typeface="Roboto Mono"/>
                <a:cs typeface="Roboto Mono"/>
                <a:sym typeface="Roboto Mono"/>
              </a:defRPr>
            </a:lvl2pPr>
            <a:lvl3pPr indent="-292100" lvl="2" marL="1371600">
              <a:spcBef>
                <a:spcPts val="0"/>
              </a:spcBef>
              <a:spcAft>
                <a:spcPts val="0"/>
              </a:spcAft>
              <a:buSzPts val="1000"/>
              <a:buFont typeface="Roboto Mono"/>
              <a:buChar char="■"/>
              <a:defRPr b="1" sz="1000">
                <a:latin typeface="Roboto Mono"/>
                <a:ea typeface="Roboto Mono"/>
                <a:cs typeface="Roboto Mono"/>
                <a:sym typeface="Roboto Mono"/>
              </a:defRPr>
            </a:lvl3pPr>
            <a:lvl4pPr indent="-292100" lvl="3" marL="1828800">
              <a:spcBef>
                <a:spcPts val="0"/>
              </a:spcBef>
              <a:spcAft>
                <a:spcPts val="0"/>
              </a:spcAft>
              <a:buSzPts val="1000"/>
              <a:buFont typeface="Roboto Mono"/>
              <a:buChar char="●"/>
              <a:defRPr b="1" sz="1000">
                <a:latin typeface="Roboto Mono"/>
                <a:ea typeface="Roboto Mono"/>
                <a:cs typeface="Roboto Mono"/>
                <a:sym typeface="Roboto Mono"/>
              </a:defRPr>
            </a:lvl4pPr>
            <a:lvl5pPr indent="-292100" lvl="4" marL="2286000">
              <a:spcBef>
                <a:spcPts val="0"/>
              </a:spcBef>
              <a:spcAft>
                <a:spcPts val="0"/>
              </a:spcAft>
              <a:buSzPts val="1000"/>
              <a:buFont typeface="Roboto Mono"/>
              <a:buChar char="○"/>
              <a:defRPr b="1" sz="1000">
                <a:latin typeface="Roboto Mono"/>
                <a:ea typeface="Roboto Mono"/>
                <a:cs typeface="Roboto Mono"/>
                <a:sym typeface="Roboto Mono"/>
              </a:defRPr>
            </a:lvl5pPr>
            <a:lvl6pPr indent="-292100" lvl="5" marL="2743200">
              <a:spcBef>
                <a:spcPts val="0"/>
              </a:spcBef>
              <a:spcAft>
                <a:spcPts val="0"/>
              </a:spcAft>
              <a:buSzPts val="1000"/>
              <a:buFont typeface="Roboto Mono"/>
              <a:buChar char="■"/>
              <a:defRPr b="1" sz="1000">
                <a:latin typeface="Roboto Mono"/>
                <a:ea typeface="Roboto Mono"/>
                <a:cs typeface="Roboto Mono"/>
                <a:sym typeface="Roboto Mono"/>
              </a:defRPr>
            </a:lvl6pPr>
            <a:lvl7pPr indent="-292100" lvl="6" marL="3200400">
              <a:spcBef>
                <a:spcPts val="0"/>
              </a:spcBef>
              <a:spcAft>
                <a:spcPts val="0"/>
              </a:spcAft>
              <a:buSzPts val="1000"/>
              <a:buFont typeface="Roboto Mono"/>
              <a:buChar char="●"/>
              <a:defRPr b="1" sz="1000">
                <a:latin typeface="Roboto Mono"/>
                <a:ea typeface="Roboto Mono"/>
                <a:cs typeface="Roboto Mono"/>
                <a:sym typeface="Roboto Mono"/>
              </a:defRPr>
            </a:lvl7pPr>
            <a:lvl8pPr indent="-292100" lvl="7" marL="3657600">
              <a:spcBef>
                <a:spcPts val="0"/>
              </a:spcBef>
              <a:spcAft>
                <a:spcPts val="0"/>
              </a:spcAft>
              <a:buSzPts val="1000"/>
              <a:buFont typeface="Roboto Mono"/>
              <a:buChar char="○"/>
              <a:defRPr b="1" sz="1000">
                <a:latin typeface="Roboto Mono"/>
                <a:ea typeface="Roboto Mono"/>
                <a:cs typeface="Roboto Mono"/>
                <a:sym typeface="Roboto Mono"/>
              </a:defRPr>
            </a:lvl8pPr>
            <a:lvl9pPr indent="-292100" lvl="8" marL="4114800">
              <a:spcBef>
                <a:spcPts val="0"/>
              </a:spcBef>
              <a:spcAft>
                <a:spcPts val="0"/>
              </a:spcAft>
              <a:buSzPts val="1000"/>
              <a:buFont typeface="Roboto Mono"/>
              <a:buChar char="■"/>
              <a:defRPr b="1" sz="1000">
                <a:latin typeface="Roboto Mono"/>
                <a:ea typeface="Roboto Mono"/>
                <a:cs typeface="Roboto Mono"/>
                <a:sym typeface="Roboto Mon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bg>
      <p:bgPr>
        <a:solidFill>
          <a:schemeClr val="dk1"/>
        </a:solidFill>
      </p:bgPr>
    </p:bg>
    <p:spTree>
      <p:nvGrpSpPr>
        <p:cNvPr id="154" name="Shape 154"/>
        <p:cNvGrpSpPr/>
        <p:nvPr/>
      </p:nvGrpSpPr>
      <p:grpSpPr>
        <a:xfrm>
          <a:off x="0" y="0"/>
          <a:ext cx="0" cy="0"/>
          <a:chOff x="0" y="0"/>
          <a:chExt cx="0" cy="0"/>
        </a:xfrm>
      </p:grpSpPr>
      <p:sp>
        <p:nvSpPr>
          <p:cNvPr id="155" name="Google Shape;155;p2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56" name="Google Shape;156;p23"/>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57" name="Google Shape;157;p23"/>
          <p:cNvSpPr txBox="1"/>
          <p:nvPr>
            <p:ph idx="1" type="body"/>
          </p:nvPr>
        </p:nvSpPr>
        <p:spPr>
          <a:xfrm>
            <a:off x="226525" y="1850026"/>
            <a:ext cx="8673000" cy="1931100"/>
          </a:xfrm>
          <a:prstGeom prst="rect">
            <a:avLst/>
          </a:prstGeom>
        </p:spPr>
        <p:txBody>
          <a:bodyPr anchorCtr="0" anchor="t" bIns="91425" lIns="91425" spcFirstLastPara="1" rIns="91425" wrap="square" tIns="91425">
            <a:no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158" name="Google Shape;158;p23"/>
          <p:cNvSpPr txBox="1"/>
          <p:nvPr/>
        </p:nvSpPr>
        <p:spPr>
          <a:xfrm>
            <a:off x="48250" y="482279"/>
            <a:ext cx="1647300" cy="8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0">
                <a:solidFill>
                  <a:schemeClr val="lt1"/>
                </a:solidFill>
                <a:latin typeface="Inter"/>
                <a:ea typeface="Inter"/>
                <a:cs typeface="Inter"/>
                <a:sym typeface="Inter"/>
              </a:rPr>
              <a:t>“</a:t>
            </a:r>
            <a:endParaRPr b="1" sz="20000">
              <a:solidFill>
                <a:schemeClr val="lt1"/>
              </a:solidFill>
              <a:latin typeface="Inter"/>
              <a:ea typeface="Inter"/>
              <a:cs typeface="Inter"/>
              <a:sym typeface="Inte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p:cSld name="CUSTOM_1_1">
    <p:bg>
      <p:bgPr>
        <a:solidFill>
          <a:schemeClr val="dk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338100" y="480450"/>
            <a:ext cx="3785400" cy="4438800"/>
          </a:xfrm>
          <a:prstGeom prst="rect">
            <a:avLst/>
          </a:prstGeom>
          <a:noFill/>
          <a:ln cap="flat" cmpd="sng" w="9525">
            <a:solidFill>
              <a:schemeClr val="lt1"/>
            </a:solidFill>
            <a:prstDash val="solid"/>
            <a:round/>
            <a:headEnd len="sm" w="sm" type="none"/>
            <a:tailEnd len="sm" w="sm" type="none"/>
          </a:ln>
        </p:spPr>
      </p:sp>
      <p:sp>
        <p:nvSpPr>
          <p:cNvPr id="161" name="Google Shape;161;p24"/>
          <p:cNvSpPr txBox="1"/>
          <p:nvPr>
            <p:ph idx="1" type="body"/>
          </p:nvPr>
        </p:nvSpPr>
        <p:spPr>
          <a:xfrm>
            <a:off x="4355225" y="3379725"/>
            <a:ext cx="4512900" cy="1557000"/>
          </a:xfrm>
          <a:prstGeom prst="rect">
            <a:avLst/>
          </a:prstGeom>
        </p:spPr>
        <p:txBody>
          <a:bodyPr anchorCtr="0" anchor="b" bIns="91425" lIns="91425" spcFirstLastPara="1" rIns="91425" wrap="square" tIns="91425">
            <a:noAutofit/>
          </a:bodyPr>
          <a:lstStyle>
            <a:lvl1pPr indent="-355600" lvl="0" marL="457200">
              <a:lnSpc>
                <a:spcPct val="90000"/>
              </a:lnSpc>
              <a:spcBef>
                <a:spcPts val="0"/>
              </a:spcBef>
              <a:spcAft>
                <a:spcPts val="0"/>
              </a:spcAft>
              <a:buClr>
                <a:schemeClr val="lt1"/>
              </a:buClr>
              <a:buSzPts val="2000"/>
              <a:buChar char="●"/>
              <a:defRPr sz="2000">
                <a:solidFill>
                  <a:schemeClr val="lt1"/>
                </a:solidFill>
              </a:defRPr>
            </a:lvl1pPr>
            <a:lvl2pPr indent="-355600" lvl="1" marL="914400">
              <a:lnSpc>
                <a:spcPct val="90000"/>
              </a:lnSpc>
              <a:spcBef>
                <a:spcPts val="0"/>
              </a:spcBef>
              <a:spcAft>
                <a:spcPts val="0"/>
              </a:spcAft>
              <a:buClr>
                <a:schemeClr val="lt1"/>
              </a:buClr>
              <a:buSzPts val="2000"/>
              <a:buChar char="○"/>
              <a:defRPr sz="2000">
                <a:solidFill>
                  <a:schemeClr val="lt1"/>
                </a:solidFill>
              </a:defRPr>
            </a:lvl2pPr>
            <a:lvl3pPr indent="-355600" lvl="2" marL="1371600">
              <a:lnSpc>
                <a:spcPct val="90000"/>
              </a:lnSpc>
              <a:spcBef>
                <a:spcPts val="0"/>
              </a:spcBef>
              <a:spcAft>
                <a:spcPts val="0"/>
              </a:spcAft>
              <a:buClr>
                <a:schemeClr val="lt1"/>
              </a:buClr>
              <a:buSzPts val="2000"/>
              <a:buChar char="■"/>
              <a:defRPr sz="2000">
                <a:solidFill>
                  <a:schemeClr val="lt1"/>
                </a:solidFill>
              </a:defRPr>
            </a:lvl3pPr>
            <a:lvl4pPr indent="-355600" lvl="3" marL="1828800">
              <a:lnSpc>
                <a:spcPct val="90000"/>
              </a:lnSpc>
              <a:spcBef>
                <a:spcPts val="0"/>
              </a:spcBef>
              <a:spcAft>
                <a:spcPts val="0"/>
              </a:spcAft>
              <a:buClr>
                <a:schemeClr val="lt1"/>
              </a:buClr>
              <a:buSzPts val="2000"/>
              <a:buChar char="●"/>
              <a:defRPr sz="2000">
                <a:solidFill>
                  <a:schemeClr val="lt1"/>
                </a:solidFill>
              </a:defRPr>
            </a:lvl4pPr>
            <a:lvl5pPr indent="-355600" lvl="4" marL="2286000">
              <a:lnSpc>
                <a:spcPct val="90000"/>
              </a:lnSpc>
              <a:spcBef>
                <a:spcPts val="0"/>
              </a:spcBef>
              <a:spcAft>
                <a:spcPts val="0"/>
              </a:spcAft>
              <a:buClr>
                <a:schemeClr val="lt1"/>
              </a:buClr>
              <a:buSzPts val="2000"/>
              <a:buChar char="○"/>
              <a:defRPr sz="2000">
                <a:solidFill>
                  <a:schemeClr val="lt1"/>
                </a:solidFill>
              </a:defRPr>
            </a:lvl5pPr>
            <a:lvl6pPr indent="-355600" lvl="5" marL="2743200">
              <a:lnSpc>
                <a:spcPct val="90000"/>
              </a:lnSpc>
              <a:spcBef>
                <a:spcPts val="0"/>
              </a:spcBef>
              <a:spcAft>
                <a:spcPts val="0"/>
              </a:spcAft>
              <a:buClr>
                <a:schemeClr val="lt1"/>
              </a:buClr>
              <a:buSzPts val="2000"/>
              <a:buChar char="■"/>
              <a:defRPr sz="2000">
                <a:solidFill>
                  <a:schemeClr val="lt1"/>
                </a:solidFill>
              </a:defRPr>
            </a:lvl6pPr>
            <a:lvl7pPr indent="-355600" lvl="6" marL="3200400">
              <a:lnSpc>
                <a:spcPct val="90000"/>
              </a:lnSpc>
              <a:spcBef>
                <a:spcPts val="0"/>
              </a:spcBef>
              <a:spcAft>
                <a:spcPts val="0"/>
              </a:spcAft>
              <a:buClr>
                <a:schemeClr val="lt1"/>
              </a:buClr>
              <a:buSzPts val="2000"/>
              <a:buChar char="●"/>
              <a:defRPr sz="2000">
                <a:solidFill>
                  <a:schemeClr val="lt1"/>
                </a:solidFill>
              </a:defRPr>
            </a:lvl7pPr>
            <a:lvl8pPr indent="-355600" lvl="7" marL="3657600">
              <a:lnSpc>
                <a:spcPct val="90000"/>
              </a:lnSpc>
              <a:spcBef>
                <a:spcPts val="0"/>
              </a:spcBef>
              <a:spcAft>
                <a:spcPts val="0"/>
              </a:spcAft>
              <a:buClr>
                <a:schemeClr val="lt1"/>
              </a:buClr>
              <a:buSzPts val="2000"/>
              <a:buChar char="○"/>
              <a:defRPr sz="2000">
                <a:solidFill>
                  <a:schemeClr val="lt1"/>
                </a:solidFill>
              </a:defRPr>
            </a:lvl8pPr>
            <a:lvl9pPr indent="-355600" lvl="8" marL="4114800">
              <a:lnSpc>
                <a:spcPct val="90000"/>
              </a:lnSpc>
              <a:spcBef>
                <a:spcPts val="0"/>
              </a:spcBef>
              <a:spcAft>
                <a:spcPts val="0"/>
              </a:spcAft>
              <a:buClr>
                <a:schemeClr val="lt1"/>
              </a:buClr>
              <a:buSzPts val="2000"/>
              <a:buChar char="■"/>
              <a:defRPr sz="2000">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nd image">
  <p:cSld name="CUSTOM_2">
    <p:spTree>
      <p:nvGrpSpPr>
        <p:cNvPr id="162" name="Shape 162"/>
        <p:cNvGrpSpPr/>
        <p:nvPr/>
      </p:nvGrpSpPr>
      <p:grpSpPr>
        <a:xfrm>
          <a:off x="0" y="0"/>
          <a:ext cx="0" cy="0"/>
          <a:chOff x="0" y="0"/>
          <a:chExt cx="0" cy="0"/>
        </a:xfrm>
      </p:grpSpPr>
      <p:sp>
        <p:nvSpPr>
          <p:cNvPr id="163" name="Google Shape;163;p25"/>
          <p:cNvSpPr/>
          <p:nvPr>
            <p:ph idx="2" type="pic"/>
          </p:nvPr>
        </p:nvSpPr>
        <p:spPr>
          <a:xfrm>
            <a:off x="226500" y="2357750"/>
            <a:ext cx="8691000" cy="2559300"/>
          </a:xfrm>
          <a:prstGeom prst="rect">
            <a:avLst/>
          </a:prstGeom>
          <a:noFill/>
          <a:ln cap="flat" cmpd="sng" w="9525">
            <a:solidFill>
              <a:schemeClr val="dk1"/>
            </a:solidFill>
            <a:prstDash val="solid"/>
            <a:round/>
            <a:headEnd len="sm" w="sm" type="none"/>
            <a:tailEnd len="sm" w="sm" type="none"/>
          </a:ln>
        </p:spPr>
      </p:sp>
      <p:sp>
        <p:nvSpPr>
          <p:cNvPr id="164" name="Google Shape;164;p2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5" name="Google Shape;165;p25"/>
          <p:cNvSpPr txBox="1"/>
          <p:nvPr>
            <p:ph idx="3"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66" name="Google Shape;166;p25"/>
          <p:cNvSpPr txBox="1"/>
          <p:nvPr>
            <p:ph idx="1" type="subTitle"/>
          </p:nvPr>
        </p:nvSpPr>
        <p:spPr>
          <a:xfrm>
            <a:off x="226525" y="700225"/>
            <a:ext cx="2157900" cy="15759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11200"/>
              <a:buNone/>
              <a:defRPr b="1" sz="1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5"/>
          <p:cNvSpPr txBox="1"/>
          <p:nvPr>
            <p:ph idx="4" type="body"/>
          </p:nvPr>
        </p:nvSpPr>
        <p:spPr>
          <a:xfrm>
            <a:off x="2492925" y="700283"/>
            <a:ext cx="6424500" cy="1575900"/>
          </a:xfrm>
          <a:prstGeom prst="rect">
            <a:avLst/>
          </a:prstGeom>
        </p:spPr>
        <p:txBody>
          <a:bodyPr anchorCtr="0" anchor="ctr" bIns="91425" lIns="91425" spcFirstLastPara="1" rIns="91425" wrap="square" tIns="91425">
            <a:noAutofit/>
          </a:bodyPr>
          <a:lstStyle>
            <a:lvl1pPr indent="-355600" lvl="0" marL="457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1pPr>
            <a:lvl2pPr indent="-355600" lvl="1" marL="914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2pPr>
            <a:lvl3pPr indent="-355600" lvl="2" marL="1371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3pPr>
            <a:lvl4pPr indent="-355600" lvl="3" marL="1828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4pPr>
            <a:lvl5pPr indent="-355600" lvl="4" marL="22860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5pPr>
            <a:lvl6pPr indent="-355600" lvl="5" marL="2743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6pPr>
            <a:lvl7pPr indent="-355600" lvl="6" marL="3200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7pPr>
            <a:lvl8pPr indent="-355600" lvl="7" marL="3657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8pPr>
            <a:lvl9pPr indent="-355600" lvl="8" marL="4114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2_1">
    <p:spTree>
      <p:nvGrpSpPr>
        <p:cNvPr id="168" name="Shape 168"/>
        <p:cNvGrpSpPr/>
        <p:nvPr/>
      </p:nvGrpSpPr>
      <p:grpSpPr>
        <a:xfrm>
          <a:off x="0" y="0"/>
          <a:ext cx="0" cy="0"/>
          <a:chOff x="0" y="0"/>
          <a:chExt cx="0" cy="0"/>
        </a:xfrm>
      </p:grpSpPr>
      <p:sp>
        <p:nvSpPr>
          <p:cNvPr id="169" name="Google Shape;169;p26"/>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 name="Google Shape;170;p26"/>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_1_2">
    <p:spTree>
      <p:nvGrpSpPr>
        <p:cNvPr id="171" name="Shape 171"/>
        <p:cNvGrpSpPr/>
        <p:nvPr/>
      </p:nvGrpSpPr>
      <p:grpSpPr>
        <a:xfrm>
          <a:off x="0" y="0"/>
          <a:ext cx="0" cy="0"/>
          <a:chOff x="0" y="0"/>
          <a:chExt cx="0" cy="0"/>
        </a:xfrm>
      </p:grpSpPr>
      <p:sp>
        <p:nvSpPr>
          <p:cNvPr id="172" name="Google Shape;172;p27"/>
          <p:cNvSpPr txBox="1"/>
          <p:nvPr>
            <p:ph idx="1" type="subTitle"/>
          </p:nvPr>
        </p:nvSpPr>
        <p:spPr>
          <a:xfrm>
            <a:off x="226533"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3" name="Google Shape;173;p27"/>
          <p:cNvSpPr txBox="1"/>
          <p:nvPr>
            <p:ph idx="2" type="subTitle"/>
          </p:nvPr>
        </p:nvSpPr>
        <p:spPr>
          <a:xfrm>
            <a:off x="3091450"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 name="Google Shape;174;p27"/>
          <p:cNvSpPr txBox="1"/>
          <p:nvPr>
            <p:ph idx="3" type="subTitle"/>
          </p:nvPr>
        </p:nvSpPr>
        <p:spPr>
          <a:xfrm>
            <a:off x="5956367"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5" name="Google Shape;175;p27"/>
          <p:cNvSpPr txBox="1"/>
          <p:nvPr>
            <p:ph idx="4" type="subTitle"/>
          </p:nvPr>
        </p:nvSpPr>
        <p:spPr>
          <a:xfrm>
            <a:off x="226533"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 name="Google Shape;176;p27"/>
          <p:cNvSpPr txBox="1"/>
          <p:nvPr>
            <p:ph idx="5" type="subTitle"/>
          </p:nvPr>
        </p:nvSpPr>
        <p:spPr>
          <a:xfrm>
            <a:off x="3091450"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 name="Google Shape;177;p27"/>
          <p:cNvSpPr txBox="1"/>
          <p:nvPr>
            <p:ph idx="6" type="subTitle"/>
          </p:nvPr>
        </p:nvSpPr>
        <p:spPr>
          <a:xfrm>
            <a:off x="5956367"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8" name="Google Shape;178;p27"/>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_1_1">
    <p:bg>
      <p:bgPr>
        <a:solidFill>
          <a:schemeClr val="dk1"/>
        </a:solidFill>
      </p:bgPr>
    </p:bg>
    <p:spTree>
      <p:nvGrpSpPr>
        <p:cNvPr id="179" name="Shape 179"/>
        <p:cNvGrpSpPr/>
        <p:nvPr/>
      </p:nvGrpSpPr>
      <p:grpSpPr>
        <a:xfrm>
          <a:off x="0" y="0"/>
          <a:ext cx="0" cy="0"/>
          <a:chOff x="0" y="0"/>
          <a:chExt cx="0" cy="0"/>
        </a:xfrm>
      </p:grpSpPr>
      <p:sp>
        <p:nvSpPr>
          <p:cNvPr id="180" name="Google Shape;180;p28"/>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1" name="Google Shape;181;p28"/>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two images">
  <p:cSld name="CUSTOM_3">
    <p:spTree>
      <p:nvGrpSpPr>
        <p:cNvPr id="182" name="Shape 182"/>
        <p:cNvGrpSpPr/>
        <p:nvPr/>
      </p:nvGrpSpPr>
      <p:grpSpPr>
        <a:xfrm>
          <a:off x="0" y="0"/>
          <a:ext cx="0" cy="0"/>
          <a:chOff x="0" y="0"/>
          <a:chExt cx="0" cy="0"/>
        </a:xfrm>
      </p:grpSpPr>
      <p:sp>
        <p:nvSpPr>
          <p:cNvPr id="183" name="Google Shape;183;p2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4" name="Google Shape;184;p2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85" name="Google Shape;185;p29"/>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6" name="Google Shape;186;p29"/>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87" name="Google Shape;187;p29"/>
          <p:cNvSpPr/>
          <p:nvPr>
            <p:ph idx="4" type="pic"/>
          </p:nvPr>
        </p:nvSpPr>
        <p:spPr>
          <a:xfrm>
            <a:off x="3368775" y="226625"/>
            <a:ext cx="3733800" cy="4690500"/>
          </a:xfrm>
          <a:prstGeom prst="rect">
            <a:avLst/>
          </a:prstGeom>
          <a:noFill/>
          <a:ln cap="flat" cmpd="sng" w="9525">
            <a:solidFill>
              <a:schemeClr val="dk1"/>
            </a:solidFill>
            <a:prstDash val="solid"/>
            <a:round/>
            <a:headEnd len="sm" w="sm" type="none"/>
            <a:tailEnd len="sm" w="sm" type="none"/>
          </a:ln>
        </p:spPr>
      </p:sp>
      <p:sp>
        <p:nvSpPr>
          <p:cNvPr id="188" name="Google Shape;188;p29"/>
          <p:cNvSpPr/>
          <p:nvPr>
            <p:ph idx="5" type="pic"/>
          </p:nvPr>
        </p:nvSpPr>
        <p:spPr>
          <a:xfrm>
            <a:off x="7320200" y="1391900"/>
            <a:ext cx="1597200" cy="19704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wo storyboards">
  <p:cSld name="CUSTOM_3_2">
    <p:spTree>
      <p:nvGrpSpPr>
        <p:cNvPr id="189" name="Shape 189"/>
        <p:cNvGrpSpPr/>
        <p:nvPr/>
      </p:nvGrpSpPr>
      <p:grpSpPr>
        <a:xfrm>
          <a:off x="0" y="0"/>
          <a:ext cx="0" cy="0"/>
          <a:chOff x="0" y="0"/>
          <a:chExt cx="0" cy="0"/>
        </a:xfrm>
      </p:grpSpPr>
      <p:sp>
        <p:nvSpPr>
          <p:cNvPr id="190" name="Google Shape;190;p30"/>
          <p:cNvSpPr/>
          <p:nvPr>
            <p:ph idx="2" type="pic"/>
          </p:nvPr>
        </p:nvSpPr>
        <p:spPr>
          <a:xfrm>
            <a:off x="-5225" y="713825"/>
            <a:ext cx="4571700" cy="2795700"/>
          </a:xfrm>
          <a:prstGeom prst="rect">
            <a:avLst/>
          </a:prstGeom>
          <a:noFill/>
          <a:ln>
            <a:noFill/>
          </a:ln>
        </p:spPr>
      </p:sp>
      <p:sp>
        <p:nvSpPr>
          <p:cNvPr id="191" name="Google Shape;191;p30"/>
          <p:cNvSpPr txBox="1"/>
          <p:nvPr>
            <p:ph type="title"/>
          </p:nvPr>
        </p:nvSpPr>
        <p:spPr>
          <a:xfrm>
            <a:off x="18047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2" name="Google Shape;192;p30"/>
          <p:cNvSpPr txBox="1"/>
          <p:nvPr>
            <p:ph idx="1" type="body"/>
          </p:nvPr>
        </p:nvSpPr>
        <p:spPr>
          <a:xfrm>
            <a:off x="18047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3" name="Google Shape;193;p30"/>
          <p:cNvSpPr txBox="1"/>
          <p:nvPr>
            <p:ph idx="3"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194" name="Google Shape;194;p30"/>
          <p:cNvCxnSpPr/>
          <p:nvPr/>
        </p:nvCxnSpPr>
        <p:spPr>
          <a:xfrm>
            <a:off x="4572000" y="709150"/>
            <a:ext cx="0" cy="4443300"/>
          </a:xfrm>
          <a:prstGeom prst="straightConnector1">
            <a:avLst/>
          </a:prstGeom>
          <a:noFill/>
          <a:ln cap="flat" cmpd="sng" w="9525">
            <a:solidFill>
              <a:schemeClr val="dk1"/>
            </a:solidFill>
            <a:prstDash val="solid"/>
            <a:round/>
            <a:headEnd len="med" w="med" type="none"/>
            <a:tailEnd len="med" w="med" type="none"/>
          </a:ln>
        </p:spPr>
      </p:cxnSp>
      <p:cxnSp>
        <p:nvCxnSpPr>
          <p:cNvPr id="195" name="Google Shape;195;p30"/>
          <p:cNvCxnSpPr/>
          <p:nvPr/>
        </p:nvCxnSpPr>
        <p:spPr>
          <a:xfrm rot="10800000">
            <a:off x="0" y="3514875"/>
            <a:ext cx="9152400" cy="0"/>
          </a:xfrm>
          <a:prstGeom prst="straightConnector1">
            <a:avLst/>
          </a:prstGeom>
          <a:noFill/>
          <a:ln cap="flat" cmpd="sng" w="9525">
            <a:solidFill>
              <a:schemeClr val="dk1"/>
            </a:solidFill>
            <a:prstDash val="solid"/>
            <a:round/>
            <a:headEnd len="med" w="med" type="none"/>
            <a:tailEnd len="med" w="med" type="none"/>
          </a:ln>
        </p:spPr>
      </p:cxnSp>
      <p:cxnSp>
        <p:nvCxnSpPr>
          <p:cNvPr id="196" name="Google Shape;196;p30"/>
          <p:cNvCxnSpPr/>
          <p:nvPr/>
        </p:nvCxnSpPr>
        <p:spPr>
          <a:xfrm rot="10800000">
            <a:off x="0" y="709575"/>
            <a:ext cx="9152400" cy="0"/>
          </a:xfrm>
          <a:prstGeom prst="straightConnector1">
            <a:avLst/>
          </a:prstGeom>
          <a:noFill/>
          <a:ln cap="flat" cmpd="sng" w="9525">
            <a:solidFill>
              <a:schemeClr val="dk1"/>
            </a:solidFill>
            <a:prstDash val="solid"/>
            <a:round/>
            <a:headEnd len="med" w="med" type="none"/>
            <a:tailEnd len="med" w="med" type="none"/>
          </a:ln>
        </p:spPr>
      </p:cxnSp>
      <p:sp>
        <p:nvSpPr>
          <p:cNvPr id="197" name="Google Shape;197;p30"/>
          <p:cNvSpPr/>
          <p:nvPr>
            <p:ph idx="4" type="pic"/>
          </p:nvPr>
        </p:nvSpPr>
        <p:spPr>
          <a:xfrm>
            <a:off x="4577525" y="713825"/>
            <a:ext cx="4571700" cy="2795700"/>
          </a:xfrm>
          <a:prstGeom prst="rect">
            <a:avLst/>
          </a:prstGeom>
          <a:noFill/>
          <a:ln>
            <a:noFill/>
          </a:ln>
        </p:spPr>
      </p:sp>
      <p:sp>
        <p:nvSpPr>
          <p:cNvPr id="198" name="Google Shape;198;p30"/>
          <p:cNvSpPr txBox="1"/>
          <p:nvPr>
            <p:ph idx="5" type="title"/>
          </p:nvPr>
        </p:nvSpPr>
        <p:spPr>
          <a:xfrm>
            <a:off x="476322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9" name="Google Shape;199;p30"/>
          <p:cNvSpPr txBox="1"/>
          <p:nvPr>
            <p:ph idx="6" type="body"/>
          </p:nvPr>
        </p:nvSpPr>
        <p:spPr>
          <a:xfrm>
            <a:off x="476322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escription with phone">
  <p:cSld name="CUSTOM_3_1">
    <p:spTree>
      <p:nvGrpSpPr>
        <p:cNvPr id="200" name="Shape 200"/>
        <p:cNvGrpSpPr/>
        <p:nvPr/>
      </p:nvGrpSpPr>
      <p:grpSpPr>
        <a:xfrm>
          <a:off x="0" y="0"/>
          <a:ext cx="0" cy="0"/>
          <a:chOff x="0" y="0"/>
          <a:chExt cx="0" cy="0"/>
        </a:xfrm>
      </p:grpSpPr>
      <p:sp>
        <p:nvSpPr>
          <p:cNvPr id="201" name="Google Shape;201;p31"/>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2" name="Google Shape;202;p31"/>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3" name="Google Shape;203;p31"/>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4" name="Google Shape;204;p31"/>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pic>
        <p:nvPicPr>
          <p:cNvPr descr="Blank mock of a smartphone." id="205" name="Google Shape;205;p31"/>
          <p:cNvPicPr preferRelativeResize="0"/>
          <p:nvPr/>
        </p:nvPicPr>
        <p:blipFill rotWithShape="1">
          <a:blip r:embed="rId2">
            <a:alphaModFix/>
          </a:blip>
          <a:srcRect b="38737" l="0" r="0" t="0"/>
          <a:stretch/>
        </p:blipFill>
        <p:spPr>
          <a:xfrm>
            <a:off x="3882050" y="261250"/>
            <a:ext cx="4814074" cy="4882250"/>
          </a:xfrm>
          <a:prstGeom prst="rect">
            <a:avLst/>
          </a:prstGeom>
          <a:noFill/>
          <a:ln>
            <a:noFill/>
          </a:ln>
        </p:spPr>
      </p:pic>
      <p:sp>
        <p:nvSpPr>
          <p:cNvPr id="206" name="Google Shape;206;p31"/>
          <p:cNvSpPr/>
          <p:nvPr>
            <p:ph idx="4" type="pic"/>
          </p:nvPr>
        </p:nvSpPr>
        <p:spPr>
          <a:xfrm>
            <a:off x="4197575" y="512375"/>
            <a:ext cx="2847600" cy="4631100"/>
          </a:xfrm>
          <a:prstGeom prst="round2SameRect">
            <a:avLst>
              <a:gd fmla="val 12455" name="adj1"/>
              <a:gd fmla="val 0" name="adj2"/>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4">
    <p:spTree>
      <p:nvGrpSpPr>
        <p:cNvPr id="207" name="Shape 207"/>
        <p:cNvGrpSpPr/>
        <p:nvPr/>
      </p:nvGrpSpPr>
      <p:grpSpPr>
        <a:xfrm>
          <a:off x="0" y="0"/>
          <a:ext cx="0" cy="0"/>
          <a:chOff x="0" y="0"/>
          <a:chExt cx="0" cy="0"/>
        </a:xfrm>
      </p:grpSpPr>
      <p:sp>
        <p:nvSpPr>
          <p:cNvPr id="208" name="Google Shape;208;p3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9" name="Google Shape;209;p32"/>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10" name="Google Shape;210;p32"/>
          <p:cNvSpPr txBox="1"/>
          <p:nvPr>
            <p:ph idx="1" type="body"/>
          </p:nvPr>
        </p:nvSpPr>
        <p:spPr>
          <a:xfrm>
            <a:off x="226525" y="1793250"/>
            <a:ext cx="8599500" cy="1557000"/>
          </a:xfrm>
          <a:prstGeom prst="rect">
            <a:avLst/>
          </a:prstGeom>
        </p:spPr>
        <p:txBody>
          <a:bodyPr anchorCtr="0" anchor="ctr" bIns="91425" lIns="91425" spcFirstLastPara="1" rIns="91425" wrap="square" tIns="91425">
            <a:no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
        <p:nvSpPr>
          <p:cNvPr id="211" name="Google Shape;211;p32"/>
          <p:cNvSpPr txBox="1"/>
          <p:nvPr>
            <p:ph idx="3" type="body"/>
          </p:nvPr>
        </p:nvSpPr>
        <p:spPr>
          <a:xfrm>
            <a:off x="226525" y="4719800"/>
            <a:ext cx="31434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2" name="Google Shape;212;p32"/>
          <p:cNvSpPr txBox="1"/>
          <p:nvPr>
            <p:ph idx="4" type="body"/>
          </p:nvPr>
        </p:nvSpPr>
        <p:spPr>
          <a:xfrm>
            <a:off x="3590149"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3" name="Google Shape;213;p32"/>
          <p:cNvSpPr txBox="1"/>
          <p:nvPr>
            <p:ph idx="5" type="body"/>
          </p:nvPr>
        </p:nvSpPr>
        <p:spPr>
          <a:xfrm>
            <a:off x="6345974"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4_1">
    <p:spTree>
      <p:nvGrpSpPr>
        <p:cNvPr id="214" name="Shape 214"/>
        <p:cNvGrpSpPr/>
        <p:nvPr/>
      </p:nvGrpSpPr>
      <p:grpSpPr>
        <a:xfrm>
          <a:off x="0" y="0"/>
          <a:ext cx="0" cy="0"/>
          <a:chOff x="0" y="0"/>
          <a:chExt cx="0" cy="0"/>
        </a:xfrm>
      </p:grpSpPr>
      <p:sp>
        <p:nvSpPr>
          <p:cNvPr id="215" name="Google Shape;215;p33"/>
          <p:cNvSpPr txBox="1"/>
          <p:nvPr>
            <p:ph idx="1" type="body"/>
          </p:nvPr>
        </p:nvSpPr>
        <p:spPr>
          <a:xfrm>
            <a:off x="2265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6" name="Google Shape;216;p33"/>
          <p:cNvSpPr txBox="1"/>
          <p:nvPr>
            <p:ph idx="2" type="subTitle"/>
          </p:nvPr>
        </p:nvSpPr>
        <p:spPr>
          <a:xfrm>
            <a:off x="2265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33"/>
          <p:cNvSpPr txBox="1"/>
          <p:nvPr>
            <p:ph idx="3" type="body"/>
          </p:nvPr>
        </p:nvSpPr>
        <p:spPr>
          <a:xfrm>
            <a:off x="3235500"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8" name="Google Shape;218;p33"/>
          <p:cNvSpPr txBox="1"/>
          <p:nvPr>
            <p:ph idx="4" type="subTitle"/>
          </p:nvPr>
        </p:nvSpPr>
        <p:spPr>
          <a:xfrm>
            <a:off x="3235500"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33"/>
          <p:cNvSpPr txBox="1"/>
          <p:nvPr>
            <p:ph idx="5" type="body"/>
          </p:nvPr>
        </p:nvSpPr>
        <p:spPr>
          <a:xfrm>
            <a:off x="61530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0" name="Google Shape;220;p33"/>
          <p:cNvSpPr txBox="1"/>
          <p:nvPr>
            <p:ph idx="6" type="subTitle"/>
          </p:nvPr>
        </p:nvSpPr>
        <p:spPr>
          <a:xfrm>
            <a:off x="61530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33"/>
          <p:cNvSpPr txBox="1"/>
          <p:nvPr>
            <p:ph type="title"/>
          </p:nvPr>
        </p:nvSpPr>
        <p:spPr>
          <a:xfrm>
            <a:off x="226525" y="1793250"/>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4_1_1">
    <p:spTree>
      <p:nvGrpSpPr>
        <p:cNvPr id="222" name="Shape 222"/>
        <p:cNvGrpSpPr/>
        <p:nvPr/>
      </p:nvGrpSpPr>
      <p:grpSpPr>
        <a:xfrm>
          <a:off x="0" y="0"/>
          <a:ext cx="0" cy="0"/>
          <a:chOff x="0" y="0"/>
          <a:chExt cx="0" cy="0"/>
        </a:xfrm>
      </p:grpSpPr>
      <p:sp>
        <p:nvSpPr>
          <p:cNvPr id="223" name="Google Shape;223;p34"/>
          <p:cNvSpPr txBox="1"/>
          <p:nvPr>
            <p:ph idx="1" type="body"/>
          </p:nvPr>
        </p:nvSpPr>
        <p:spPr>
          <a:xfrm>
            <a:off x="226525"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4" name="Google Shape;224;p34"/>
          <p:cNvSpPr txBox="1"/>
          <p:nvPr>
            <p:ph idx="2" type="subTitle"/>
          </p:nvPr>
        </p:nvSpPr>
        <p:spPr>
          <a:xfrm>
            <a:off x="226525"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34"/>
          <p:cNvSpPr txBox="1"/>
          <p:nvPr>
            <p:ph idx="3" type="body"/>
          </p:nvPr>
        </p:nvSpPr>
        <p:spPr>
          <a:xfrm>
            <a:off x="4841843"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6" name="Google Shape;226;p34"/>
          <p:cNvSpPr txBox="1"/>
          <p:nvPr>
            <p:ph idx="4" type="subTitle"/>
          </p:nvPr>
        </p:nvSpPr>
        <p:spPr>
          <a:xfrm>
            <a:off x="4841843"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34"/>
          <p:cNvSpPr txBox="1"/>
          <p:nvPr>
            <p:ph idx="5" type="body"/>
          </p:nvPr>
        </p:nvSpPr>
        <p:spPr>
          <a:xfrm>
            <a:off x="226525"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8" name="Google Shape;228;p34"/>
          <p:cNvSpPr txBox="1"/>
          <p:nvPr>
            <p:ph idx="6" type="subTitle"/>
          </p:nvPr>
        </p:nvSpPr>
        <p:spPr>
          <a:xfrm>
            <a:off x="226525"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34"/>
          <p:cNvSpPr txBox="1"/>
          <p:nvPr>
            <p:ph idx="7" type="body"/>
          </p:nvPr>
        </p:nvSpPr>
        <p:spPr>
          <a:xfrm>
            <a:off x="4841843"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0" name="Google Shape;230;p34"/>
          <p:cNvSpPr txBox="1"/>
          <p:nvPr>
            <p:ph idx="8" type="subTitle"/>
          </p:nvPr>
        </p:nvSpPr>
        <p:spPr>
          <a:xfrm>
            <a:off x="4841843"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34"/>
          <p:cNvSpPr txBox="1"/>
          <p:nvPr>
            <p:ph type="title"/>
          </p:nvPr>
        </p:nvSpPr>
        <p:spPr>
          <a:xfrm>
            <a:off x="226525" y="433125"/>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2" name="Shape 232"/>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
    <p:spTree>
      <p:nvGrpSpPr>
        <p:cNvPr id="233" name="Shape 233"/>
        <p:cNvGrpSpPr/>
        <p:nvPr/>
      </p:nvGrpSpPr>
      <p:grpSpPr>
        <a:xfrm>
          <a:off x="0" y="0"/>
          <a:ext cx="0" cy="0"/>
          <a:chOff x="0" y="0"/>
          <a:chExt cx="0" cy="0"/>
        </a:xfrm>
      </p:grpSpPr>
      <p:sp>
        <p:nvSpPr>
          <p:cNvPr id="234" name="Google Shape;234;p36"/>
          <p:cNvSpPr/>
          <p:nvPr>
            <p:ph idx="2" type="pic"/>
          </p:nvPr>
        </p:nvSpPr>
        <p:spPr>
          <a:xfrm>
            <a:off x="0" y="0"/>
            <a:ext cx="9144000" cy="5143500"/>
          </a:xfrm>
          <a:prstGeom prst="rect">
            <a:avLst/>
          </a:prstGeom>
          <a:noFill/>
          <a:ln>
            <a:noFill/>
          </a:ln>
        </p:spPr>
      </p:sp>
      <p:sp>
        <p:nvSpPr>
          <p:cNvPr id="235" name="Google Shape;23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36" name="Shape 236"/>
        <p:cNvGrpSpPr/>
        <p:nvPr/>
      </p:nvGrpSpPr>
      <p:grpSpPr>
        <a:xfrm>
          <a:off x="0" y="0"/>
          <a:ext cx="0" cy="0"/>
          <a:chOff x="0" y="0"/>
          <a:chExt cx="0" cy="0"/>
        </a:xfrm>
      </p:grpSpPr>
      <p:sp>
        <p:nvSpPr>
          <p:cNvPr id="237" name="Google Shape;237;p3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38" name="Google Shape;238;p3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9" name="Google Shape;239;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40" name="Shape 240"/>
        <p:cNvGrpSpPr/>
        <p:nvPr/>
      </p:nvGrpSpPr>
      <p:grpSpPr>
        <a:xfrm>
          <a:off x="0" y="0"/>
          <a:ext cx="0" cy="0"/>
          <a:chOff x="0" y="0"/>
          <a:chExt cx="0" cy="0"/>
        </a:xfrm>
      </p:grpSpPr>
      <p:sp>
        <p:nvSpPr>
          <p:cNvPr id="241" name="Google Shape;241;p3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42" name="Google Shape;24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2">
    <p:spTree>
      <p:nvGrpSpPr>
        <p:cNvPr id="243" name="Shape 243"/>
        <p:cNvGrpSpPr/>
        <p:nvPr/>
      </p:nvGrpSpPr>
      <p:grpSpPr>
        <a:xfrm>
          <a:off x="0" y="0"/>
          <a:ext cx="0" cy="0"/>
          <a:chOff x="0" y="0"/>
          <a:chExt cx="0" cy="0"/>
        </a:xfrm>
      </p:grpSpPr>
      <p:sp>
        <p:nvSpPr>
          <p:cNvPr id="244" name="Google Shape;244;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46" name="Google Shape;246;p3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47" name="Google Shape;247;p3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8" name="Google Shape;248;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2">
    <p:spTree>
      <p:nvGrpSpPr>
        <p:cNvPr id="249" name="Shape 249"/>
        <p:cNvGrpSpPr/>
        <p:nvPr/>
      </p:nvGrpSpPr>
      <p:grpSpPr>
        <a:xfrm>
          <a:off x="0" y="0"/>
          <a:ext cx="0" cy="0"/>
          <a:chOff x="0" y="0"/>
          <a:chExt cx="0" cy="0"/>
        </a:xfrm>
      </p:grpSpPr>
      <p:sp>
        <p:nvSpPr>
          <p:cNvPr id="250" name="Google Shape;250;p40"/>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1" name="Google Shape;251;p40"/>
          <p:cNvSpPr/>
          <p:nvPr>
            <p:ph idx="2" type="pic"/>
          </p:nvPr>
        </p:nvSpPr>
        <p:spPr>
          <a:xfrm>
            <a:off x="4804825" y="1133300"/>
            <a:ext cx="4027500" cy="2392800"/>
          </a:xfrm>
          <a:prstGeom prst="rect">
            <a:avLst/>
          </a:prstGeom>
          <a:noFill/>
          <a:ln>
            <a:noFill/>
          </a:ln>
        </p:spPr>
      </p:sp>
      <p:sp>
        <p:nvSpPr>
          <p:cNvPr id="252" name="Google Shape;252;p40"/>
          <p:cNvSpPr/>
          <p:nvPr>
            <p:ph idx="3" type="pic"/>
          </p:nvPr>
        </p:nvSpPr>
        <p:spPr>
          <a:xfrm>
            <a:off x="311725" y="1133300"/>
            <a:ext cx="4027500" cy="2392800"/>
          </a:xfrm>
          <a:prstGeom prst="rect">
            <a:avLst/>
          </a:prstGeom>
          <a:noFill/>
          <a:ln>
            <a:noFill/>
          </a:ln>
        </p:spPr>
      </p:sp>
      <p:sp>
        <p:nvSpPr>
          <p:cNvPr id="253" name="Google Shape;253;p40"/>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4" name="Google Shape;25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5" name="Google Shape;255;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6" name="Google Shape;256;p4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7" name="Google Shape;257;p4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258" name="Shape 258"/>
        <p:cNvGrpSpPr/>
        <p:nvPr/>
      </p:nvGrpSpPr>
      <p:grpSpPr>
        <a:xfrm>
          <a:off x="0" y="0"/>
          <a:ext cx="0" cy="0"/>
          <a:chOff x="0" y="0"/>
          <a:chExt cx="0" cy="0"/>
        </a:xfrm>
      </p:grpSpPr>
      <p:sp>
        <p:nvSpPr>
          <p:cNvPr id="259" name="Google Shape;259;p41"/>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0" name="Google Shape;260;p41"/>
          <p:cNvSpPr/>
          <p:nvPr>
            <p:ph idx="2" type="pic"/>
          </p:nvPr>
        </p:nvSpPr>
        <p:spPr>
          <a:xfrm>
            <a:off x="6205225" y="1128325"/>
            <a:ext cx="2627100" cy="2273100"/>
          </a:xfrm>
          <a:prstGeom prst="rect">
            <a:avLst/>
          </a:prstGeom>
          <a:noFill/>
          <a:ln>
            <a:noFill/>
          </a:ln>
        </p:spPr>
      </p:sp>
      <p:sp>
        <p:nvSpPr>
          <p:cNvPr id="261" name="Google Shape;261;p41"/>
          <p:cNvSpPr/>
          <p:nvPr>
            <p:ph idx="3" type="pic"/>
          </p:nvPr>
        </p:nvSpPr>
        <p:spPr>
          <a:xfrm>
            <a:off x="311725" y="1128325"/>
            <a:ext cx="2627100" cy="2273100"/>
          </a:xfrm>
          <a:prstGeom prst="rect">
            <a:avLst/>
          </a:prstGeom>
          <a:noFill/>
          <a:ln>
            <a:noFill/>
          </a:ln>
        </p:spPr>
      </p:sp>
      <p:sp>
        <p:nvSpPr>
          <p:cNvPr id="262" name="Google Shape;262;p41"/>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3" name="Google Shape;263;p41"/>
          <p:cNvSpPr/>
          <p:nvPr>
            <p:ph idx="5" type="pic"/>
          </p:nvPr>
        </p:nvSpPr>
        <p:spPr>
          <a:xfrm>
            <a:off x="3255250" y="1128325"/>
            <a:ext cx="2627100" cy="2273100"/>
          </a:xfrm>
          <a:prstGeom prst="rect">
            <a:avLst/>
          </a:prstGeom>
          <a:noFill/>
          <a:ln>
            <a:noFill/>
          </a:ln>
        </p:spPr>
      </p:sp>
      <p:sp>
        <p:nvSpPr>
          <p:cNvPr id="264" name="Google Shape;264;p41"/>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5" name="Google Shape;26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6" name="Google Shape;266;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4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8" name="Google Shape;268;p4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9" name="Google Shape;269;p4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1" Type="http://schemas.openxmlformats.org/officeDocument/2006/relationships/theme" Target="../theme/theme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1pPr>
            <a:lvl2pPr lvl="1">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2pPr>
            <a:lvl3pPr lvl="2">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3pPr>
            <a:lvl4pPr lvl="3">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4pPr>
            <a:lvl5pPr lvl="4">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5pPr>
            <a:lvl6pPr lvl="5">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6pPr>
            <a:lvl7pPr lvl="6">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7pPr>
            <a:lvl8pPr lvl="7">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8pPr>
            <a:lvl9pPr lvl="8">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Inter"/>
              <a:buChar char="●"/>
              <a:defRPr sz="1800">
                <a:solidFill>
                  <a:schemeClr val="dk1"/>
                </a:solidFill>
                <a:latin typeface="Inter"/>
                <a:ea typeface="Inter"/>
                <a:cs typeface="Inter"/>
                <a:sym typeface="Inter"/>
              </a:defRPr>
            </a:lvl1pPr>
            <a:lvl2pPr indent="-317500" lvl="1" marL="914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indent="-317500" lvl="2" marL="1371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indent="-317500" lvl="3" marL="1828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indent="-317500" lvl="4" marL="22860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indent="-317500" lvl="5" marL="27432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indent="-317500" lvl="6" marL="3200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indent="-317500" lvl="7" marL="3657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indent="-317500" lvl="8" marL="4114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4.jpg"/><Relationship Id="rId5"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hyperlink" Target="https://youtu.be/xFrGuyw1V8s?si=CXRIZLOyZ3Qq__B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DATE Sept 11 2026</a:t>
            </a:r>
            <a:endParaRPr/>
          </a:p>
        </p:txBody>
      </p:sp>
      <p:sp>
        <p:nvSpPr>
          <p:cNvPr id="275" name="Google Shape;275;p42"/>
          <p:cNvSpPr txBox="1"/>
          <p:nvPr>
            <p:ph idx="4294967295" type="title"/>
          </p:nvPr>
        </p:nvSpPr>
        <p:spPr>
          <a:xfrm>
            <a:off x="226525" y="753350"/>
            <a:ext cx="4673100" cy="41637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8500"/>
              <a:t>Anna Tan</a:t>
            </a:r>
            <a:br>
              <a:rPr lang="en" sz="8500"/>
            </a:br>
            <a:r>
              <a:rPr b="0" lang="en" sz="1600"/>
              <a:t>Citizenship 9</a:t>
            </a:r>
            <a:endParaRPr b="0" sz="1600"/>
          </a:p>
        </p:txBody>
      </p:sp>
      <p:graphicFrame>
        <p:nvGraphicFramePr>
          <p:cNvPr id="276" name="Google Shape;276;p42"/>
          <p:cNvGraphicFramePr/>
          <p:nvPr/>
        </p:nvGraphicFramePr>
        <p:xfrm>
          <a:off x="4738075" y="671025"/>
          <a:ext cx="3000000" cy="3000000"/>
        </p:xfrm>
        <a:graphic>
          <a:graphicData uri="http://schemas.openxmlformats.org/drawingml/2006/table">
            <a:tbl>
              <a:tblPr>
                <a:noFill/>
                <a:tableStyleId>{30F6012D-F477-4E44-B335-F2C84F9A738E}</a:tableStyleId>
              </a:tblPr>
              <a:tblGrid>
                <a:gridCol w="3453425"/>
              </a:tblGrid>
              <a:tr h="3906325">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Insert some kind of cool picture here</a:t>
                      </a:r>
                      <a:endParaRPr/>
                    </a:p>
                  </a:txBody>
                  <a:tcPr marT="91425" marB="91425" marR="91425" marL="91425"/>
                </a:tc>
              </a:tr>
            </a:tbl>
          </a:graphicData>
        </a:graphic>
      </p:graphicFrame>
      <p:pic>
        <p:nvPicPr>
          <p:cNvPr id="277" name="Google Shape;277;p42"/>
          <p:cNvPicPr preferRelativeResize="0"/>
          <p:nvPr/>
        </p:nvPicPr>
        <p:blipFill rotWithShape="1">
          <a:blip r:embed="rId3">
            <a:alphaModFix/>
          </a:blip>
          <a:srcRect b="0" l="-7020" r="7020" t="0"/>
          <a:stretch/>
        </p:blipFill>
        <p:spPr>
          <a:xfrm>
            <a:off x="4343175" y="671025"/>
            <a:ext cx="3848326" cy="39063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3"/>
          <p:cNvSpPr txBox="1"/>
          <p:nvPr>
            <p:ph idx="3" type="body"/>
          </p:nvPr>
        </p:nvSpPr>
        <p:spPr>
          <a:xfrm>
            <a:off x="138550" y="2621100"/>
            <a:ext cx="424800" cy="2201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a:p>
            <a:pPr indent="0" lvl="0" marL="0" rtl="0" algn="ctr">
              <a:spcBef>
                <a:spcPts val="0"/>
              </a:spcBef>
              <a:spcAft>
                <a:spcPts val="0"/>
              </a:spcAft>
              <a:buNone/>
            </a:pPr>
            <a:r>
              <a:rPr lang="en"/>
              <a:t>2</a:t>
            </a:r>
            <a:endParaRPr/>
          </a:p>
          <a:p>
            <a:pPr indent="0" lvl="0" marL="0" rtl="0" algn="ctr">
              <a:spcBef>
                <a:spcPts val="0"/>
              </a:spcBef>
              <a:spcAft>
                <a:spcPts val="0"/>
              </a:spcAft>
              <a:buNone/>
            </a:pPr>
            <a:r>
              <a:rPr lang="en"/>
              <a:t>3</a:t>
            </a:r>
            <a:endParaRPr/>
          </a:p>
          <a:p>
            <a:pPr indent="0" lvl="0" marL="0" rtl="0" algn="ctr">
              <a:spcBef>
                <a:spcPts val="0"/>
              </a:spcBef>
              <a:spcAft>
                <a:spcPts val="0"/>
              </a:spcAft>
              <a:buNone/>
            </a:pPr>
            <a:r>
              <a:rPr lang="en"/>
              <a:t>4</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83" name="Google Shape;283;p43"/>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Personal </a:t>
            </a:r>
            <a:endParaRPr/>
          </a:p>
          <a:p>
            <a:pPr indent="0" lvl="0" marL="0" rtl="0" algn="r">
              <a:spcBef>
                <a:spcPts val="0"/>
              </a:spcBef>
              <a:spcAft>
                <a:spcPts val="0"/>
              </a:spcAft>
              <a:buNone/>
            </a:pPr>
            <a:r>
              <a:rPr lang="en"/>
              <a:t>Community</a:t>
            </a:r>
            <a:endParaRPr/>
          </a:p>
          <a:p>
            <a:pPr indent="0" lvl="0" marL="0" rtl="0" algn="r">
              <a:spcBef>
                <a:spcPts val="0"/>
              </a:spcBef>
              <a:spcAft>
                <a:spcPts val="0"/>
              </a:spcAft>
              <a:buNone/>
            </a:pPr>
            <a:r>
              <a:rPr lang="en"/>
              <a:t>Global</a:t>
            </a:r>
            <a:endParaRPr/>
          </a:p>
          <a:p>
            <a:pPr indent="0" lvl="0" marL="0" rtl="0" algn="r">
              <a:spcBef>
                <a:spcPts val="0"/>
              </a:spcBef>
              <a:spcAft>
                <a:spcPts val="0"/>
              </a:spcAft>
              <a:buNone/>
            </a:pPr>
            <a:r>
              <a:rPr lang="en"/>
              <a:t>Aspirational</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p:txBody>
      </p:sp>
      <p:cxnSp>
        <p:nvCxnSpPr>
          <p:cNvPr id="284" name="Google Shape;284;p43"/>
          <p:cNvCxnSpPr/>
          <p:nvPr/>
        </p:nvCxnSpPr>
        <p:spPr>
          <a:xfrm flipH="1" rot="10800000">
            <a:off x="563100" y="2750475"/>
            <a:ext cx="7387200" cy="6600"/>
          </a:xfrm>
          <a:prstGeom prst="straightConnector1">
            <a:avLst/>
          </a:prstGeom>
          <a:noFill/>
          <a:ln cap="flat" cmpd="sng" w="9525">
            <a:solidFill>
              <a:schemeClr val="dk1"/>
            </a:solidFill>
            <a:prstDash val="dot"/>
            <a:round/>
            <a:headEnd len="med" w="med" type="none"/>
            <a:tailEnd len="med" w="med" type="none"/>
          </a:ln>
        </p:spPr>
      </p:cxnSp>
      <p:cxnSp>
        <p:nvCxnSpPr>
          <p:cNvPr id="285" name="Google Shape;285;p43"/>
          <p:cNvCxnSpPr/>
          <p:nvPr/>
        </p:nvCxnSpPr>
        <p:spPr>
          <a:xfrm>
            <a:off x="563100" y="3000800"/>
            <a:ext cx="7118100" cy="5700"/>
          </a:xfrm>
          <a:prstGeom prst="straightConnector1">
            <a:avLst/>
          </a:prstGeom>
          <a:noFill/>
          <a:ln cap="flat" cmpd="sng" w="9525">
            <a:solidFill>
              <a:schemeClr val="dk1"/>
            </a:solidFill>
            <a:prstDash val="dot"/>
            <a:round/>
            <a:headEnd len="med" w="med" type="none"/>
            <a:tailEnd len="med" w="med" type="none"/>
          </a:ln>
        </p:spPr>
      </p:cxnSp>
      <p:cxnSp>
        <p:nvCxnSpPr>
          <p:cNvPr id="286" name="Google Shape;286;p43"/>
          <p:cNvCxnSpPr/>
          <p:nvPr/>
        </p:nvCxnSpPr>
        <p:spPr>
          <a:xfrm>
            <a:off x="563100" y="3248450"/>
            <a:ext cx="7580700" cy="0"/>
          </a:xfrm>
          <a:prstGeom prst="straightConnector1">
            <a:avLst/>
          </a:prstGeom>
          <a:noFill/>
          <a:ln cap="flat" cmpd="sng" w="9525">
            <a:solidFill>
              <a:schemeClr val="dk1"/>
            </a:solidFill>
            <a:prstDash val="dot"/>
            <a:round/>
            <a:headEnd len="med" w="med" type="none"/>
            <a:tailEnd len="med" w="med" type="none"/>
          </a:ln>
        </p:spPr>
      </p:cxnSp>
      <p:cxnSp>
        <p:nvCxnSpPr>
          <p:cNvPr id="287" name="Google Shape;287;p43"/>
          <p:cNvCxnSpPr/>
          <p:nvPr/>
        </p:nvCxnSpPr>
        <p:spPr>
          <a:xfrm>
            <a:off x="563100" y="3480975"/>
            <a:ext cx="7073400" cy="6000"/>
          </a:xfrm>
          <a:prstGeom prst="straightConnector1">
            <a:avLst/>
          </a:prstGeom>
          <a:noFill/>
          <a:ln cap="flat" cmpd="sng" w="9525">
            <a:solidFill>
              <a:schemeClr val="dk1"/>
            </a:solidFill>
            <a:prstDash val="dot"/>
            <a:round/>
            <a:headEnd len="med" w="med" type="none"/>
            <a:tailEnd len="med" w="med" type="none"/>
          </a:ln>
        </p:spPr>
      </p:cxnSp>
      <p:sp>
        <p:nvSpPr>
          <p:cNvPr id="288" name="Google Shape;288;p43"/>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TABLE OF CONTENTS</a:t>
            </a:r>
            <a:endParaRPr sz="600">
              <a:solidFill>
                <a:schemeClr val="dk1"/>
              </a:solidFill>
              <a:latin typeface="Roboto Mono"/>
              <a:ea typeface="Roboto Mono"/>
              <a:cs typeface="Roboto Mono"/>
              <a:sym typeface="Roboto Mono"/>
            </a:endParaRPr>
          </a:p>
        </p:txBody>
      </p:sp>
      <p:sp>
        <p:nvSpPr>
          <p:cNvPr id="289" name="Google Shape;289;p43"/>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sp>
        <p:nvSpPr>
          <p:cNvPr id="290" name="Google Shape;290;p43"/>
          <p:cNvSpPr txBox="1"/>
          <p:nvPr>
            <p:ph idx="4" type="title"/>
          </p:nvPr>
        </p:nvSpPr>
        <p:spPr>
          <a:xfrm>
            <a:off x="302725" y="571800"/>
            <a:ext cx="6763500" cy="20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TABLE OF 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4"/>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Personal Place</a:t>
            </a:r>
            <a:endParaRPr sz="600">
              <a:solidFill>
                <a:schemeClr val="dk1"/>
              </a:solidFill>
              <a:latin typeface="Roboto Mono"/>
              <a:ea typeface="Roboto Mono"/>
              <a:cs typeface="Roboto Mono"/>
              <a:sym typeface="Roboto Mono"/>
            </a:endParaRPr>
          </a:p>
        </p:txBody>
      </p:sp>
      <p:sp>
        <p:nvSpPr>
          <p:cNvPr id="296" name="Google Shape;296;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sp>
        <p:nvSpPr>
          <p:cNvPr id="297" name="Google Shape;297;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a:t>
            </a: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graphicFrame>
        <p:nvGraphicFramePr>
          <p:cNvPr id="298" name="Google Shape;298;p44"/>
          <p:cNvGraphicFramePr/>
          <p:nvPr/>
        </p:nvGraphicFramePr>
        <p:xfrm>
          <a:off x="226500" y="600552"/>
          <a:ext cx="3000000" cy="3000000"/>
        </p:xfrm>
        <a:graphic>
          <a:graphicData uri="http://schemas.openxmlformats.org/drawingml/2006/table">
            <a:tbl>
              <a:tblPr>
                <a:noFill/>
                <a:tableStyleId>{30F6012D-F477-4E44-B335-F2C84F9A738E}</a:tableStyleId>
              </a:tblPr>
              <a:tblGrid>
                <a:gridCol w="2227325"/>
                <a:gridCol w="4375625"/>
                <a:gridCol w="2085900"/>
              </a:tblGrid>
              <a:tr h="4352325">
                <a:tc>
                  <a:txBody>
                    <a:bodyPr/>
                    <a:lstStyle/>
                    <a:p>
                      <a:pPr indent="0" lvl="0" marL="0" rtl="0" algn="l">
                        <a:spcBef>
                          <a:spcPts val="0"/>
                        </a:spcBef>
                        <a:spcAft>
                          <a:spcPts val="0"/>
                        </a:spcAft>
                        <a:buNone/>
                      </a:pPr>
                      <a:r>
                        <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t/>
                      </a:r>
                      <a:endParaRPr sz="12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t/>
                      </a:r>
                      <a:endParaRPr sz="1200">
                        <a:solidFill>
                          <a:schemeClr val="dk1"/>
                        </a:solidFill>
                        <a:latin typeface="Inter Medium"/>
                        <a:ea typeface="Inter Medium"/>
                        <a:cs typeface="Inter Medium"/>
                        <a:sym typeface="Inter Medium"/>
                      </a:endParaRPr>
                    </a:p>
                    <a:p>
                      <a:pPr indent="0" lvl="0" marL="0" rtl="0" algn="just">
                        <a:lnSpc>
                          <a:spcPct val="115000"/>
                        </a:lnSpc>
                        <a:spcBef>
                          <a:spcPts val="1200"/>
                        </a:spcBef>
                        <a:spcAft>
                          <a:spcPts val="1200"/>
                        </a:spcAft>
                        <a:buNone/>
                      </a:pPr>
                      <a:r>
                        <a:rPr lang="en" sz="1200">
                          <a:solidFill>
                            <a:schemeClr val="dk1"/>
                          </a:solidFill>
                          <a:latin typeface="Inter Medium"/>
                          <a:ea typeface="Inter Medium"/>
                          <a:cs typeface="Inter Medium"/>
                          <a:sym typeface="Inter Medium"/>
                        </a:rPr>
                        <a:t>One place that holds many memories for me is Northbrook Park, which is near my house. When I was little, I would go there almost every day with my grandparents. I loved running around and playing outside, especially on sunny days when I could feel the warmth of the sun. My sister and I would also spend time on the playground together. Sometimes I would fall while playing, but we would always laugh about it and continue having fun. This park is special to me because it reminds me of my childhood and the time I spent with my family.</a:t>
                      </a:r>
                      <a:endParaRPr sz="9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pic>
        <p:nvPicPr>
          <p:cNvPr id="299" name="Google Shape;299;p44"/>
          <p:cNvPicPr preferRelativeResize="0"/>
          <p:nvPr/>
        </p:nvPicPr>
        <p:blipFill>
          <a:blip r:embed="rId3">
            <a:alphaModFix/>
          </a:blip>
          <a:stretch>
            <a:fillRect/>
          </a:stretch>
        </p:blipFill>
        <p:spPr>
          <a:xfrm>
            <a:off x="226525" y="1514994"/>
            <a:ext cx="2227325" cy="1908413"/>
          </a:xfrm>
          <a:prstGeom prst="rect">
            <a:avLst/>
          </a:prstGeom>
          <a:noFill/>
          <a:ln>
            <a:noFill/>
          </a:ln>
        </p:spPr>
      </p:pic>
      <p:pic>
        <p:nvPicPr>
          <p:cNvPr id="300" name="Google Shape;300;p44"/>
          <p:cNvPicPr preferRelativeResize="0"/>
          <p:nvPr/>
        </p:nvPicPr>
        <p:blipFill>
          <a:blip r:embed="rId4">
            <a:alphaModFix/>
          </a:blip>
          <a:stretch>
            <a:fillRect/>
          </a:stretch>
        </p:blipFill>
        <p:spPr>
          <a:xfrm>
            <a:off x="6829450" y="1575574"/>
            <a:ext cx="2085900" cy="178724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5"/>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Community Place</a:t>
            </a:r>
            <a:endParaRPr sz="600">
              <a:solidFill>
                <a:schemeClr val="dk1"/>
              </a:solidFill>
              <a:latin typeface="Roboto Mono"/>
              <a:ea typeface="Roboto Mono"/>
              <a:cs typeface="Roboto Mono"/>
              <a:sym typeface="Roboto Mono"/>
            </a:endParaRPr>
          </a:p>
        </p:txBody>
      </p:sp>
      <p:sp>
        <p:nvSpPr>
          <p:cNvPr id="306" name="Google Shape;306;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07" name="Google Shape;307;p45"/>
          <p:cNvGraphicFramePr/>
          <p:nvPr/>
        </p:nvGraphicFramePr>
        <p:xfrm>
          <a:off x="226500" y="600552"/>
          <a:ext cx="3000000" cy="3000000"/>
        </p:xfrm>
        <a:graphic>
          <a:graphicData uri="http://schemas.openxmlformats.org/drawingml/2006/table">
            <a:tbl>
              <a:tblPr>
                <a:noFill/>
                <a:tableStyleId>{30F6012D-F477-4E44-B335-F2C84F9A738E}</a:tableStyleId>
              </a:tblPr>
              <a:tblGrid>
                <a:gridCol w="2227325"/>
                <a:gridCol w="4375625"/>
                <a:gridCol w="2085900"/>
              </a:tblGrid>
              <a:tr h="4352325">
                <a:tc>
                  <a:txBody>
                    <a:bodyPr/>
                    <a:lstStyle/>
                    <a:p>
                      <a:pPr indent="0" lvl="0" marL="0" rtl="0" algn="l">
                        <a:spcBef>
                          <a:spcPts val="0"/>
                        </a:spcBef>
                        <a:spcAft>
                          <a:spcPts val="0"/>
                        </a:spcAft>
                        <a:buNone/>
                      </a:pPr>
                      <a:r>
                        <a:t/>
                      </a:r>
                      <a:endParaRPr>
                        <a:latin typeface="Inter Medium"/>
                        <a:ea typeface="Inter Medium"/>
                        <a:cs typeface="Inter Medium"/>
                        <a:sym typeface="Inter Medium"/>
                      </a:endParaRPr>
                    </a:p>
                  </a:txBody>
                  <a:tcPr marT="91425" marB="91425" marR="91425" marL="91425"/>
                </a:tc>
                <a:tc>
                  <a:txBody>
                    <a:bodyPr/>
                    <a:lstStyle/>
                    <a:p>
                      <a:pPr indent="0" lvl="0" marL="0" rtl="0" algn="just">
                        <a:lnSpc>
                          <a:spcPct val="115000"/>
                        </a:lnSpc>
                        <a:spcBef>
                          <a:spcPts val="1200"/>
                        </a:spcBef>
                        <a:spcAft>
                          <a:spcPts val="0"/>
                        </a:spcAft>
                        <a:buNone/>
                      </a:pPr>
                      <a:r>
                        <a:t/>
                      </a:r>
                      <a:endParaRPr sz="1200">
                        <a:solidFill>
                          <a:schemeClr val="dk1"/>
                        </a:solidFill>
                        <a:latin typeface="Inter Medium"/>
                        <a:ea typeface="Inter Medium"/>
                        <a:cs typeface="Inter Medium"/>
                        <a:sym typeface="Inter Medium"/>
                      </a:endParaRPr>
                    </a:p>
                    <a:p>
                      <a:pPr indent="0" lvl="0" marL="0" rtl="0" algn="just">
                        <a:lnSpc>
                          <a:spcPct val="115000"/>
                        </a:lnSpc>
                        <a:spcBef>
                          <a:spcPts val="1200"/>
                        </a:spcBef>
                        <a:spcAft>
                          <a:spcPts val="0"/>
                        </a:spcAft>
                        <a:buNone/>
                      </a:pPr>
                      <a:r>
                        <a:t/>
                      </a:r>
                      <a:endParaRPr sz="1200">
                        <a:solidFill>
                          <a:schemeClr val="dk1"/>
                        </a:solidFill>
                        <a:latin typeface="Inter Medium"/>
                        <a:ea typeface="Inter Medium"/>
                        <a:cs typeface="Inter Medium"/>
                        <a:sym typeface="Inter Medium"/>
                      </a:endParaRPr>
                    </a:p>
                    <a:p>
                      <a:pPr indent="0" lvl="0" marL="0" rtl="0" algn="just">
                        <a:lnSpc>
                          <a:spcPct val="115000"/>
                        </a:lnSpc>
                        <a:spcBef>
                          <a:spcPts val="1200"/>
                        </a:spcBef>
                        <a:spcAft>
                          <a:spcPts val="0"/>
                        </a:spcAft>
                        <a:buNone/>
                      </a:pPr>
                      <a:r>
                        <a:t/>
                      </a:r>
                      <a:endParaRPr sz="1200">
                        <a:solidFill>
                          <a:schemeClr val="dk1"/>
                        </a:solidFill>
                        <a:latin typeface="Inter Medium"/>
                        <a:ea typeface="Inter Medium"/>
                        <a:cs typeface="Inter Medium"/>
                        <a:sym typeface="Inter Medium"/>
                      </a:endParaRPr>
                    </a:p>
                    <a:p>
                      <a:pPr indent="0" lvl="0" marL="0" rtl="0" algn="just">
                        <a:lnSpc>
                          <a:spcPct val="115000"/>
                        </a:lnSpc>
                        <a:spcBef>
                          <a:spcPts val="1200"/>
                        </a:spcBef>
                        <a:spcAft>
                          <a:spcPts val="1200"/>
                        </a:spcAft>
                        <a:buNone/>
                      </a:pPr>
                      <a:r>
                        <a:rPr lang="en" sz="1200">
                          <a:solidFill>
                            <a:schemeClr val="dk1"/>
                          </a:solidFill>
                          <a:latin typeface="Inter Medium"/>
                          <a:ea typeface="Inter Medium"/>
                          <a:cs typeface="Inter Medium"/>
                          <a:sym typeface="Inter Medium"/>
                        </a:rPr>
                        <a:t>There is a place in Dartmouth called Pottery &amp; Co. that I really enjoy visiting. Whenever I have free time, I like going there with my friends because we can paint pottery, talk, and relax together. One of the first times I went, I accidentally chose the wrong type of cup and used the wrong type of paint. I thought it did not look very good at first, but I decided to make another one. The second one turned out really well and I was proud of how it looked. The place is also very cute and peaceful, and there is a small bakery where you can enjoy a matcha while painting your pottery.</a:t>
                      </a:r>
                      <a:endParaRPr sz="12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t/>
                      </a:r>
                      <a:endParaRPr>
                        <a:latin typeface="Inter Medium"/>
                        <a:ea typeface="Inter Medium"/>
                        <a:cs typeface="Inter Medium"/>
                        <a:sym typeface="Inter Medium"/>
                      </a:endParaRPr>
                    </a:p>
                  </a:txBody>
                  <a:tcPr marT="91425" marB="91425" marR="91425" marL="91425"/>
                </a:tc>
              </a:tr>
            </a:tbl>
          </a:graphicData>
        </a:graphic>
      </p:graphicFrame>
      <p:sp>
        <p:nvSpPr>
          <p:cNvPr id="308" name="Google Shape;308;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09" name="Google Shape;309;p45"/>
          <p:cNvPicPr preferRelativeResize="0"/>
          <p:nvPr/>
        </p:nvPicPr>
        <p:blipFill>
          <a:blip r:embed="rId3">
            <a:alphaModFix/>
          </a:blip>
          <a:stretch>
            <a:fillRect/>
          </a:stretch>
        </p:blipFill>
        <p:spPr>
          <a:xfrm>
            <a:off x="226500" y="1761725"/>
            <a:ext cx="2227300" cy="1620042"/>
          </a:xfrm>
          <a:prstGeom prst="rect">
            <a:avLst/>
          </a:prstGeom>
          <a:noFill/>
          <a:ln>
            <a:noFill/>
          </a:ln>
        </p:spPr>
      </p:pic>
      <p:pic>
        <p:nvPicPr>
          <p:cNvPr id="310" name="Google Shape;310;p45"/>
          <p:cNvPicPr preferRelativeResize="0"/>
          <p:nvPr/>
        </p:nvPicPr>
        <p:blipFill>
          <a:blip r:embed="rId4">
            <a:alphaModFix/>
          </a:blip>
          <a:stretch>
            <a:fillRect/>
          </a:stretch>
        </p:blipFill>
        <p:spPr>
          <a:xfrm>
            <a:off x="6829449" y="3615750"/>
            <a:ext cx="2085899" cy="1337124"/>
          </a:xfrm>
          <a:prstGeom prst="rect">
            <a:avLst/>
          </a:prstGeom>
          <a:noFill/>
          <a:ln>
            <a:noFill/>
          </a:ln>
        </p:spPr>
      </p:pic>
      <p:pic>
        <p:nvPicPr>
          <p:cNvPr id="311" name="Google Shape;311;p45"/>
          <p:cNvPicPr preferRelativeResize="0"/>
          <p:nvPr/>
        </p:nvPicPr>
        <p:blipFill>
          <a:blip r:embed="rId5">
            <a:alphaModFix/>
          </a:blip>
          <a:stretch>
            <a:fillRect/>
          </a:stretch>
        </p:blipFill>
        <p:spPr>
          <a:xfrm>
            <a:off x="6829450" y="600560"/>
            <a:ext cx="2085899" cy="268311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6"/>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Global Place</a:t>
            </a:r>
            <a:endParaRPr sz="600">
              <a:solidFill>
                <a:schemeClr val="dk1"/>
              </a:solidFill>
              <a:latin typeface="Roboto Mono"/>
              <a:ea typeface="Roboto Mono"/>
              <a:cs typeface="Roboto Mono"/>
              <a:sym typeface="Roboto Mono"/>
            </a:endParaRPr>
          </a:p>
        </p:txBody>
      </p:sp>
      <p:sp>
        <p:nvSpPr>
          <p:cNvPr id="317" name="Google Shape;317;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18" name="Google Shape;318;p46"/>
          <p:cNvGraphicFramePr/>
          <p:nvPr/>
        </p:nvGraphicFramePr>
        <p:xfrm>
          <a:off x="226500" y="600552"/>
          <a:ext cx="3000000" cy="3000000"/>
        </p:xfrm>
        <a:graphic>
          <a:graphicData uri="http://schemas.openxmlformats.org/drawingml/2006/table">
            <a:tbl>
              <a:tblPr>
                <a:noFill/>
                <a:tableStyleId>{30F6012D-F477-4E44-B335-F2C84F9A738E}</a:tableStyleId>
              </a:tblPr>
              <a:tblGrid>
                <a:gridCol w="2227325"/>
                <a:gridCol w="4375625"/>
                <a:gridCol w="2085900"/>
              </a:tblGrid>
              <a:tr h="4352325">
                <a:tc>
                  <a:txBody>
                    <a:bodyPr/>
                    <a:lstStyle/>
                    <a:p>
                      <a:pPr indent="0" lvl="0" marL="0" rtl="0" algn="l">
                        <a:spcBef>
                          <a:spcPts val="0"/>
                        </a:spcBef>
                        <a:spcAft>
                          <a:spcPts val="0"/>
                        </a:spcAft>
                        <a:buNone/>
                      </a:pPr>
                      <a:r>
                        <a:t/>
                      </a:r>
                      <a:endParaRPr sz="1200">
                        <a:latin typeface="Inter"/>
                        <a:ea typeface="Inter"/>
                        <a:cs typeface="Inter"/>
                        <a:sym typeface="Inter"/>
                      </a:endParaRPr>
                    </a:p>
                  </a:txBody>
                  <a:tcPr marT="91425" marB="91425" marR="91425" marL="91425"/>
                </a:tc>
                <a:tc>
                  <a:txBody>
                    <a:bodyPr/>
                    <a:lstStyle/>
                    <a:p>
                      <a:pPr indent="0" lvl="0" marL="0" rtl="0" algn="l">
                        <a:lnSpc>
                          <a:spcPct val="115000"/>
                        </a:lnSpc>
                        <a:spcBef>
                          <a:spcPts val="1200"/>
                        </a:spcBef>
                        <a:spcAft>
                          <a:spcPts val="0"/>
                        </a:spcAft>
                        <a:buClr>
                          <a:schemeClr val="dk1"/>
                        </a:buClr>
                        <a:buSzPts val="1100"/>
                        <a:buFont typeface="Arial"/>
                        <a:buNone/>
                      </a:pPr>
                      <a:r>
                        <a:t/>
                      </a:r>
                      <a:endParaRPr sz="1200">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t/>
                      </a:r>
                      <a:endParaRPr sz="1200">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t/>
                      </a:r>
                      <a:endParaRPr sz="1200">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lang="en" sz="1200">
                          <a:latin typeface="Inter"/>
                          <a:ea typeface="Inter"/>
                          <a:cs typeface="Inter"/>
                          <a:sym typeface="Inter"/>
                        </a:rPr>
                        <a:t>My family history is connected to China because both of my parents were born there and immigrated to Canada about thirty years ago. Two important traditions that have been passed down in my family are Buddhism and Chinese New Year. During Chinese New Year, we prepare lots of delicious food and invite our family and friends over to celebrate together. One of my favourite foods to have during this celebration is mooncakes because they are really good. These traditions are important to me because they help me stay connected to my family’s culture and history.</a:t>
                      </a:r>
                      <a:endParaRPr sz="12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t/>
                      </a:r>
                      <a:endParaRPr sz="1200">
                        <a:latin typeface="Inter"/>
                        <a:ea typeface="Inter"/>
                        <a:cs typeface="Inter"/>
                        <a:sym typeface="Inter"/>
                      </a:endParaRPr>
                    </a:p>
                  </a:txBody>
                  <a:tcPr marT="91425" marB="91425" marR="91425" marL="91425"/>
                </a:tc>
              </a:tr>
            </a:tbl>
          </a:graphicData>
        </a:graphic>
      </p:graphicFrame>
      <p:sp>
        <p:nvSpPr>
          <p:cNvPr id="319" name="Google Shape;319;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20" name="Google Shape;320;p46"/>
          <p:cNvPicPr preferRelativeResize="0"/>
          <p:nvPr/>
        </p:nvPicPr>
        <p:blipFill>
          <a:blip r:embed="rId3">
            <a:alphaModFix/>
          </a:blip>
          <a:stretch>
            <a:fillRect/>
          </a:stretch>
        </p:blipFill>
        <p:spPr>
          <a:xfrm>
            <a:off x="226500" y="1781941"/>
            <a:ext cx="2227300" cy="1579620"/>
          </a:xfrm>
          <a:prstGeom prst="rect">
            <a:avLst/>
          </a:prstGeom>
          <a:noFill/>
          <a:ln>
            <a:noFill/>
          </a:ln>
        </p:spPr>
      </p:pic>
      <p:pic>
        <p:nvPicPr>
          <p:cNvPr id="321" name="Google Shape;321;p46"/>
          <p:cNvPicPr preferRelativeResize="0"/>
          <p:nvPr/>
        </p:nvPicPr>
        <p:blipFill>
          <a:blip r:embed="rId4">
            <a:alphaModFix/>
          </a:blip>
          <a:stretch>
            <a:fillRect/>
          </a:stretch>
        </p:blipFill>
        <p:spPr>
          <a:xfrm>
            <a:off x="6829450" y="1876449"/>
            <a:ext cx="2085899" cy="1579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7"/>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27" name="Google Shape;327;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28" name="Google Shape;328;p47"/>
          <p:cNvGraphicFramePr/>
          <p:nvPr/>
        </p:nvGraphicFramePr>
        <p:xfrm>
          <a:off x="226500" y="600552"/>
          <a:ext cx="3000000" cy="3000000"/>
        </p:xfrm>
        <a:graphic>
          <a:graphicData uri="http://schemas.openxmlformats.org/drawingml/2006/table">
            <a:tbl>
              <a:tblPr>
                <a:noFill/>
                <a:tableStyleId>{30F6012D-F477-4E44-B335-F2C84F9A738E}</a:tableStyleId>
              </a:tblPr>
              <a:tblGrid>
                <a:gridCol w="2227325"/>
                <a:gridCol w="4375625"/>
                <a:gridCol w="2085900"/>
              </a:tblGrid>
              <a:tr h="4352325">
                <a:tc>
                  <a:txBody>
                    <a:bodyPr/>
                    <a:lstStyle/>
                    <a:p>
                      <a:pPr indent="0" lvl="0" marL="0" rtl="0" algn="just">
                        <a:spcBef>
                          <a:spcPts val="0"/>
                        </a:spcBef>
                        <a:spcAft>
                          <a:spcPts val="0"/>
                        </a:spcAft>
                        <a:buNone/>
                      </a:pPr>
                      <a:r>
                        <a:t/>
                      </a:r>
                      <a:endParaRPr>
                        <a:latin typeface="Inter Medium"/>
                        <a:ea typeface="Inter Medium"/>
                        <a:cs typeface="Inter Medium"/>
                        <a:sym typeface="Inter Medium"/>
                      </a:endParaRPr>
                    </a:p>
                  </a:txBody>
                  <a:tcPr marT="91425" marB="91425" marR="91425" marL="91425"/>
                </a:tc>
                <a:tc>
                  <a:txBody>
                    <a:bodyPr/>
                    <a:lstStyle/>
                    <a:p>
                      <a:pPr indent="0" lvl="0" marL="0" rtl="0" algn="just">
                        <a:lnSpc>
                          <a:spcPct val="115000"/>
                        </a:lnSpc>
                        <a:spcBef>
                          <a:spcPts val="1200"/>
                        </a:spcBef>
                        <a:spcAft>
                          <a:spcPts val="0"/>
                        </a:spcAft>
                        <a:buNone/>
                      </a:pPr>
                      <a:r>
                        <a:t/>
                      </a:r>
                      <a:endParaRPr sz="1200">
                        <a:solidFill>
                          <a:schemeClr val="dk1"/>
                        </a:solidFill>
                        <a:latin typeface="Inter Medium"/>
                        <a:ea typeface="Inter Medium"/>
                        <a:cs typeface="Inter Medium"/>
                        <a:sym typeface="Inter Medium"/>
                      </a:endParaRPr>
                    </a:p>
                    <a:p>
                      <a:pPr indent="0" lvl="0" marL="0" rtl="0" algn="just">
                        <a:lnSpc>
                          <a:spcPct val="115000"/>
                        </a:lnSpc>
                        <a:spcBef>
                          <a:spcPts val="1200"/>
                        </a:spcBef>
                        <a:spcAft>
                          <a:spcPts val="0"/>
                        </a:spcAft>
                        <a:buNone/>
                      </a:pPr>
                      <a:r>
                        <a:t/>
                      </a:r>
                      <a:endParaRPr sz="1200">
                        <a:solidFill>
                          <a:schemeClr val="dk1"/>
                        </a:solidFill>
                        <a:latin typeface="Inter Medium"/>
                        <a:ea typeface="Inter Medium"/>
                        <a:cs typeface="Inter Medium"/>
                        <a:sym typeface="Inter Medium"/>
                      </a:endParaRPr>
                    </a:p>
                    <a:p>
                      <a:pPr indent="0" lvl="0" marL="0" rtl="0" algn="just">
                        <a:lnSpc>
                          <a:spcPct val="115000"/>
                        </a:lnSpc>
                        <a:spcBef>
                          <a:spcPts val="1200"/>
                        </a:spcBef>
                        <a:spcAft>
                          <a:spcPts val="0"/>
                        </a:spcAft>
                        <a:buNone/>
                      </a:pPr>
                      <a:r>
                        <a:t/>
                      </a:r>
                      <a:endParaRPr sz="1200">
                        <a:solidFill>
                          <a:schemeClr val="dk1"/>
                        </a:solidFill>
                        <a:latin typeface="Inter Medium"/>
                        <a:ea typeface="Inter Medium"/>
                        <a:cs typeface="Inter Medium"/>
                        <a:sym typeface="Inter Medium"/>
                      </a:endParaRPr>
                    </a:p>
                    <a:p>
                      <a:pPr indent="0" lvl="0" marL="0" rtl="0" algn="just">
                        <a:lnSpc>
                          <a:spcPct val="115000"/>
                        </a:lnSpc>
                        <a:spcBef>
                          <a:spcPts val="1200"/>
                        </a:spcBef>
                        <a:spcAft>
                          <a:spcPts val="0"/>
                        </a:spcAft>
                        <a:buNone/>
                      </a:pPr>
                      <a:r>
                        <a:t/>
                      </a:r>
                      <a:endParaRPr sz="1200">
                        <a:solidFill>
                          <a:schemeClr val="dk1"/>
                        </a:solidFill>
                        <a:latin typeface="Inter Medium"/>
                        <a:ea typeface="Inter Medium"/>
                        <a:cs typeface="Inter Medium"/>
                        <a:sym typeface="Inter Medium"/>
                      </a:endParaRPr>
                    </a:p>
                    <a:p>
                      <a:pPr indent="0" lvl="0" marL="0" rtl="0" algn="just">
                        <a:lnSpc>
                          <a:spcPct val="115000"/>
                        </a:lnSpc>
                        <a:spcBef>
                          <a:spcPts val="1200"/>
                        </a:spcBef>
                        <a:spcAft>
                          <a:spcPts val="1200"/>
                        </a:spcAft>
                        <a:buNone/>
                      </a:pPr>
                      <a:r>
                        <a:rPr lang="en" sz="1200">
                          <a:solidFill>
                            <a:schemeClr val="dk1"/>
                          </a:solidFill>
                          <a:latin typeface="Inter Medium"/>
                          <a:ea typeface="Inter Medium"/>
                          <a:cs typeface="Inter Medium"/>
                          <a:sym typeface="Inter Medium"/>
                        </a:rPr>
                        <a:t>A place I would love to visit in the future is Bora Bora. The views there look so beautiful and amazing, and I would love to experience them in person. The water is so clear and blue, and it looks like the perfect place to swim and relax. I also think staying there would be an amazing experience because it looks peaceful, luxurious, and beautiful.</a:t>
                      </a:r>
                      <a:endParaRPr sz="12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just">
                        <a:spcBef>
                          <a:spcPts val="0"/>
                        </a:spcBef>
                        <a:spcAft>
                          <a:spcPts val="0"/>
                        </a:spcAft>
                        <a:buNone/>
                      </a:pPr>
                      <a:r>
                        <a:t/>
                      </a:r>
                      <a:endParaRPr>
                        <a:latin typeface="Inter Medium"/>
                        <a:ea typeface="Inter Medium"/>
                        <a:cs typeface="Inter Medium"/>
                        <a:sym typeface="Inter Medium"/>
                      </a:endParaRPr>
                    </a:p>
                  </a:txBody>
                  <a:tcPr marT="91425" marB="91425" marR="91425" marL="91425"/>
                </a:tc>
              </a:tr>
            </a:tbl>
          </a:graphicData>
        </a:graphic>
      </p:graphicFrame>
      <p:sp>
        <p:nvSpPr>
          <p:cNvPr id="329" name="Google Shape;329;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30" name="Google Shape;330;p47"/>
          <p:cNvPicPr preferRelativeResize="0"/>
          <p:nvPr/>
        </p:nvPicPr>
        <p:blipFill>
          <a:blip r:embed="rId3">
            <a:alphaModFix/>
          </a:blip>
          <a:stretch>
            <a:fillRect/>
          </a:stretch>
        </p:blipFill>
        <p:spPr>
          <a:xfrm>
            <a:off x="226521" y="1996931"/>
            <a:ext cx="2227311" cy="1802790"/>
          </a:xfrm>
          <a:prstGeom prst="rect">
            <a:avLst/>
          </a:prstGeom>
          <a:noFill/>
          <a:ln>
            <a:noFill/>
          </a:ln>
        </p:spPr>
      </p:pic>
      <p:sp>
        <p:nvSpPr>
          <p:cNvPr id="331" name="Google Shape;331;p47"/>
          <p:cNvSpPr txBox="1"/>
          <p:nvPr/>
        </p:nvSpPr>
        <p:spPr>
          <a:xfrm>
            <a:off x="2251722" y="-299425"/>
            <a:ext cx="9144000" cy="46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Inter"/>
              <a:ea typeface="Inter"/>
              <a:cs typeface="Inter"/>
              <a:sym typeface="Inter"/>
            </a:endParaRPr>
          </a:p>
        </p:txBody>
      </p:sp>
      <p:pic>
        <p:nvPicPr>
          <p:cNvPr id="332" name="Google Shape;332;p47"/>
          <p:cNvPicPr preferRelativeResize="0"/>
          <p:nvPr/>
        </p:nvPicPr>
        <p:blipFill>
          <a:blip r:embed="rId4">
            <a:alphaModFix/>
          </a:blip>
          <a:stretch>
            <a:fillRect/>
          </a:stretch>
        </p:blipFill>
        <p:spPr>
          <a:xfrm>
            <a:off x="6829450" y="1253074"/>
            <a:ext cx="1909724" cy="1520225"/>
          </a:xfrm>
          <a:prstGeom prst="rect">
            <a:avLst/>
          </a:prstGeom>
          <a:noFill/>
          <a:ln>
            <a:noFill/>
          </a:ln>
        </p:spPr>
      </p:pic>
      <p:pic>
        <p:nvPicPr>
          <p:cNvPr id="333" name="Google Shape;333;p47"/>
          <p:cNvPicPr preferRelativeResize="0"/>
          <p:nvPr/>
        </p:nvPicPr>
        <p:blipFill>
          <a:blip r:embed="rId5">
            <a:alphaModFix/>
          </a:blip>
          <a:stretch>
            <a:fillRect/>
          </a:stretch>
        </p:blipFill>
        <p:spPr>
          <a:xfrm flipH="1">
            <a:off x="6829451" y="2773300"/>
            <a:ext cx="1909724" cy="1802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8"/>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39" name="Google Shape;339;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40" name="Google Shape;340;p48"/>
          <p:cNvGraphicFramePr/>
          <p:nvPr/>
        </p:nvGraphicFramePr>
        <p:xfrm>
          <a:off x="226500" y="600552"/>
          <a:ext cx="3000000" cy="3000000"/>
        </p:xfrm>
        <a:graphic>
          <a:graphicData uri="http://schemas.openxmlformats.org/drawingml/2006/table">
            <a:tbl>
              <a:tblPr>
                <a:noFill/>
                <a:tableStyleId>{30F6012D-F477-4E44-B335-F2C84F9A738E}</a:tableStyleId>
              </a:tblPr>
              <a:tblGrid>
                <a:gridCol w="2227325"/>
                <a:gridCol w="3466625"/>
                <a:gridCol w="2994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Dancing queen</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just">
                        <a:lnSpc>
                          <a:spcPct val="115000"/>
                        </a:lnSpc>
                        <a:spcBef>
                          <a:spcPts val="1200"/>
                        </a:spcBef>
                        <a:spcAft>
                          <a:spcPts val="1200"/>
                        </a:spcAft>
                        <a:buNone/>
                      </a:pPr>
                      <a:r>
                        <a:rPr lang="en" sz="1000">
                          <a:solidFill>
                            <a:schemeClr val="dk1"/>
                          </a:solidFill>
                          <a:latin typeface="Inter Medium"/>
                          <a:ea typeface="Inter Medium"/>
                          <a:cs typeface="Inter Medium"/>
                          <a:sym typeface="Inter Medium"/>
                        </a:rPr>
                        <a:t>The story behind this song reminds me of when I was little and went on my first cruise ship. It was one of the best trips I have ever been on, and I made so many great memories. One memory I remember the most was going to a performance on the ship and watching someone sing and dance to this song. I was completely mesmerized by the performance. It became one of my favourite songs for a long time, and I still sometimes play it in my room because it brings back so many happy memories.</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Clr>
                          <a:schemeClr val="dk1"/>
                        </a:buClr>
                        <a:buSzPts val="1100"/>
                        <a:buFont typeface="Arial"/>
                        <a:buNone/>
                      </a:pPr>
                      <a:r>
                        <a:rPr lang="en" sz="1100" u="sng">
                          <a:solidFill>
                            <a:schemeClr val="hlink"/>
                          </a:solidFill>
                          <a:latin typeface="Inter"/>
                          <a:ea typeface="Inter"/>
                          <a:cs typeface="Inter"/>
                          <a:sym typeface="Inter"/>
                          <a:hlinkClick r:id="rId3"/>
                        </a:rPr>
                        <a:t>https://youtu.be/xFrGuyw1V8s?si=CXRIZLOyZ3Qq__BM</a:t>
                      </a: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lang="en" sz="1100">
                          <a:solidFill>
                            <a:schemeClr val="dk1"/>
                          </a:solidFill>
                          <a:latin typeface="Inter"/>
                          <a:ea typeface="Inter"/>
                          <a:cs typeface="Inter"/>
                          <a:sym typeface="Inter"/>
                        </a:rPr>
                        <a:t> </a:t>
                      </a:r>
                      <a:endParaRPr>
                        <a:latin typeface="Inter Medium"/>
                        <a:ea typeface="Inter Medium"/>
                        <a:cs typeface="Inter Medium"/>
                        <a:sym typeface="Inter Medium"/>
                      </a:endParaRPr>
                    </a:p>
                  </a:txBody>
                  <a:tcPr marT="91425" marB="91425" marR="91425" marL="91425"/>
                </a:tc>
              </a:tr>
            </a:tbl>
          </a:graphicData>
        </a:graphic>
      </p:graphicFrame>
      <p:sp>
        <p:nvSpPr>
          <p:cNvPr id="341" name="Google Shape;341;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9"/>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roduct / Service Offering Overview #2">
  <a:themeElements>
    <a:clrScheme name="Simple Light">
      <a:dk1>
        <a:srgbClr val="000000"/>
      </a:dk1>
      <a:lt1>
        <a:srgbClr val="E2DFD2"/>
      </a:lt1>
      <a:dk2>
        <a:srgbClr val="FFFCE9"/>
      </a:dk2>
      <a:lt2>
        <a:srgbClr val="C9C3A7"/>
      </a:lt2>
      <a:accent1>
        <a:srgbClr val="FFEDCF"/>
      </a:accent1>
      <a:accent2>
        <a:srgbClr val="595959"/>
      </a:accent2>
      <a:accent3>
        <a:srgbClr val="D56F3E"/>
      </a:accent3>
      <a:accent4>
        <a:srgbClr val="FF7D00"/>
      </a:accent4>
      <a:accent5>
        <a:srgbClr val="78290F"/>
      </a:accent5>
      <a:accent6>
        <a:srgbClr val="D05353"/>
      </a:accent6>
      <a:hlink>
        <a:srgbClr val="DF29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