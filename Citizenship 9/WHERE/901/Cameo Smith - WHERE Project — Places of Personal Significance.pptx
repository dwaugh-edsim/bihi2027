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8c5fbac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a8c5fbac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a8c5fbac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a8c5fbac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a8c5fbac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a8c5fbac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a8c5fbac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a8c5fbac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a8c5fbac4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a8c5fbac4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Z4A9ZZo_rA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cameo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my personal location I choose lake banook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Because even though I </a:t>
            </a:r>
            <a:r>
              <a:rPr lang="en"/>
              <a:t>don't</a:t>
            </a:r>
            <a:r>
              <a:rPr lang="en"/>
              <a:t> actually paddle there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</a:t>
            </a:r>
            <a:r>
              <a:rPr lang="en"/>
              <a:t>spend</a:t>
            </a:r>
            <a:r>
              <a:rPr lang="en"/>
              <a:t> </a:t>
            </a:r>
            <a:r>
              <a:rPr lang="en"/>
              <a:t>a lot</a:t>
            </a:r>
            <a:r>
              <a:rPr lang="en"/>
              <a:t> of time there </a:t>
            </a:r>
            <a:r>
              <a:rPr lang="en"/>
              <a:t>every summer</a:t>
            </a:r>
            <a:r>
              <a:rPr lang="en"/>
              <a:t>. </a:t>
            </a:r>
            <a:r>
              <a:rPr lang="en"/>
              <a:t>It's</a:t>
            </a:r>
            <a:r>
              <a:rPr lang="en"/>
              <a:t> a great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Place to go with friends, family or meet new people.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</a:t>
            </a:r>
            <a:r>
              <a:rPr lang="en"/>
              <a:t>love</a:t>
            </a:r>
            <a:r>
              <a:rPr lang="en"/>
              <a:t> walking around, going swimming and taking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Pictures overall </a:t>
            </a:r>
            <a:r>
              <a:rPr lang="en"/>
              <a:t>it's</a:t>
            </a:r>
            <a:r>
              <a:rPr lang="en"/>
              <a:t> a great place and one of my favorites. </a:t>
            </a:r>
            <a:endParaRPr/>
          </a:p>
        </p:txBody>
      </p:sp>
      <p:pic>
        <p:nvPicPr>
          <p:cNvPr id="62" name="Google Shape;62;p14" title="Screenshot 2026-09-10 9.24.05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1950" y="1017725"/>
            <a:ext cx="28194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my community location I choose sportsplex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Because I go there alot after school and with friends.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love going tere because theres so much stuff to 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 you never get bored. My favoritr is when they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Have open gym because you can do whatever you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Want and i usually play volleyball or basketball. Overall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Its a great place and very fun.</a:t>
            </a:r>
            <a:endParaRPr/>
          </a:p>
        </p:txBody>
      </p:sp>
      <p:pic>
        <p:nvPicPr>
          <p:cNvPr id="69" name="Google Shape;69;p15" title="Screenshot 2026-09-10 9.30.10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6125" y="1152475"/>
            <a:ext cx="28194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choose pei because </a:t>
            </a:r>
            <a:r>
              <a:rPr lang="en"/>
              <a:t>it's</a:t>
            </a:r>
            <a:r>
              <a:rPr lang="en"/>
              <a:t> a big part of my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Family, we have a cottage there so we go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Down </a:t>
            </a:r>
            <a:r>
              <a:rPr lang="en"/>
              <a:t>every summer</a:t>
            </a:r>
            <a:r>
              <a:rPr lang="en"/>
              <a:t>. I love going there and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Seeing all of my family because its super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Fun. My favorite thing to do is go to the water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ark . </a:t>
            </a:r>
            <a:r>
              <a:rPr lang="en"/>
              <a:t>I've</a:t>
            </a:r>
            <a:r>
              <a:rPr lang="en"/>
              <a:t> </a:t>
            </a:r>
            <a:r>
              <a:rPr lang="en"/>
              <a:t>been</a:t>
            </a:r>
            <a:r>
              <a:rPr lang="en"/>
              <a:t> going </a:t>
            </a:r>
            <a:r>
              <a:rPr lang="en"/>
              <a:t>there</a:t>
            </a:r>
            <a:r>
              <a:rPr lang="en"/>
              <a:t> since I was around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Six and I look forward to going every year.</a:t>
            </a:r>
            <a:endParaRPr/>
          </a:p>
        </p:txBody>
      </p:sp>
      <p:pic>
        <p:nvPicPr>
          <p:cNvPr id="76" name="Google Shape;76;p16" title="Screenshot 2026-09-10 9.47.4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800" y="1017725"/>
            <a:ext cx="3592174" cy="245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aspirational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choose Miami as my dream vacation spot because 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Super warm and tropical there. </a:t>
            </a:r>
            <a:r>
              <a:rPr lang="en"/>
              <a:t>I've</a:t>
            </a:r>
            <a:r>
              <a:rPr lang="en"/>
              <a:t> always wanted to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Travel the world but this is one of my dream locations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go to. I love the beach so if I ever went there I would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 in the water all day </a:t>
            </a:r>
            <a:r>
              <a:rPr lang="en"/>
              <a:t>everyday</a:t>
            </a:r>
            <a:r>
              <a:rPr lang="en"/>
              <a:t>. All in all I would love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 be able to </a:t>
            </a:r>
            <a:r>
              <a:rPr lang="en"/>
              <a:t>experience</a:t>
            </a:r>
            <a:r>
              <a:rPr lang="en"/>
              <a:t> going there someday.</a:t>
            </a:r>
            <a:endParaRPr/>
          </a:p>
        </p:txBody>
      </p:sp>
      <p:pic>
        <p:nvPicPr>
          <p:cNvPr id="83" name="Google Shape;83;p17" title="Screenshot 2026-09-10 9.53.1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9050" y="1285900"/>
            <a:ext cx="2816575" cy="23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Sound track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Taylor swift-shake it off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https://www.youtube.com/watch?v=Z4A9ZZo_rAE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I choose this song because when I think about my childhood I think about </a:t>
            </a:r>
            <a:r>
              <a:rPr lang="en" sz="2200"/>
              <a:t>taylor</a:t>
            </a:r>
            <a:r>
              <a:rPr lang="en" sz="2200"/>
              <a:t> swift. I loved to listen to her </a:t>
            </a:r>
            <a:r>
              <a:rPr lang="en" sz="2200"/>
              <a:t>especially</a:t>
            </a:r>
            <a:r>
              <a:rPr lang="en" sz="2200"/>
              <a:t> this song. Thats </a:t>
            </a:r>
            <a:r>
              <a:rPr lang="en" sz="2200"/>
              <a:t>why its</a:t>
            </a:r>
            <a:r>
              <a:rPr lang="en" sz="2200"/>
              <a:t> a big part of my childhood and this song brings back so many </a:t>
            </a:r>
            <a:r>
              <a:rPr lang="en" sz="2200"/>
              <a:t>childhood</a:t>
            </a:r>
            <a:r>
              <a:rPr lang="en" sz="2200"/>
              <a:t> </a:t>
            </a:r>
            <a:r>
              <a:rPr lang="en" sz="2200"/>
              <a:t>memories</a:t>
            </a:r>
            <a:r>
              <a:rPr lang="en" sz="2200"/>
              <a:t> like listening to it in the car,house,</a:t>
            </a:r>
            <a:r>
              <a:rPr lang="en" sz="2200"/>
              <a:t>etc</a:t>
            </a:r>
            <a:r>
              <a:rPr lang="en" sz="2200"/>
              <a:t>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