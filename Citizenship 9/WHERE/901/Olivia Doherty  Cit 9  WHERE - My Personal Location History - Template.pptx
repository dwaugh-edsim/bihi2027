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oboto"/>
      <p:regular r:id="rId15"/>
      <p:bold r:id="rId16"/>
      <p:italic r:id="rId17"/>
      <p:boldItalic r:id="rId18"/>
    </p:embeddedFont>
    <p:embeddedFont>
      <p:font typeface="Inter"/>
      <p:regular r:id="rId19"/>
      <p:bold r:id="rId20"/>
      <p:italic r:id="rId21"/>
      <p:boldItalic r:id="rId22"/>
    </p:embeddedFont>
    <p:embeddedFont>
      <p:font typeface="Roboto Mono"/>
      <p:regular r:id="rId23"/>
      <p:bold r:id="rId24"/>
      <p:italic r:id="rId25"/>
      <p:boldItalic r:id="rId26"/>
    </p:embeddedFont>
    <p:embeddedFont>
      <p:font typeface="Inter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250488-4E47-446C-A2B0-5134A3FA45E0}">
  <a:tblStyle styleId="{A4250488-4E47-446C-A2B0-5134A3FA45E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Italic.fntdata"/><Relationship Id="rId25" Type="http://schemas.openxmlformats.org/officeDocument/2006/relationships/font" Target="fonts/RobotoMono-italic.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Inter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oboto-regular.fntdata"/><Relationship Id="rId14" Type="http://schemas.openxmlformats.org/officeDocument/2006/relationships/slide" Target="slides/slide8.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Inter-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2.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hyperlink" Target="https://www.youtube.com/results?search_query=baby" TargetMode="External"/><Relationship Id="rId4" Type="http://schemas.openxmlformats.org/officeDocument/2006/relationships/hyperlink" Target="https://www.youtube.com/watch?v=kffacxfA7G4&amp;pp=ygUEYmFiedIHCQn-CwGHKiGM7w%3D%3D" TargetMode="External"/><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Sept 10th </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Olivia </a:t>
            </a:r>
            <a:endParaRPr sz="8500"/>
          </a:p>
          <a:p>
            <a:pPr indent="0" lvl="0" marL="0" rtl="0" algn="l">
              <a:spcBef>
                <a:spcPts val="0"/>
              </a:spcBef>
              <a:spcAft>
                <a:spcPts val="0"/>
              </a:spcAft>
              <a:buNone/>
            </a:pPr>
            <a:r>
              <a:rPr lang="en" sz="8500"/>
              <a:t>Doherty </a:t>
            </a:r>
            <a:br>
              <a:rPr lang="en" sz="8500"/>
            </a:br>
            <a:r>
              <a:rPr b="0" lang="en" sz="1600"/>
              <a:t>Citizenship 9</a:t>
            </a:r>
            <a:endParaRPr b="0" sz="16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{A4250488-4E47-446C-A2B0-5134A3FA45E0}</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2" name="Google Shape;282;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3" name="Google Shape;283;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4" name="Google Shape;284;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7" name="Google Shape;287;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8" name="Google Shape;288;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89" name="Google Shape;289;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5" name="Google Shape;295;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7" name="Google Shape;297;p44"/>
          <p:cNvGraphicFramePr/>
          <p:nvPr/>
        </p:nvGraphicFramePr>
        <p:xfrm>
          <a:off x="226500" y="600552"/>
          <a:ext cx="3000000" cy="3000000"/>
        </p:xfrm>
        <a:graphic>
          <a:graphicData uri="http://schemas.openxmlformats.org/drawingml/2006/table">
            <a:tbl>
              <a:tblPr>
                <a:noFill/>
                <a:tableStyleId>{A4250488-4E47-446C-A2B0-5134A3FA45E0}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lang="en" sz="900">
                          <a:solidFill>
                            <a:schemeClr val="dk1"/>
                          </a:solidFill>
                          <a:latin typeface="Inter Medium"/>
                          <a:ea typeface="Inter Medium"/>
                          <a:cs typeface="Inter Medium"/>
                          <a:sym typeface="Inter Medium"/>
                        </a:rPr>
                        <a:t>Reflection:  im not sure where in Truro but when i was younger my family and i would go to tim hortons then head over to Truro and go to my aunts house. I enjoyed going over because her house was like a farmhouse with animals in the front and backyard, like chicken, roosters, lambs, and goats. Me and my siblings would go in the backyard and run with the goats. </a:t>
                      </a:r>
                      <a:endParaRPr sz="9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None/>
                      </a:pPr>
                      <a:br>
                        <a:rPr lang="en" sz="900">
                          <a:solidFill>
                            <a:schemeClr val="dk1"/>
                          </a:solidFill>
                          <a:latin typeface="Inter Medium"/>
                          <a:ea typeface="Inter Medium"/>
                          <a:cs typeface="Inter Medium"/>
                          <a:sym typeface="Inter Medium"/>
                        </a:rPr>
                      </a:br>
                      <a:r>
                        <a:rPr lang="en" sz="900">
                          <a:solidFill>
                            <a:schemeClr val="dk1"/>
                          </a:solidFill>
                          <a:latin typeface="Inter Medium"/>
                          <a:ea typeface="Inter Medium"/>
                          <a:cs typeface="Inter Medium"/>
                          <a:sym typeface="Inter Medium"/>
                        </a:rPr>
                        <a:t>Once the goats ran out the gate and we had to get the baby and mother goat back in the yard.</a:t>
                      </a:r>
                      <a:endParaRPr sz="9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8" name="Google Shape;298;p44"/>
          <p:cNvPicPr preferRelativeResize="0"/>
          <p:nvPr/>
        </p:nvPicPr>
        <p:blipFill>
          <a:blip r:embed="rId3">
            <a:alphaModFix/>
          </a:blip>
          <a:stretch>
            <a:fillRect/>
          </a:stretch>
        </p:blipFill>
        <p:spPr>
          <a:xfrm>
            <a:off x="226500" y="600550"/>
            <a:ext cx="2227325" cy="1971200"/>
          </a:xfrm>
          <a:prstGeom prst="rect">
            <a:avLst/>
          </a:prstGeom>
          <a:noFill/>
          <a:ln>
            <a:noFill/>
          </a:ln>
        </p:spPr>
      </p:pic>
      <p:pic>
        <p:nvPicPr>
          <p:cNvPr id="299" name="Google Shape;299;p44"/>
          <p:cNvPicPr preferRelativeResize="0"/>
          <p:nvPr/>
        </p:nvPicPr>
        <p:blipFill>
          <a:blip r:embed="rId4">
            <a:alphaModFix/>
          </a:blip>
          <a:stretch>
            <a:fillRect/>
          </a:stretch>
        </p:blipFill>
        <p:spPr>
          <a:xfrm>
            <a:off x="6829450" y="600550"/>
            <a:ext cx="2085900" cy="1826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5" name="Google Shape;305;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6" name="Google Shape;306;p45"/>
          <p:cNvGraphicFramePr/>
          <p:nvPr/>
        </p:nvGraphicFramePr>
        <p:xfrm>
          <a:off x="226500" y="600552"/>
          <a:ext cx="3000000" cy="3000000"/>
        </p:xfrm>
        <a:graphic>
          <a:graphicData uri="http://schemas.openxmlformats.org/drawingml/2006/table">
            <a:tbl>
              <a:tblPr>
                <a:noFill/>
                <a:tableStyleId>{A4250488-4E47-446C-A2B0-5134A3FA45E0}</a:tableStyleId>
              </a:tblPr>
              <a:tblGrid>
                <a:gridCol w="2227325"/>
                <a:gridCol w="4375625"/>
                <a:gridCol w="2085900"/>
              </a:tblGrid>
              <a:tr h="4352325">
                <a:tc>
                  <a:txBody>
                    <a:bodyPr/>
                    <a:lstStyle/>
                    <a:p>
                      <a:pPr indent="0" lvl="0" marL="0" rtl="0" algn="l">
                        <a:spcBef>
                          <a:spcPts val="0"/>
                        </a:spcBef>
                        <a:spcAft>
                          <a:spcPts val="0"/>
                        </a:spcAft>
                        <a:buNone/>
                      </a:pPr>
                      <a:r>
                        <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sz="1000">
                          <a:solidFill>
                            <a:schemeClr val="dk1"/>
                          </a:solidFill>
                          <a:latin typeface="Inter Medium"/>
                          <a:ea typeface="Inter Medium"/>
                          <a:cs typeface="Inter Medium"/>
                          <a:sym typeface="Inter Medium"/>
                        </a:rPr>
                        <a:t>My dad would take me and my siblings down to the zatzman sportsplex </a:t>
                      </a:r>
                      <a:r>
                        <a:rPr lang="en" sz="1000">
                          <a:solidFill>
                            <a:schemeClr val="dk1"/>
                          </a:solidFill>
                          <a:latin typeface="Inter Medium"/>
                          <a:ea typeface="Inter Medium"/>
                          <a:cs typeface="Inter Medium"/>
                          <a:sym typeface="Inter Medium"/>
                        </a:rPr>
                        <a:t>everyday in the summer in </a:t>
                      </a:r>
                      <a:r>
                        <a:rPr lang="en" sz="1000">
                          <a:solidFill>
                            <a:schemeClr val="dk1"/>
                          </a:solidFill>
                          <a:latin typeface="Inter Medium"/>
                          <a:ea typeface="Inter Medium"/>
                          <a:cs typeface="Inter Medium"/>
                          <a:sym typeface="Inter Medium"/>
                        </a:rPr>
                        <a:t>2024 we </a:t>
                      </a:r>
                      <a:r>
                        <a:rPr lang="en" sz="1000">
                          <a:solidFill>
                            <a:schemeClr val="dk1"/>
                          </a:solidFill>
                          <a:latin typeface="Inter Medium"/>
                          <a:ea typeface="Inter Medium"/>
                          <a:cs typeface="Inter Medium"/>
                          <a:sym typeface="Inter Medium"/>
                        </a:rPr>
                        <a:t>would</a:t>
                      </a:r>
                      <a:r>
                        <a:rPr lang="en" sz="1000">
                          <a:solidFill>
                            <a:schemeClr val="dk1"/>
                          </a:solidFill>
                          <a:latin typeface="Inter Medium"/>
                          <a:ea typeface="Inter Medium"/>
                          <a:cs typeface="Inter Medium"/>
                          <a:sym typeface="Inter Medium"/>
                        </a:rPr>
                        <a:t> swim for hours everyday and we would meet our </a:t>
                      </a:r>
                      <a:r>
                        <a:rPr lang="en" sz="1000">
                          <a:solidFill>
                            <a:schemeClr val="dk1"/>
                          </a:solidFill>
                          <a:latin typeface="Inter Medium"/>
                          <a:ea typeface="Inter Medium"/>
                          <a:cs typeface="Inter Medium"/>
                          <a:sym typeface="Inter Medium"/>
                        </a:rPr>
                        <a:t>friends</a:t>
                      </a:r>
                      <a:r>
                        <a:rPr lang="en" sz="1000">
                          <a:solidFill>
                            <a:schemeClr val="dk1"/>
                          </a:solidFill>
                          <a:latin typeface="Inter Medium"/>
                          <a:ea typeface="Inter Medium"/>
                          <a:cs typeface="Inter Medium"/>
                          <a:sym typeface="Inter Medium"/>
                        </a:rPr>
                        <a:t> at the pool and play games in the water </a:t>
                      </a:r>
                      <a:r>
                        <a:rPr lang="en" sz="1000">
                          <a:solidFill>
                            <a:schemeClr val="dk1"/>
                          </a:solidFill>
                          <a:latin typeface="Inter Medium"/>
                          <a:ea typeface="Inter Medium"/>
                          <a:cs typeface="Inter Medium"/>
                          <a:sym typeface="Inter Medium"/>
                        </a:rPr>
                        <a:t>and go</a:t>
                      </a:r>
                      <a:r>
                        <a:rPr lang="en" sz="1000">
                          <a:solidFill>
                            <a:schemeClr val="dk1"/>
                          </a:solidFill>
                          <a:latin typeface="Inter Medium"/>
                          <a:ea typeface="Inter Medium"/>
                          <a:cs typeface="Inter Medium"/>
                          <a:sym typeface="Inter Medium"/>
                        </a:rPr>
                        <a:t> down the slides. After </a:t>
                      </a:r>
                      <a:r>
                        <a:rPr lang="en" sz="1000">
                          <a:solidFill>
                            <a:schemeClr val="dk1"/>
                          </a:solidFill>
                          <a:latin typeface="Inter Medium"/>
                          <a:ea typeface="Inter Medium"/>
                          <a:cs typeface="Inter Medium"/>
                          <a:sym typeface="Inter Medium"/>
                        </a:rPr>
                        <a:t>we</a:t>
                      </a:r>
                      <a:r>
                        <a:rPr lang="en" sz="1000">
                          <a:solidFill>
                            <a:schemeClr val="dk1"/>
                          </a:solidFill>
                          <a:latin typeface="Inter Medium"/>
                          <a:ea typeface="Inter Medium"/>
                          <a:cs typeface="Inter Medium"/>
                          <a:sym typeface="Inter Medium"/>
                        </a:rPr>
                        <a:t> would go in the hot tub  but after the cold pool the hot tub is super hot like boiling i would feel like i </a:t>
                      </a:r>
                      <a:r>
                        <a:rPr lang="en" sz="1000">
                          <a:solidFill>
                            <a:schemeClr val="dk1"/>
                          </a:solidFill>
                          <a:latin typeface="Inter Medium"/>
                          <a:ea typeface="Inter Medium"/>
                          <a:cs typeface="Inter Medium"/>
                          <a:sym typeface="Inter Medium"/>
                        </a:rPr>
                        <a:t>was</a:t>
                      </a:r>
                      <a:r>
                        <a:rPr lang="en" sz="1000">
                          <a:solidFill>
                            <a:schemeClr val="dk1"/>
                          </a:solidFill>
                          <a:latin typeface="Inter Medium"/>
                          <a:ea typeface="Inter Medium"/>
                          <a:cs typeface="Inter Medium"/>
                          <a:sym typeface="Inter Medium"/>
                        </a:rPr>
                        <a:t> gonna die as i slowly got in.</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7" name="Google Shape;307;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8" name="Google Shape;308;p45"/>
          <p:cNvPicPr preferRelativeResize="0"/>
          <p:nvPr/>
        </p:nvPicPr>
        <p:blipFill>
          <a:blip r:embed="rId3">
            <a:alphaModFix/>
          </a:blip>
          <a:stretch>
            <a:fillRect/>
          </a:stretch>
        </p:blipFill>
        <p:spPr>
          <a:xfrm>
            <a:off x="226525" y="600550"/>
            <a:ext cx="2227300" cy="1933575"/>
          </a:xfrm>
          <a:prstGeom prst="rect">
            <a:avLst/>
          </a:prstGeom>
          <a:noFill/>
          <a:ln>
            <a:noFill/>
          </a:ln>
        </p:spPr>
      </p:pic>
      <p:pic>
        <p:nvPicPr>
          <p:cNvPr id="309" name="Google Shape;309;p45"/>
          <p:cNvPicPr preferRelativeResize="0"/>
          <p:nvPr/>
        </p:nvPicPr>
        <p:blipFill>
          <a:blip r:embed="rId4">
            <a:alphaModFix/>
          </a:blip>
          <a:stretch>
            <a:fillRect/>
          </a:stretch>
        </p:blipFill>
        <p:spPr>
          <a:xfrm>
            <a:off x="6829450" y="600550"/>
            <a:ext cx="2052125" cy="1793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5" name="Google Shape;315;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6" name="Google Shape;316;p46"/>
          <p:cNvGraphicFramePr/>
          <p:nvPr/>
        </p:nvGraphicFramePr>
        <p:xfrm>
          <a:off x="226500" y="600552"/>
          <a:ext cx="3000000" cy="3000000"/>
        </p:xfrm>
        <a:graphic>
          <a:graphicData uri="http://schemas.openxmlformats.org/drawingml/2006/table">
            <a:tbl>
              <a:tblPr>
                <a:noFill/>
                <a:tableStyleId>{A4250488-4E47-446C-A2B0-5134A3FA45E0}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latin typeface="Inter"/>
                          <a:ea typeface="Inter"/>
                          <a:cs typeface="Inter"/>
                          <a:sym typeface="Inter"/>
                        </a:rPr>
                        <a:t>Reflection:  i </a:t>
                      </a:r>
                      <a:r>
                        <a:rPr lang="en" sz="1100">
                          <a:solidFill>
                            <a:schemeClr val="dk1"/>
                          </a:solidFill>
                          <a:latin typeface="Inter"/>
                          <a:ea typeface="Inter"/>
                          <a:cs typeface="Inter"/>
                          <a:sym typeface="Inter"/>
                        </a:rPr>
                        <a:t>don't</a:t>
                      </a:r>
                      <a:r>
                        <a:rPr lang="en" sz="1100">
                          <a:solidFill>
                            <a:schemeClr val="dk1"/>
                          </a:solidFill>
                          <a:latin typeface="Inter"/>
                          <a:ea typeface="Inter"/>
                          <a:cs typeface="Inter"/>
                          <a:sym typeface="Inter"/>
                        </a:rPr>
                        <a:t> really know alot about this place but most of my family are from toronto, and always come down to stay with us for </a:t>
                      </a:r>
                      <a:r>
                        <a:rPr lang="en" sz="1100">
                          <a:solidFill>
                            <a:schemeClr val="dk1"/>
                          </a:solidFill>
                          <a:latin typeface="Inter"/>
                          <a:ea typeface="Inter"/>
                          <a:cs typeface="Inter"/>
                          <a:sym typeface="Inter"/>
                        </a:rPr>
                        <a:t>holidays.</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7" name="Google Shape;317;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8" name="Google Shape;318;p46"/>
          <p:cNvPicPr preferRelativeResize="0"/>
          <p:nvPr/>
        </p:nvPicPr>
        <p:blipFill>
          <a:blip r:embed="rId3">
            <a:alphaModFix/>
          </a:blip>
          <a:stretch>
            <a:fillRect/>
          </a:stretch>
        </p:blipFill>
        <p:spPr>
          <a:xfrm>
            <a:off x="6824425" y="600550"/>
            <a:ext cx="2090925" cy="1857375"/>
          </a:xfrm>
          <a:prstGeom prst="rect">
            <a:avLst/>
          </a:prstGeom>
          <a:noFill/>
          <a:ln>
            <a:noFill/>
          </a:ln>
        </p:spPr>
      </p:pic>
      <p:pic>
        <p:nvPicPr>
          <p:cNvPr id="319" name="Google Shape;319;p46"/>
          <p:cNvPicPr preferRelativeResize="0"/>
          <p:nvPr/>
        </p:nvPicPr>
        <p:blipFill>
          <a:blip r:embed="rId4">
            <a:alphaModFix/>
          </a:blip>
          <a:stretch>
            <a:fillRect/>
          </a:stretch>
        </p:blipFill>
        <p:spPr>
          <a:xfrm>
            <a:off x="161025" y="533500"/>
            <a:ext cx="2292800" cy="2462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5" name="Google Shape;325;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6" name="Google Shape;326;p47"/>
          <p:cNvGraphicFramePr/>
          <p:nvPr/>
        </p:nvGraphicFramePr>
        <p:xfrm>
          <a:off x="226500" y="600552"/>
          <a:ext cx="3000000" cy="3000000"/>
        </p:xfrm>
        <a:graphic>
          <a:graphicData uri="http://schemas.openxmlformats.org/drawingml/2006/table">
            <a:tbl>
              <a:tblPr>
                <a:noFill/>
                <a:tableStyleId>{A4250488-4E47-446C-A2B0-5134A3FA45E0}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Reflection:</a:t>
                      </a:r>
                      <a:r>
                        <a:rPr lang="en" sz="1100">
                          <a:solidFill>
                            <a:schemeClr val="dk1"/>
                          </a:solidFill>
                          <a:latin typeface="Inter Medium"/>
                          <a:ea typeface="Inter Medium"/>
                          <a:cs typeface="Inter Medium"/>
                          <a:sym typeface="Inter Medium"/>
                        </a:rPr>
                        <a:t>  i would love to go to jamaica for the </a:t>
                      </a:r>
                      <a:r>
                        <a:rPr lang="en" sz="1100">
                          <a:solidFill>
                            <a:schemeClr val="dk1"/>
                          </a:solidFill>
                          <a:latin typeface="Inter Medium"/>
                          <a:ea typeface="Inter Medium"/>
                          <a:cs typeface="Inter Medium"/>
                          <a:sym typeface="Inter Medium"/>
                        </a:rPr>
                        <a:t>pretty water that i would swim in, and when i have kids we will go there every summer or spring because its just so pretty and probably nice and warm.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Guiding Questions:  i </a:t>
                      </a:r>
                      <a:r>
                        <a:rPr b="1" lang="en" sz="1100">
                          <a:solidFill>
                            <a:schemeClr val="dk1"/>
                          </a:solidFill>
                          <a:latin typeface="Inter"/>
                          <a:ea typeface="Inter"/>
                          <a:cs typeface="Inter"/>
                          <a:sym typeface="Inter"/>
                        </a:rPr>
                        <a:t>would like to go the jamaica because i like how nice and pretty, blue, and crystal clear water is.</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7" name="Google Shape;327;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8" name="Google Shape;328;p47"/>
          <p:cNvPicPr preferRelativeResize="0"/>
          <p:nvPr/>
        </p:nvPicPr>
        <p:blipFill>
          <a:blip r:embed="rId3">
            <a:alphaModFix/>
          </a:blip>
          <a:stretch>
            <a:fillRect/>
          </a:stretch>
        </p:blipFill>
        <p:spPr>
          <a:xfrm>
            <a:off x="226500" y="600550"/>
            <a:ext cx="2227325" cy="1656576"/>
          </a:xfrm>
          <a:prstGeom prst="rect">
            <a:avLst/>
          </a:prstGeom>
          <a:noFill/>
          <a:ln>
            <a:noFill/>
          </a:ln>
        </p:spPr>
      </p:pic>
      <p:pic>
        <p:nvPicPr>
          <p:cNvPr id="329" name="Google Shape;329;p47"/>
          <p:cNvPicPr preferRelativeResize="0"/>
          <p:nvPr/>
        </p:nvPicPr>
        <p:blipFill>
          <a:blip r:embed="rId4">
            <a:alphaModFix/>
          </a:blip>
          <a:stretch>
            <a:fillRect/>
          </a:stretch>
        </p:blipFill>
        <p:spPr>
          <a:xfrm>
            <a:off x="6829450" y="600550"/>
            <a:ext cx="2085900" cy="1533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5" name="Google Shape;335;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6" name="Google Shape;336;p48"/>
          <p:cNvGraphicFramePr/>
          <p:nvPr/>
        </p:nvGraphicFramePr>
        <p:xfrm>
          <a:off x="226500" y="600552"/>
          <a:ext cx="3000000" cy="3000000"/>
        </p:xfrm>
        <a:graphic>
          <a:graphicData uri="http://schemas.openxmlformats.org/drawingml/2006/table">
            <a:tbl>
              <a:tblPr>
                <a:noFill/>
                <a:tableStyleId>{A4250488-4E47-446C-A2B0-5134A3FA45E0}</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Post the youtube </a:t>
                      </a:r>
                      <a:r>
                        <a:rPr b="1" lang="en" sz="1100">
                          <a:solidFill>
                            <a:schemeClr val="dk1"/>
                          </a:solidFill>
                          <a:latin typeface="Inter"/>
                          <a:ea typeface="Inter"/>
                          <a:cs typeface="Inter"/>
                          <a:sym typeface="Inter"/>
                        </a:rPr>
                        <a:t>link here</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1100" u="sng">
                          <a:solidFill>
                            <a:schemeClr val="hlink"/>
                          </a:solidFill>
                          <a:latin typeface="Inter"/>
                          <a:ea typeface="Inter"/>
                          <a:cs typeface="Inter"/>
                          <a:sym typeface="Inter"/>
                          <a:hlinkClick r:id="rId3"/>
                        </a:rPr>
                        <a:t>https://www.youtube.com/results?search_query=baby</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r>
                        <a:rPr lang="en" sz="1100" u="sng">
                          <a:solidFill>
                            <a:srgbClr val="0F0F0F"/>
                          </a:solidFill>
                          <a:highlight>
                            <a:srgbClr val="FFFFFF"/>
                          </a:highlight>
                          <a:latin typeface="Roboto"/>
                          <a:ea typeface="Roboto"/>
                          <a:cs typeface="Roboto"/>
                          <a:sym typeface="Roboto"/>
                          <a:hlinkClick r:id="rId4">
                            <a:extLst>
                              <a:ext uri="{A12FA001-AC4F-418D-AE19-62706E023703}">
                                <ahyp:hlinkClr val="tx"/>
                              </a:ext>
                            </a:extLst>
                          </a:hlinkClick>
                        </a:rPr>
                        <a:t>Justin Bieber - Baby ft. Ludacris</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Me and my childhood </a:t>
                      </a:r>
                      <a:r>
                        <a:rPr lang="en">
                          <a:latin typeface="Inter Medium"/>
                          <a:ea typeface="Inter Medium"/>
                          <a:cs typeface="Inter Medium"/>
                          <a:sym typeface="Inter Medium"/>
                        </a:rPr>
                        <a:t>friend named maddie would sing this song everyday at recess, and we would scream and run. But she moved away from the school and she tried to come back this year but i don't think she can because the principal won't give her parents a call back to be in this school.</a:t>
                      </a:r>
                      <a:endParaRPr>
                        <a:latin typeface="Inter Medium"/>
                        <a:ea typeface="Inter Medium"/>
                        <a:cs typeface="Inter Medium"/>
                        <a:sym typeface="Inter Medium"/>
                      </a:endParaRPr>
                    </a:p>
                  </a:txBody>
                  <a:tcPr marT="91425" marB="91425" marR="91425" marL="91425"/>
                </a:tc>
              </a:tr>
            </a:tbl>
          </a:graphicData>
        </a:graphic>
      </p:graphicFrame>
      <p:sp>
        <p:nvSpPr>
          <p:cNvPr id="337" name="Google Shape;337;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38" name="Google Shape;338;p48"/>
          <p:cNvPicPr preferRelativeResize="0"/>
          <p:nvPr/>
        </p:nvPicPr>
        <p:blipFill>
          <a:blip r:embed="rId5">
            <a:alphaModFix/>
          </a:blip>
          <a:stretch>
            <a:fillRect/>
          </a:stretch>
        </p:blipFill>
        <p:spPr>
          <a:xfrm>
            <a:off x="72575" y="600550"/>
            <a:ext cx="2381250" cy="2381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