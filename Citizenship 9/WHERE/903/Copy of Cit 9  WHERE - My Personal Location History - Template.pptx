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EB29AE-2EA9-4A5F-8EF5-772875ED305D}">
  <a:tblStyle styleId="{06EB29AE-2EA9-4A5F-8EF5-772875ED305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EVAN SMITH</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{06EB29AE-2EA9-4A5F-8EF5-772875ED305D}</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pic>
        <p:nvPicPr>
          <p:cNvPr id="277" name="Google Shape;277;p42"/>
          <p:cNvPicPr preferRelativeResize="0"/>
          <p:nvPr/>
        </p:nvPicPr>
        <p:blipFill rotWithShape="1">
          <a:blip r:embed="rId3">
            <a:alphaModFix/>
          </a:blip>
          <a:srcRect b="11012" l="0" r="0" t="13040"/>
          <a:stretch/>
        </p:blipFill>
        <p:spPr>
          <a:xfrm>
            <a:off x="4333875" y="618588"/>
            <a:ext cx="3857625" cy="39063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3" name="Google Shape;283;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4" name="Google Shape;284;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7" name="Google Shape;287;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8" name="Google Shape;288;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9" name="Google Shape;289;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90" name="Google Shape;290;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7" name="Google Shape;297;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8" name="Google Shape;298;p44"/>
          <p:cNvGraphicFramePr/>
          <p:nvPr/>
        </p:nvGraphicFramePr>
        <p:xfrm>
          <a:off x="226500" y="600552"/>
          <a:ext cx="3000000" cy="3000000"/>
        </p:xfrm>
        <a:graphic>
          <a:graphicData uri="http://schemas.openxmlformats.org/drawingml/2006/table">
            <a:tbl>
              <a:tblPr>
                <a:noFill/>
                <a:tableStyleId>{06EB29AE-2EA9-4A5F-8EF5-772875ED305D}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Inter Medium"/>
                          <a:ea typeface="Inter Medium"/>
                          <a:cs typeface="Inter Medium"/>
                          <a:sym typeface="Inter Medium"/>
                        </a:rPr>
                        <a:t>My apartment building. I've been here for a great 6 years, and I've made plenty of memories while living here. I've been able to see many places while living here, from around the city, around the country and around the world. From making plenty of friends, shopping at Mic Mac Mall, and everything in between, I love living here.</a:t>
                      </a:r>
                      <a:endParaRPr sz="16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r>
                        <a:t/>
                      </a:r>
                      <a:endParaRPr sz="16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9" name="Google Shape;299;p44"/>
          <p:cNvPicPr preferRelativeResize="0"/>
          <p:nvPr/>
        </p:nvPicPr>
        <p:blipFill rotWithShape="1">
          <a:blip r:embed="rId3">
            <a:alphaModFix/>
          </a:blip>
          <a:srcRect b="0" l="0" r="6174" t="0"/>
          <a:stretch/>
        </p:blipFill>
        <p:spPr>
          <a:xfrm>
            <a:off x="226525" y="600550"/>
            <a:ext cx="2227299" cy="4352326"/>
          </a:xfrm>
          <a:prstGeom prst="rect">
            <a:avLst/>
          </a:prstGeom>
          <a:noFill/>
          <a:ln>
            <a:noFill/>
          </a:ln>
        </p:spPr>
      </p:pic>
      <p:pic>
        <p:nvPicPr>
          <p:cNvPr id="300" name="Google Shape;300;p44"/>
          <p:cNvPicPr preferRelativeResize="0"/>
          <p:nvPr/>
        </p:nvPicPr>
        <p:blipFill rotWithShape="1">
          <a:blip r:embed="rId4">
            <a:alphaModFix/>
          </a:blip>
          <a:srcRect b="0" l="29118" r="0" t="0"/>
          <a:stretch/>
        </p:blipFill>
        <p:spPr>
          <a:xfrm>
            <a:off x="6829450" y="600550"/>
            <a:ext cx="2085900" cy="43523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6" name="Google Shape;306;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7" name="Google Shape;307;p45"/>
          <p:cNvGraphicFramePr/>
          <p:nvPr/>
        </p:nvGraphicFramePr>
        <p:xfrm>
          <a:off x="226500" y="600552"/>
          <a:ext cx="3000000" cy="3000000"/>
        </p:xfrm>
        <a:graphic>
          <a:graphicData uri="http://schemas.openxmlformats.org/drawingml/2006/table">
            <a:tbl>
              <a:tblPr>
                <a:noFill/>
                <a:tableStyleId>{06EB29AE-2EA9-4A5F-8EF5-772875ED305D}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0"/>
                        </a:spcBef>
                        <a:spcAft>
                          <a:spcPts val="0"/>
                        </a:spcAft>
                        <a:buNone/>
                      </a:pPr>
                      <a:r>
                        <a:rPr lang="en" sz="1600">
                          <a:solidFill>
                            <a:schemeClr val="dk1"/>
                          </a:solidFill>
                          <a:latin typeface="Inter Medium"/>
                          <a:ea typeface="Inter Medium"/>
                          <a:cs typeface="Inter Medium"/>
                          <a:sym typeface="Inter Medium"/>
                        </a:rPr>
                        <a:t>Mic Mac Mall. I go there and it is quite enjoyable to eat, shop and burn some spare time. It’s a nice hangout spot to meet up with my friends. I haven’t had a true food court supper yet, but I plan to do it eventually. With everything from the food court to Shoppers, and H&amp;M to Decathalon, I always have a good time at Mic Mac Mall, especially with a friend.</a:t>
                      </a:r>
                      <a:endParaRPr sz="15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8" name="Google Shape;308;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9" name="Google Shape;309;p45"/>
          <p:cNvPicPr preferRelativeResize="0"/>
          <p:nvPr/>
        </p:nvPicPr>
        <p:blipFill>
          <a:blip r:embed="rId3">
            <a:alphaModFix/>
          </a:blip>
          <a:stretch>
            <a:fillRect/>
          </a:stretch>
        </p:blipFill>
        <p:spPr>
          <a:xfrm>
            <a:off x="226500" y="600550"/>
            <a:ext cx="2227325" cy="4352325"/>
          </a:xfrm>
          <a:prstGeom prst="rect">
            <a:avLst/>
          </a:prstGeom>
          <a:noFill/>
          <a:ln>
            <a:noFill/>
          </a:ln>
        </p:spPr>
      </p:pic>
      <p:pic>
        <p:nvPicPr>
          <p:cNvPr id="310" name="Google Shape;310;p45" title="Mic_Mac_Mall_atrium_September_2025.jpg"/>
          <p:cNvPicPr preferRelativeResize="0"/>
          <p:nvPr/>
        </p:nvPicPr>
        <p:blipFill rotWithShape="1">
          <a:blip r:embed="rId4">
            <a:alphaModFix/>
          </a:blip>
          <a:srcRect b="0" l="35395" r="35395" t="15383"/>
          <a:stretch/>
        </p:blipFill>
        <p:spPr>
          <a:xfrm>
            <a:off x="6829449" y="600550"/>
            <a:ext cx="2085898" cy="43523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6" name="Google Shape;316;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7" name="Google Shape;317;p46"/>
          <p:cNvGraphicFramePr/>
          <p:nvPr/>
        </p:nvGraphicFramePr>
        <p:xfrm>
          <a:off x="226500" y="600552"/>
          <a:ext cx="3000000" cy="3000000"/>
        </p:xfrm>
        <a:graphic>
          <a:graphicData uri="http://schemas.openxmlformats.org/drawingml/2006/table">
            <a:tbl>
              <a:tblPr>
                <a:noFill/>
                <a:tableStyleId>{06EB29AE-2EA9-4A5F-8EF5-772875ED305D}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dk1"/>
                          </a:solidFill>
                          <a:latin typeface="Inter"/>
                          <a:ea typeface="Inter"/>
                          <a:cs typeface="Inter"/>
                          <a:sym typeface="Inter"/>
                        </a:rPr>
                        <a:t>I know that my family comes from the Scotland/Ireland area. Unfortunately  that's all that I know. I believe that there might be some French in there, but I know that a while ago, my family lived in Ireland or Scotland, and packed ship over to Canada. I wish that I could tell more, but I don't know my family tree all too well, so I hope that this makes well enough to supplement it.</a:t>
                      </a:r>
                      <a:endParaRPr sz="18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8" name="Google Shape;318;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9" name="Google Shape;319;p46" title="ireland_scotland_map.jpg"/>
          <p:cNvPicPr preferRelativeResize="0"/>
          <p:nvPr/>
        </p:nvPicPr>
        <p:blipFill rotWithShape="1">
          <a:blip r:embed="rId3">
            <a:alphaModFix/>
          </a:blip>
          <a:srcRect b="0" l="15362" r="26778" t="0"/>
          <a:stretch/>
        </p:blipFill>
        <p:spPr>
          <a:xfrm>
            <a:off x="6829451" y="600550"/>
            <a:ext cx="2052123" cy="4352323"/>
          </a:xfrm>
          <a:prstGeom prst="rect">
            <a:avLst/>
          </a:prstGeom>
          <a:noFill/>
          <a:ln>
            <a:noFill/>
          </a:ln>
        </p:spPr>
      </p:pic>
      <p:pic>
        <p:nvPicPr>
          <p:cNvPr id="320" name="Google Shape;320;p46"/>
          <p:cNvPicPr preferRelativeResize="0"/>
          <p:nvPr/>
        </p:nvPicPr>
        <p:blipFill rotWithShape="1">
          <a:blip r:embed="rId4">
            <a:alphaModFix/>
          </a:blip>
          <a:srcRect b="0" l="0" r="18013" t="0"/>
          <a:stretch/>
        </p:blipFill>
        <p:spPr>
          <a:xfrm>
            <a:off x="227675" y="600550"/>
            <a:ext cx="2226150" cy="4352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6" name="Google Shape;326;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7" name="Google Shape;327;p47"/>
          <p:cNvGraphicFramePr/>
          <p:nvPr/>
        </p:nvGraphicFramePr>
        <p:xfrm>
          <a:off x="226500" y="600552"/>
          <a:ext cx="3000000" cy="3000000"/>
        </p:xfrm>
        <a:graphic>
          <a:graphicData uri="http://schemas.openxmlformats.org/drawingml/2006/table">
            <a:tbl>
              <a:tblPr>
                <a:noFill/>
                <a:tableStyleId>{06EB29AE-2EA9-4A5F-8EF5-772875ED305D}</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lang="en" sz="1800">
                          <a:solidFill>
                            <a:schemeClr val="dk1"/>
                          </a:solidFill>
                          <a:latin typeface="Inter Medium"/>
                          <a:ea typeface="Inter Medium"/>
                          <a:cs typeface="Inter Medium"/>
                          <a:sym typeface="Inter Medium"/>
                        </a:rPr>
                        <a:t>Singapore Changi Airport. Where do I begin? The architecture, the country, the prestige, it dignifies respect, honor and accomplishment all in one place. I would love to go to Singapore just for the airport alone. There's so much to do already and they're expanding by a sizeable amount! I need to go here, I know I'll love it.</a:t>
                      </a:r>
                      <a:endParaRPr sz="18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8" name="Google Shape;328;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9" name="Google Shape;329;p47"/>
          <p:cNvPicPr preferRelativeResize="0"/>
          <p:nvPr/>
        </p:nvPicPr>
        <p:blipFill rotWithShape="1">
          <a:blip r:embed="rId3">
            <a:alphaModFix/>
          </a:blip>
          <a:srcRect b="0" l="0" r="16771" t="0"/>
          <a:stretch/>
        </p:blipFill>
        <p:spPr>
          <a:xfrm>
            <a:off x="226525" y="600550"/>
            <a:ext cx="2227300" cy="4352325"/>
          </a:xfrm>
          <a:prstGeom prst="rect">
            <a:avLst/>
          </a:prstGeom>
          <a:noFill/>
          <a:ln>
            <a:noFill/>
          </a:ln>
        </p:spPr>
      </p:pic>
      <p:pic>
        <p:nvPicPr>
          <p:cNvPr id="330" name="Google Shape;330;p47" title="images.jpg"/>
          <p:cNvPicPr preferRelativeResize="0"/>
          <p:nvPr/>
        </p:nvPicPr>
        <p:blipFill rotWithShape="1">
          <a:blip r:embed="rId4">
            <a:alphaModFix/>
          </a:blip>
          <a:srcRect b="0" l="31463" r="34769" t="4334"/>
          <a:stretch/>
        </p:blipFill>
        <p:spPr>
          <a:xfrm>
            <a:off x="6829450" y="589700"/>
            <a:ext cx="2085900" cy="4374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6" name="Google Shape;336;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7" name="Google Shape;337;p48"/>
          <p:cNvGraphicFramePr/>
          <p:nvPr/>
        </p:nvGraphicFramePr>
        <p:xfrm>
          <a:off x="226500" y="600552"/>
          <a:ext cx="3000000" cy="3000000"/>
        </p:xfrm>
        <a:graphic>
          <a:graphicData uri="http://schemas.openxmlformats.org/drawingml/2006/table">
            <a:tbl>
              <a:tblPr>
                <a:noFill/>
                <a:tableStyleId>{06EB29AE-2EA9-4A5F-8EF5-772875ED305D}</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 don't have a definitive “childhood song.” There's plenty of options but there isn't any song that rings a bell or truly reminds me of my younger days, so unfortunately, I don't have a real, authentic answer to this. I hope you can understand.</a:t>
                      </a:r>
                      <a:endParaRPr>
                        <a:latin typeface="Inter Medium"/>
                        <a:ea typeface="Inter Medium"/>
                        <a:cs typeface="Inter Medium"/>
                        <a:sym typeface="Inter Medium"/>
                      </a:endParaRPr>
                    </a:p>
                  </a:txBody>
                  <a:tcPr marT="91425" marB="91425" marR="91425" marL="91425"/>
                </a:tc>
              </a:tr>
            </a:tbl>
          </a:graphicData>
        </a:graphic>
      </p:graphicFrame>
      <p:sp>
        <p:nvSpPr>
          <p:cNvPr id="338" name="Google Shape;338;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