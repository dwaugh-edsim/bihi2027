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8.xml"/>
  <Override ContentType="application/vnd.openxmlformats-officedocument.presentationml.notesSlide+xml" PartName="/ppt/notesSlides/notesSlide7.xml"/>
  <Override ContentType="application/vnd.openxmlformats-officedocument.presentationml.notesSlide+xml" PartName="/ppt/notesSlides/notesSlide2.xml"/>
  <Override ContentType="application/vnd.openxmlformats-officedocument.presentationml.notesSlide+xml" PartName="/ppt/notesSlides/notesSlide5.xml"/>
  <Override ContentType="application/vnd.openxmlformats-officedocument.presentationml.notesSlide+xml" PartName="/ppt/notesSlides/notesSlide4.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6.xml"/>
  <Override ContentType="application/vnd.openxmlformats-officedocument.presentationml.slide+xml" PartName="/ppt/slides/slide5.xml"/>
  <Override ContentType="application/vnd.openxmlformats-officedocument.presentationml.slide+xml" PartName="/ppt/slides/slide8.xml"/>
  <Override ContentType="application/vnd.openxmlformats-officedocument.presentationml.slide+xml" PartName="/ppt/slides/slide7.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0" r:id="rId3"/>
  </p:sldMasterIdLst>
  <p:notesMasterIdLst>
    <p:notesMasterId r:id="rId4"/>
  </p:notesMasterIdLst>
  <p:sldIdLst>
    <p:sldId id="256" r:id="rId5"/>
    <p:sldId id="257" r:id="rId6"/>
    <p:sldId id="258" r:id="rId7"/>
    <p:sldId id="259" r:id="rId8"/>
    <p:sldId id="260" r:id="rId9"/>
    <p:sldId id="261" r:id="rId10"/>
    <p:sldId id="262" r:id="rId11"/>
    <p:sldId id="263" r:id="rId12"/>
  </p:sldIdLst>
  <p:sldSz cy="5143500" cx="9144000"/>
  <p:notesSz cx="6858000" cy="9144000"/>
  <p:embeddedFontLst>
    <p:embeddedFont>
      <p:font typeface="Roboto"/>
      <p:regular r:id="rId13"/>
      <p:bold r:id="rId14"/>
      <p:italic r:id="rId15"/>
      <p:boldItalic r:id="rId16"/>
    </p:embeddedFont>
    <p:embeddedFont>
      <p:font typeface="Scheherazade New"/>
      <p:regular r:id="rId17"/>
      <p:bold r:id="rId18"/>
    </p:embeddedFont>
    <p:embeddedFont>
      <p:font typeface="Sriracha"/>
      <p:regular r:id="rId1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11" Type="http://schemas.openxmlformats.org/officeDocument/2006/relationships/slide" Target="slides/slide7.xml"/><Relationship Id="rId10" Type="http://schemas.openxmlformats.org/officeDocument/2006/relationships/slide" Target="slides/slide6.xml"/><Relationship Id="rId13" Type="http://schemas.openxmlformats.org/officeDocument/2006/relationships/font" Target="fonts/Roboto-regular.fntdata"/><Relationship Id="rId12" Type="http://schemas.openxmlformats.org/officeDocument/2006/relationships/slide" Target="slides/slide8.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15" Type="http://schemas.openxmlformats.org/officeDocument/2006/relationships/font" Target="fonts/Roboto-italic.fntdata"/><Relationship Id="rId14" Type="http://schemas.openxmlformats.org/officeDocument/2006/relationships/font" Target="fonts/Roboto-bold.fntdata"/><Relationship Id="rId17" Type="http://schemas.openxmlformats.org/officeDocument/2006/relationships/font" Target="fonts/ScheherazadeNew-regular.fntdata"/><Relationship Id="rId16" Type="http://schemas.openxmlformats.org/officeDocument/2006/relationships/font" Target="fonts/Roboto-boldItalic.fntdata"/><Relationship Id="rId5" Type="http://schemas.openxmlformats.org/officeDocument/2006/relationships/slide" Target="slides/slide1.xml"/><Relationship Id="rId19" Type="http://schemas.openxmlformats.org/officeDocument/2006/relationships/font" Target="fonts/Sriracha-regular.fntdata"/><Relationship Id="rId6" Type="http://schemas.openxmlformats.org/officeDocument/2006/relationships/slide" Target="slides/slide2.xml"/><Relationship Id="rId18" Type="http://schemas.openxmlformats.org/officeDocument/2006/relationships/font" Target="fonts/ScheherazadeNew-bold.fntdata"/><Relationship Id="rId7" Type="http://schemas.openxmlformats.org/officeDocument/2006/relationships/slide" Target="slides/slide3.xml"/><Relationship Id="rId8"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5" name="Shape 8695"/>
        <p:cNvGrpSpPr/>
        <p:nvPr/>
      </p:nvGrpSpPr>
      <p:grpSpPr>
        <a:xfrm>
          <a:off x="0" y="0"/>
          <a:ext cx="0" cy="0"/>
          <a:chOff x="0" y="0"/>
          <a:chExt cx="0" cy="0"/>
        </a:xfrm>
      </p:grpSpPr>
      <p:sp>
        <p:nvSpPr>
          <p:cNvPr id="8696" name="Google Shape;8696;g18c8d1e4a7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97" name="Google Shape;8697;g18c8d1e4a7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1" name="Shape 8701"/>
        <p:cNvGrpSpPr/>
        <p:nvPr/>
      </p:nvGrpSpPr>
      <p:grpSpPr>
        <a:xfrm>
          <a:off x="0" y="0"/>
          <a:ext cx="0" cy="0"/>
          <a:chOff x="0" y="0"/>
          <a:chExt cx="0" cy="0"/>
        </a:xfrm>
      </p:grpSpPr>
      <p:sp>
        <p:nvSpPr>
          <p:cNvPr id="8702" name="Google Shape;8702;gd362d286f3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3" name="Google Shape;8703;gd362d286f3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2" name="Shape 9562"/>
        <p:cNvGrpSpPr/>
        <p:nvPr/>
      </p:nvGrpSpPr>
      <p:grpSpPr>
        <a:xfrm>
          <a:off x="0" y="0"/>
          <a:ext cx="0" cy="0"/>
          <a:chOff x="0" y="0"/>
          <a:chExt cx="0" cy="0"/>
        </a:xfrm>
      </p:grpSpPr>
      <p:sp>
        <p:nvSpPr>
          <p:cNvPr id="9563" name="Google Shape;9563;gd362d286f3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4" name="Google Shape;9564;gd362d286f3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1" name="Shape 9571"/>
        <p:cNvGrpSpPr/>
        <p:nvPr/>
      </p:nvGrpSpPr>
      <p:grpSpPr>
        <a:xfrm>
          <a:off x="0" y="0"/>
          <a:ext cx="0" cy="0"/>
          <a:chOff x="0" y="0"/>
          <a:chExt cx="0" cy="0"/>
        </a:xfrm>
      </p:grpSpPr>
      <p:sp>
        <p:nvSpPr>
          <p:cNvPr id="9572" name="Google Shape;9572;g142e9ca21e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3" name="Google Shape;9573;g142e9ca21e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5" name="Shape 9585"/>
        <p:cNvGrpSpPr/>
        <p:nvPr/>
      </p:nvGrpSpPr>
      <p:grpSpPr>
        <a:xfrm>
          <a:off x="0" y="0"/>
          <a:ext cx="0" cy="0"/>
          <a:chOff x="0" y="0"/>
          <a:chExt cx="0" cy="0"/>
        </a:xfrm>
      </p:grpSpPr>
      <p:sp>
        <p:nvSpPr>
          <p:cNvPr id="9586" name="Google Shape;9586;gd362d286f3_1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7" name="Google Shape;9587;gd362d286f3_1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5" name="Shape 9595"/>
        <p:cNvGrpSpPr/>
        <p:nvPr/>
      </p:nvGrpSpPr>
      <p:grpSpPr>
        <a:xfrm>
          <a:off x="0" y="0"/>
          <a:ext cx="0" cy="0"/>
          <a:chOff x="0" y="0"/>
          <a:chExt cx="0" cy="0"/>
        </a:xfrm>
      </p:grpSpPr>
      <p:sp>
        <p:nvSpPr>
          <p:cNvPr id="9596" name="Google Shape;9596;gd362d286f3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7" name="Google Shape;9597;gd362d286f3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3" name="Shape 9603"/>
        <p:cNvGrpSpPr/>
        <p:nvPr/>
      </p:nvGrpSpPr>
      <p:grpSpPr>
        <a:xfrm>
          <a:off x="0" y="0"/>
          <a:ext cx="0" cy="0"/>
          <a:chOff x="0" y="0"/>
          <a:chExt cx="0" cy="0"/>
        </a:xfrm>
      </p:grpSpPr>
      <p:sp>
        <p:nvSpPr>
          <p:cNvPr id="9604" name="Google Shape;9604;g3edb58c02fe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5" name="Google Shape;9605;g3edb58c02fe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0" name="Shape 9610"/>
        <p:cNvGrpSpPr/>
        <p:nvPr/>
      </p:nvGrpSpPr>
      <p:grpSpPr>
        <a:xfrm>
          <a:off x="0" y="0"/>
          <a:ext cx="0" cy="0"/>
          <a:chOff x="0" y="0"/>
          <a:chExt cx="0" cy="0"/>
        </a:xfrm>
      </p:grpSpPr>
      <p:sp>
        <p:nvSpPr>
          <p:cNvPr id="9611" name="Google Shape;9611;gd362d286f3_1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2" name="Google Shape;9612;gd362d286f3_1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0000" y="1153414"/>
            <a:ext cx="7704000" cy="16458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5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00" y="2799201"/>
            <a:ext cx="43590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6258200" y="3955075"/>
            <a:ext cx="1504025" cy="624000"/>
            <a:chOff x="2067200" y="3936025"/>
            <a:chExt cx="1504025" cy="624000"/>
          </a:xfrm>
        </p:grpSpPr>
        <p:sp>
          <p:nvSpPr>
            <p:cNvPr id="15" name="Google Shape;15;p2"/>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rot="5400000">
            <a:off x="439170" y="-1231703"/>
            <a:ext cx="2103111" cy="3943216"/>
            <a:chOff x="3238754" y="1037105"/>
            <a:chExt cx="2114316" cy="3971813"/>
          </a:xfrm>
        </p:grpSpPr>
        <p:grpSp>
          <p:nvGrpSpPr>
            <p:cNvPr id="19" name="Google Shape;19;p2"/>
            <p:cNvGrpSpPr/>
            <p:nvPr/>
          </p:nvGrpSpPr>
          <p:grpSpPr>
            <a:xfrm rot="352619">
              <a:off x="3514228" y="3929201"/>
              <a:ext cx="820714" cy="663927"/>
              <a:chOff x="1981897" y="1546050"/>
              <a:chExt cx="676612" cy="547354"/>
            </a:xfrm>
          </p:grpSpPr>
          <p:grpSp>
            <p:nvGrpSpPr>
              <p:cNvPr id="20" name="Google Shape;20;p2"/>
              <p:cNvGrpSpPr/>
              <p:nvPr/>
            </p:nvGrpSpPr>
            <p:grpSpPr>
              <a:xfrm>
                <a:off x="2240847" y="1546050"/>
                <a:ext cx="258712" cy="250429"/>
                <a:chOff x="1490538" y="753834"/>
                <a:chExt cx="470985" cy="455906"/>
              </a:xfrm>
            </p:grpSpPr>
            <p:sp>
              <p:nvSpPr>
                <p:cNvPr id="21" name="Google Shape;2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2399797" y="1673288"/>
                <a:ext cx="258712" cy="250429"/>
                <a:chOff x="1490538" y="753834"/>
                <a:chExt cx="470985" cy="455906"/>
              </a:xfrm>
            </p:grpSpPr>
            <p:sp>
              <p:nvSpPr>
                <p:cNvPr id="32" name="Google Shape;3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2"/>
              <p:cNvGrpSpPr/>
              <p:nvPr/>
            </p:nvGrpSpPr>
            <p:grpSpPr>
              <a:xfrm>
                <a:off x="2159535" y="1742038"/>
                <a:ext cx="258712" cy="250429"/>
                <a:chOff x="1490538" y="753834"/>
                <a:chExt cx="470985" cy="455906"/>
              </a:xfrm>
            </p:grpSpPr>
            <p:sp>
              <p:nvSpPr>
                <p:cNvPr id="43" name="Google Shape;4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 name="Google Shape;53;p2"/>
              <p:cNvGrpSpPr/>
              <p:nvPr/>
            </p:nvGrpSpPr>
            <p:grpSpPr>
              <a:xfrm>
                <a:off x="2323985" y="1842975"/>
                <a:ext cx="258712" cy="250429"/>
                <a:chOff x="1490538" y="753834"/>
                <a:chExt cx="470985" cy="455906"/>
              </a:xfrm>
            </p:grpSpPr>
            <p:sp>
              <p:nvSpPr>
                <p:cNvPr id="54" name="Google Shape;5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 name="Google Shape;64;p2"/>
              <p:cNvGrpSpPr/>
              <p:nvPr/>
            </p:nvGrpSpPr>
            <p:grpSpPr>
              <a:xfrm>
                <a:off x="1981897" y="1804075"/>
                <a:ext cx="258712" cy="250429"/>
                <a:chOff x="1490538" y="753834"/>
                <a:chExt cx="470985" cy="455906"/>
              </a:xfrm>
            </p:grpSpPr>
            <p:sp>
              <p:nvSpPr>
                <p:cNvPr id="65" name="Google Shape;6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 name="Google Shape;75;p2"/>
            <p:cNvGrpSpPr/>
            <p:nvPr/>
          </p:nvGrpSpPr>
          <p:grpSpPr>
            <a:xfrm flipH="1" rot="8833976">
              <a:off x="4214846" y="3438470"/>
              <a:ext cx="804524" cy="1469662"/>
              <a:chOff x="3377730" y="919968"/>
              <a:chExt cx="471039" cy="860470"/>
            </a:xfrm>
          </p:grpSpPr>
          <p:grpSp>
            <p:nvGrpSpPr>
              <p:cNvPr id="76" name="Google Shape;76;p2"/>
              <p:cNvGrpSpPr/>
              <p:nvPr/>
            </p:nvGrpSpPr>
            <p:grpSpPr>
              <a:xfrm>
                <a:off x="3377730" y="919968"/>
                <a:ext cx="408804" cy="692511"/>
                <a:chOff x="3377730" y="919968"/>
                <a:chExt cx="408804" cy="692511"/>
              </a:xfrm>
            </p:grpSpPr>
            <p:sp>
              <p:nvSpPr>
                <p:cNvPr id="77" name="Google Shape;7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2"/>
              <p:cNvGrpSpPr/>
              <p:nvPr/>
            </p:nvGrpSpPr>
            <p:grpSpPr>
              <a:xfrm>
                <a:off x="3487239" y="1131104"/>
                <a:ext cx="361530" cy="649334"/>
                <a:chOff x="1266852" y="1150479"/>
                <a:chExt cx="361530" cy="649334"/>
              </a:xfrm>
            </p:grpSpPr>
            <p:sp>
              <p:nvSpPr>
                <p:cNvPr id="90" name="Google Shape;9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 name="Google Shape;98;p2"/>
            <p:cNvGrpSpPr/>
            <p:nvPr/>
          </p:nvGrpSpPr>
          <p:grpSpPr>
            <a:xfrm rot="4488281">
              <a:off x="3583731" y="2580940"/>
              <a:ext cx="887798" cy="871068"/>
              <a:chOff x="3086354" y="1785830"/>
              <a:chExt cx="887833" cy="871102"/>
            </a:xfrm>
          </p:grpSpPr>
          <p:grpSp>
            <p:nvGrpSpPr>
              <p:cNvPr id="99" name="Google Shape;99;p2"/>
              <p:cNvGrpSpPr/>
              <p:nvPr/>
            </p:nvGrpSpPr>
            <p:grpSpPr>
              <a:xfrm rot="-2169427">
                <a:off x="3251277" y="1839739"/>
                <a:ext cx="408803" cy="692509"/>
                <a:chOff x="3377730" y="919968"/>
                <a:chExt cx="408804" cy="692511"/>
              </a:xfrm>
            </p:grpSpPr>
            <p:sp>
              <p:nvSpPr>
                <p:cNvPr id="100" name="Google Shape;10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 name="Google Shape;112;p2"/>
              <p:cNvGrpSpPr/>
              <p:nvPr/>
            </p:nvGrpSpPr>
            <p:grpSpPr>
              <a:xfrm rot="-2169427">
                <a:off x="3455919" y="1963478"/>
                <a:ext cx="361529" cy="649332"/>
                <a:chOff x="1266852" y="1150479"/>
                <a:chExt cx="361530" cy="649334"/>
              </a:xfrm>
            </p:grpSpPr>
            <p:sp>
              <p:nvSpPr>
                <p:cNvPr id="113" name="Google Shape;11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 name="Google Shape;121;p2"/>
            <p:cNvGrpSpPr/>
            <p:nvPr/>
          </p:nvGrpSpPr>
          <p:grpSpPr>
            <a:xfrm>
              <a:off x="3238754" y="1938230"/>
              <a:ext cx="887833" cy="871102"/>
              <a:chOff x="3086354" y="1785830"/>
              <a:chExt cx="887833" cy="871102"/>
            </a:xfrm>
          </p:grpSpPr>
          <p:grpSp>
            <p:nvGrpSpPr>
              <p:cNvPr id="122" name="Google Shape;122;p2"/>
              <p:cNvGrpSpPr/>
              <p:nvPr/>
            </p:nvGrpSpPr>
            <p:grpSpPr>
              <a:xfrm rot="-2169427">
                <a:off x="3251277" y="1839739"/>
                <a:ext cx="408803" cy="692509"/>
                <a:chOff x="3377730" y="919968"/>
                <a:chExt cx="408804" cy="692511"/>
              </a:xfrm>
            </p:grpSpPr>
            <p:sp>
              <p:nvSpPr>
                <p:cNvPr id="123" name="Google Shape;12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 name="Google Shape;135;p2"/>
              <p:cNvGrpSpPr/>
              <p:nvPr/>
            </p:nvGrpSpPr>
            <p:grpSpPr>
              <a:xfrm rot="-2169427">
                <a:off x="3455919" y="1963478"/>
                <a:ext cx="361529" cy="649332"/>
                <a:chOff x="1266852" y="1150479"/>
                <a:chExt cx="361530" cy="649334"/>
              </a:xfrm>
            </p:grpSpPr>
            <p:sp>
              <p:nvSpPr>
                <p:cNvPr id="136" name="Google Shape;13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 name="Google Shape;144;p2"/>
            <p:cNvGrpSpPr/>
            <p:nvPr/>
          </p:nvGrpSpPr>
          <p:grpSpPr>
            <a:xfrm>
              <a:off x="3490978" y="1037105"/>
              <a:ext cx="575468" cy="1051322"/>
              <a:chOff x="3377730" y="919968"/>
              <a:chExt cx="471039" cy="860470"/>
            </a:xfrm>
          </p:grpSpPr>
          <p:grpSp>
            <p:nvGrpSpPr>
              <p:cNvPr id="145" name="Google Shape;145;p2"/>
              <p:cNvGrpSpPr/>
              <p:nvPr/>
            </p:nvGrpSpPr>
            <p:grpSpPr>
              <a:xfrm>
                <a:off x="3377730" y="919968"/>
                <a:ext cx="408804" cy="692511"/>
                <a:chOff x="3377730" y="919968"/>
                <a:chExt cx="408804" cy="692511"/>
              </a:xfrm>
            </p:grpSpPr>
            <p:sp>
              <p:nvSpPr>
                <p:cNvPr id="146" name="Google Shape;14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2"/>
              <p:cNvGrpSpPr/>
              <p:nvPr/>
            </p:nvGrpSpPr>
            <p:grpSpPr>
              <a:xfrm>
                <a:off x="3487239" y="1131104"/>
                <a:ext cx="361530" cy="649334"/>
                <a:chOff x="1266852" y="1150479"/>
                <a:chExt cx="361530" cy="649334"/>
              </a:xfrm>
            </p:grpSpPr>
            <p:sp>
              <p:nvSpPr>
                <p:cNvPr id="159" name="Google Shape;15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 name="Google Shape;167;p2"/>
            <p:cNvGrpSpPr/>
            <p:nvPr/>
          </p:nvGrpSpPr>
          <p:grpSpPr>
            <a:xfrm>
              <a:off x="3517102" y="2473933"/>
              <a:ext cx="590853" cy="538858"/>
              <a:chOff x="2374102" y="2397733"/>
              <a:chExt cx="590853" cy="538858"/>
            </a:xfrm>
          </p:grpSpPr>
          <p:grpSp>
            <p:nvGrpSpPr>
              <p:cNvPr id="168" name="Google Shape;168;p2"/>
              <p:cNvGrpSpPr/>
              <p:nvPr/>
            </p:nvGrpSpPr>
            <p:grpSpPr>
              <a:xfrm>
                <a:off x="2374102" y="2397733"/>
                <a:ext cx="590853" cy="538858"/>
                <a:chOff x="1993102" y="2397733"/>
                <a:chExt cx="590853" cy="538858"/>
              </a:xfrm>
            </p:grpSpPr>
            <p:sp>
              <p:nvSpPr>
                <p:cNvPr id="169" name="Google Shape;16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 name="Google Shape;18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 name="Google Shape;188;p2"/>
              <p:cNvGrpSpPr/>
              <p:nvPr/>
            </p:nvGrpSpPr>
            <p:grpSpPr>
              <a:xfrm>
                <a:off x="2672051" y="2466803"/>
                <a:ext cx="88776" cy="97630"/>
                <a:chOff x="2291051" y="2466803"/>
                <a:chExt cx="88776" cy="97630"/>
              </a:xfrm>
            </p:grpSpPr>
            <p:sp>
              <p:nvSpPr>
                <p:cNvPr id="189" name="Google Shape;18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 name="Google Shape;21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 name="Google Shape;225;p2"/>
            <p:cNvGrpSpPr/>
            <p:nvPr/>
          </p:nvGrpSpPr>
          <p:grpSpPr>
            <a:xfrm rot="352659">
              <a:off x="3394332" y="1622136"/>
              <a:ext cx="676583" cy="547330"/>
              <a:chOff x="1981897" y="1546050"/>
              <a:chExt cx="676612" cy="547354"/>
            </a:xfrm>
          </p:grpSpPr>
          <p:grpSp>
            <p:nvGrpSpPr>
              <p:cNvPr id="226" name="Google Shape;226;p2"/>
              <p:cNvGrpSpPr/>
              <p:nvPr/>
            </p:nvGrpSpPr>
            <p:grpSpPr>
              <a:xfrm>
                <a:off x="2240847" y="1546050"/>
                <a:ext cx="258712" cy="250429"/>
                <a:chOff x="1490538" y="753834"/>
                <a:chExt cx="470985" cy="455906"/>
              </a:xfrm>
            </p:grpSpPr>
            <p:sp>
              <p:nvSpPr>
                <p:cNvPr id="227" name="Google Shape;22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2"/>
              <p:cNvGrpSpPr/>
              <p:nvPr/>
            </p:nvGrpSpPr>
            <p:grpSpPr>
              <a:xfrm>
                <a:off x="2399797" y="1673288"/>
                <a:ext cx="258712" cy="250429"/>
                <a:chOff x="1490538" y="753834"/>
                <a:chExt cx="470985" cy="455906"/>
              </a:xfrm>
            </p:grpSpPr>
            <p:sp>
              <p:nvSpPr>
                <p:cNvPr id="238" name="Google Shape;23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
              <p:cNvGrpSpPr/>
              <p:nvPr/>
            </p:nvGrpSpPr>
            <p:grpSpPr>
              <a:xfrm>
                <a:off x="2159535" y="1742038"/>
                <a:ext cx="258712" cy="250429"/>
                <a:chOff x="1490538" y="753834"/>
                <a:chExt cx="470985" cy="455906"/>
              </a:xfrm>
            </p:grpSpPr>
            <p:sp>
              <p:nvSpPr>
                <p:cNvPr id="249" name="Google Shape;24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 name="Google Shape;259;p2"/>
              <p:cNvGrpSpPr/>
              <p:nvPr/>
            </p:nvGrpSpPr>
            <p:grpSpPr>
              <a:xfrm>
                <a:off x="2323985" y="1842975"/>
                <a:ext cx="258712" cy="250429"/>
                <a:chOff x="1490538" y="753834"/>
                <a:chExt cx="470985" cy="455906"/>
              </a:xfrm>
            </p:grpSpPr>
            <p:sp>
              <p:nvSpPr>
                <p:cNvPr id="260" name="Google Shape;26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2"/>
              <p:cNvGrpSpPr/>
              <p:nvPr/>
            </p:nvGrpSpPr>
            <p:grpSpPr>
              <a:xfrm>
                <a:off x="1981897" y="1804075"/>
                <a:ext cx="258712" cy="250429"/>
                <a:chOff x="1490538" y="753834"/>
                <a:chExt cx="470985" cy="455906"/>
              </a:xfrm>
            </p:grpSpPr>
            <p:sp>
              <p:nvSpPr>
                <p:cNvPr id="271" name="Google Shape;27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 name="Google Shape;281;p2"/>
            <p:cNvGrpSpPr/>
            <p:nvPr/>
          </p:nvGrpSpPr>
          <p:grpSpPr>
            <a:xfrm flipH="1">
              <a:off x="3270102" y="2806996"/>
              <a:ext cx="590853" cy="538858"/>
              <a:chOff x="2374102" y="2397733"/>
              <a:chExt cx="590853" cy="538858"/>
            </a:xfrm>
          </p:grpSpPr>
          <p:grpSp>
            <p:nvGrpSpPr>
              <p:cNvPr id="282" name="Google Shape;282;p2"/>
              <p:cNvGrpSpPr/>
              <p:nvPr/>
            </p:nvGrpSpPr>
            <p:grpSpPr>
              <a:xfrm>
                <a:off x="2374102" y="2397733"/>
                <a:ext cx="590853" cy="538858"/>
                <a:chOff x="1993102" y="2397733"/>
                <a:chExt cx="590853" cy="538858"/>
              </a:xfrm>
            </p:grpSpPr>
            <p:sp>
              <p:nvSpPr>
                <p:cNvPr id="283" name="Google Shape;28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2"/>
              <p:cNvGrpSpPr/>
              <p:nvPr/>
            </p:nvGrpSpPr>
            <p:grpSpPr>
              <a:xfrm>
                <a:off x="2672051" y="2466803"/>
                <a:ext cx="88776" cy="97630"/>
                <a:chOff x="2291051" y="2466803"/>
                <a:chExt cx="88776" cy="97630"/>
              </a:xfrm>
            </p:grpSpPr>
            <p:sp>
              <p:nvSpPr>
                <p:cNvPr id="303" name="Google Shape;30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 name="Google Shape;339;p2"/>
            <p:cNvGrpSpPr/>
            <p:nvPr/>
          </p:nvGrpSpPr>
          <p:grpSpPr>
            <a:xfrm>
              <a:off x="3446433" y="3091192"/>
              <a:ext cx="1319021" cy="1203001"/>
              <a:chOff x="2374102" y="2397733"/>
              <a:chExt cx="590853" cy="538858"/>
            </a:xfrm>
          </p:grpSpPr>
          <p:grpSp>
            <p:nvGrpSpPr>
              <p:cNvPr id="340" name="Google Shape;340;p2"/>
              <p:cNvGrpSpPr/>
              <p:nvPr/>
            </p:nvGrpSpPr>
            <p:grpSpPr>
              <a:xfrm>
                <a:off x="2374102" y="2397733"/>
                <a:ext cx="590853" cy="538858"/>
                <a:chOff x="1993102" y="2397733"/>
                <a:chExt cx="590853" cy="538858"/>
              </a:xfrm>
            </p:grpSpPr>
            <p:sp>
              <p:nvSpPr>
                <p:cNvPr id="341" name="Google Shape;34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 name="Google Shape;360;p2"/>
              <p:cNvGrpSpPr/>
              <p:nvPr/>
            </p:nvGrpSpPr>
            <p:grpSpPr>
              <a:xfrm>
                <a:off x="2672051" y="2466803"/>
                <a:ext cx="88776" cy="97630"/>
                <a:chOff x="2291051" y="2466803"/>
                <a:chExt cx="88776" cy="97630"/>
              </a:xfrm>
            </p:grpSpPr>
            <p:sp>
              <p:nvSpPr>
                <p:cNvPr id="361" name="Google Shape;36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 name="Google Shape;39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2"/>
            <p:cNvGrpSpPr/>
            <p:nvPr/>
          </p:nvGrpSpPr>
          <p:grpSpPr>
            <a:xfrm>
              <a:off x="4490110" y="3659885"/>
              <a:ext cx="365767" cy="351686"/>
              <a:chOff x="1490538" y="753834"/>
              <a:chExt cx="470985" cy="455906"/>
            </a:xfrm>
          </p:grpSpPr>
          <p:sp>
            <p:nvSpPr>
              <p:cNvPr id="398" name="Google Shape;3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 name="Google Shape;408;p2"/>
            <p:cNvGrpSpPr/>
            <p:nvPr/>
          </p:nvGrpSpPr>
          <p:grpSpPr>
            <a:xfrm rot="-975329">
              <a:off x="4865699" y="3543897"/>
              <a:ext cx="365789" cy="351698"/>
              <a:chOff x="1490538" y="753834"/>
              <a:chExt cx="470985" cy="455906"/>
            </a:xfrm>
          </p:grpSpPr>
          <p:sp>
            <p:nvSpPr>
              <p:cNvPr id="409" name="Google Shape;4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 name="Google Shape;419;p2"/>
          <p:cNvGrpSpPr/>
          <p:nvPr/>
        </p:nvGrpSpPr>
        <p:grpSpPr>
          <a:xfrm>
            <a:off x="514252" y="1954402"/>
            <a:ext cx="411494" cy="164598"/>
            <a:chOff x="2449294" y="636165"/>
            <a:chExt cx="322588" cy="124262"/>
          </a:xfrm>
        </p:grpSpPr>
        <p:sp>
          <p:nvSpPr>
            <p:cNvPr id="420" name="Google Shape;420;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 name="Google Shape;429;p2"/>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 name="Google Shape;437;p2"/>
          <p:cNvGrpSpPr/>
          <p:nvPr/>
        </p:nvGrpSpPr>
        <p:grpSpPr>
          <a:xfrm flipH="1">
            <a:off x="1284972" y="1038482"/>
            <a:ext cx="411494" cy="164598"/>
            <a:chOff x="2449294" y="636165"/>
            <a:chExt cx="322588" cy="124262"/>
          </a:xfrm>
        </p:grpSpPr>
        <p:sp>
          <p:nvSpPr>
            <p:cNvPr id="438" name="Google Shape;43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 name="Google Shape;447;p2"/>
          <p:cNvGrpSpPr/>
          <p:nvPr/>
        </p:nvGrpSpPr>
        <p:grpSpPr>
          <a:xfrm flipH="1">
            <a:off x="6751497" y="678045"/>
            <a:ext cx="411494" cy="164598"/>
            <a:chOff x="2449294" y="636165"/>
            <a:chExt cx="322588" cy="124262"/>
          </a:xfrm>
        </p:grpSpPr>
        <p:sp>
          <p:nvSpPr>
            <p:cNvPr id="448" name="Google Shape;44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2"/>
          <p:cNvGrpSpPr/>
          <p:nvPr/>
        </p:nvGrpSpPr>
        <p:grpSpPr>
          <a:xfrm>
            <a:off x="8575747" y="1993670"/>
            <a:ext cx="411494" cy="164598"/>
            <a:chOff x="2449294" y="636165"/>
            <a:chExt cx="322588" cy="124262"/>
          </a:xfrm>
        </p:grpSpPr>
        <p:sp>
          <p:nvSpPr>
            <p:cNvPr id="458" name="Google Shape;45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2"/>
          <p:cNvGrpSpPr/>
          <p:nvPr/>
        </p:nvGrpSpPr>
        <p:grpSpPr>
          <a:xfrm flipH="1" rot="10800000">
            <a:off x="7008738" y="922775"/>
            <a:ext cx="365767" cy="351138"/>
            <a:chOff x="1490538" y="753834"/>
            <a:chExt cx="470985" cy="455906"/>
          </a:xfrm>
        </p:grpSpPr>
        <p:sp>
          <p:nvSpPr>
            <p:cNvPr id="468" name="Google Shape;46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2"/>
          <p:cNvGrpSpPr/>
          <p:nvPr/>
        </p:nvGrpSpPr>
        <p:grpSpPr>
          <a:xfrm flipH="1" rot="-5400000">
            <a:off x="6601720" y="-1231703"/>
            <a:ext cx="2103111" cy="3943216"/>
            <a:chOff x="3238754" y="1037105"/>
            <a:chExt cx="2114316" cy="3971813"/>
          </a:xfrm>
        </p:grpSpPr>
        <p:grpSp>
          <p:nvGrpSpPr>
            <p:cNvPr id="479" name="Google Shape;479;p2"/>
            <p:cNvGrpSpPr/>
            <p:nvPr/>
          </p:nvGrpSpPr>
          <p:grpSpPr>
            <a:xfrm rot="352619">
              <a:off x="3514228" y="3929201"/>
              <a:ext cx="820714" cy="663927"/>
              <a:chOff x="1981897" y="1546050"/>
              <a:chExt cx="676612" cy="547354"/>
            </a:xfrm>
          </p:grpSpPr>
          <p:grpSp>
            <p:nvGrpSpPr>
              <p:cNvPr id="480" name="Google Shape;480;p2"/>
              <p:cNvGrpSpPr/>
              <p:nvPr/>
            </p:nvGrpSpPr>
            <p:grpSpPr>
              <a:xfrm>
                <a:off x="2240847" y="1546050"/>
                <a:ext cx="258712" cy="250429"/>
                <a:chOff x="1490538" y="753834"/>
                <a:chExt cx="470985" cy="455906"/>
              </a:xfrm>
            </p:grpSpPr>
            <p:sp>
              <p:nvSpPr>
                <p:cNvPr id="481" name="Google Shape;48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 name="Google Shape;491;p2"/>
              <p:cNvGrpSpPr/>
              <p:nvPr/>
            </p:nvGrpSpPr>
            <p:grpSpPr>
              <a:xfrm>
                <a:off x="2399797" y="1673288"/>
                <a:ext cx="258712" cy="250429"/>
                <a:chOff x="1490538" y="753834"/>
                <a:chExt cx="470985" cy="455906"/>
              </a:xfrm>
            </p:grpSpPr>
            <p:sp>
              <p:nvSpPr>
                <p:cNvPr id="492" name="Google Shape;49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
              <p:cNvGrpSpPr/>
              <p:nvPr/>
            </p:nvGrpSpPr>
            <p:grpSpPr>
              <a:xfrm>
                <a:off x="2159535" y="1742038"/>
                <a:ext cx="258712" cy="250429"/>
                <a:chOff x="1490538" y="753834"/>
                <a:chExt cx="470985" cy="455906"/>
              </a:xfrm>
            </p:grpSpPr>
            <p:sp>
              <p:nvSpPr>
                <p:cNvPr id="503" name="Google Shape;50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2"/>
              <p:cNvGrpSpPr/>
              <p:nvPr/>
            </p:nvGrpSpPr>
            <p:grpSpPr>
              <a:xfrm>
                <a:off x="2323985" y="1842975"/>
                <a:ext cx="258712" cy="250429"/>
                <a:chOff x="1490538" y="753834"/>
                <a:chExt cx="470985" cy="455906"/>
              </a:xfrm>
            </p:grpSpPr>
            <p:sp>
              <p:nvSpPr>
                <p:cNvPr id="514" name="Google Shape;51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2"/>
              <p:cNvGrpSpPr/>
              <p:nvPr/>
            </p:nvGrpSpPr>
            <p:grpSpPr>
              <a:xfrm>
                <a:off x="1981897" y="1804075"/>
                <a:ext cx="258712" cy="250429"/>
                <a:chOff x="1490538" y="753834"/>
                <a:chExt cx="470985" cy="455906"/>
              </a:xfrm>
            </p:grpSpPr>
            <p:sp>
              <p:nvSpPr>
                <p:cNvPr id="525" name="Google Shape;52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 name="Google Shape;535;p2"/>
            <p:cNvGrpSpPr/>
            <p:nvPr/>
          </p:nvGrpSpPr>
          <p:grpSpPr>
            <a:xfrm flipH="1" rot="8833976">
              <a:off x="4214846" y="3438470"/>
              <a:ext cx="804524" cy="1469662"/>
              <a:chOff x="3377730" y="919968"/>
              <a:chExt cx="471039" cy="860470"/>
            </a:xfrm>
          </p:grpSpPr>
          <p:grpSp>
            <p:nvGrpSpPr>
              <p:cNvPr id="536" name="Google Shape;536;p2"/>
              <p:cNvGrpSpPr/>
              <p:nvPr/>
            </p:nvGrpSpPr>
            <p:grpSpPr>
              <a:xfrm>
                <a:off x="3377730" y="919968"/>
                <a:ext cx="408804" cy="692511"/>
                <a:chOff x="3377730" y="919968"/>
                <a:chExt cx="408804" cy="692511"/>
              </a:xfrm>
            </p:grpSpPr>
            <p:sp>
              <p:nvSpPr>
                <p:cNvPr id="537" name="Google Shape;53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2"/>
              <p:cNvGrpSpPr/>
              <p:nvPr/>
            </p:nvGrpSpPr>
            <p:grpSpPr>
              <a:xfrm>
                <a:off x="3487239" y="1131104"/>
                <a:ext cx="361530" cy="649334"/>
                <a:chOff x="1266852" y="1150479"/>
                <a:chExt cx="361530" cy="649334"/>
              </a:xfrm>
            </p:grpSpPr>
            <p:sp>
              <p:nvSpPr>
                <p:cNvPr id="550" name="Google Shape;55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 name="Google Shape;558;p2"/>
            <p:cNvGrpSpPr/>
            <p:nvPr/>
          </p:nvGrpSpPr>
          <p:grpSpPr>
            <a:xfrm rot="4488281">
              <a:off x="3583731" y="2580940"/>
              <a:ext cx="887798" cy="871068"/>
              <a:chOff x="3086354" y="1785830"/>
              <a:chExt cx="887833" cy="871102"/>
            </a:xfrm>
          </p:grpSpPr>
          <p:grpSp>
            <p:nvGrpSpPr>
              <p:cNvPr id="559" name="Google Shape;559;p2"/>
              <p:cNvGrpSpPr/>
              <p:nvPr/>
            </p:nvGrpSpPr>
            <p:grpSpPr>
              <a:xfrm rot="-2169427">
                <a:off x="3251277" y="1839739"/>
                <a:ext cx="408803" cy="692509"/>
                <a:chOff x="3377730" y="919968"/>
                <a:chExt cx="408804" cy="692511"/>
              </a:xfrm>
            </p:grpSpPr>
            <p:sp>
              <p:nvSpPr>
                <p:cNvPr id="560" name="Google Shape;56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2"/>
              <p:cNvGrpSpPr/>
              <p:nvPr/>
            </p:nvGrpSpPr>
            <p:grpSpPr>
              <a:xfrm rot="-2169427">
                <a:off x="3455919" y="1963478"/>
                <a:ext cx="361529" cy="649332"/>
                <a:chOff x="1266852" y="1150479"/>
                <a:chExt cx="361530" cy="649334"/>
              </a:xfrm>
            </p:grpSpPr>
            <p:sp>
              <p:nvSpPr>
                <p:cNvPr id="573" name="Google Shape;57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 name="Google Shape;581;p2"/>
            <p:cNvGrpSpPr/>
            <p:nvPr/>
          </p:nvGrpSpPr>
          <p:grpSpPr>
            <a:xfrm>
              <a:off x="3238754" y="1938230"/>
              <a:ext cx="887833" cy="871102"/>
              <a:chOff x="3086354" y="1785830"/>
              <a:chExt cx="887833" cy="871102"/>
            </a:xfrm>
          </p:grpSpPr>
          <p:grpSp>
            <p:nvGrpSpPr>
              <p:cNvPr id="582" name="Google Shape;582;p2"/>
              <p:cNvGrpSpPr/>
              <p:nvPr/>
            </p:nvGrpSpPr>
            <p:grpSpPr>
              <a:xfrm rot="-2169427">
                <a:off x="3251277" y="1839739"/>
                <a:ext cx="408803" cy="692509"/>
                <a:chOff x="3377730" y="919968"/>
                <a:chExt cx="408804" cy="692511"/>
              </a:xfrm>
            </p:grpSpPr>
            <p:sp>
              <p:nvSpPr>
                <p:cNvPr id="583" name="Google Shape;58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2"/>
              <p:cNvGrpSpPr/>
              <p:nvPr/>
            </p:nvGrpSpPr>
            <p:grpSpPr>
              <a:xfrm rot="-2169427">
                <a:off x="3455919" y="1963478"/>
                <a:ext cx="361529" cy="649332"/>
                <a:chOff x="1266852" y="1150479"/>
                <a:chExt cx="361530" cy="649334"/>
              </a:xfrm>
            </p:grpSpPr>
            <p:sp>
              <p:nvSpPr>
                <p:cNvPr id="596" name="Google Shape;59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 name="Google Shape;604;p2"/>
            <p:cNvGrpSpPr/>
            <p:nvPr/>
          </p:nvGrpSpPr>
          <p:grpSpPr>
            <a:xfrm>
              <a:off x="3490978" y="1037105"/>
              <a:ext cx="575468" cy="1051322"/>
              <a:chOff x="3377730" y="919968"/>
              <a:chExt cx="471039" cy="860470"/>
            </a:xfrm>
          </p:grpSpPr>
          <p:grpSp>
            <p:nvGrpSpPr>
              <p:cNvPr id="605" name="Google Shape;605;p2"/>
              <p:cNvGrpSpPr/>
              <p:nvPr/>
            </p:nvGrpSpPr>
            <p:grpSpPr>
              <a:xfrm>
                <a:off x="3377730" y="919968"/>
                <a:ext cx="408804" cy="692511"/>
                <a:chOff x="3377730" y="919968"/>
                <a:chExt cx="408804" cy="692511"/>
              </a:xfrm>
            </p:grpSpPr>
            <p:sp>
              <p:nvSpPr>
                <p:cNvPr id="606" name="Google Shape;60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2"/>
              <p:cNvGrpSpPr/>
              <p:nvPr/>
            </p:nvGrpSpPr>
            <p:grpSpPr>
              <a:xfrm>
                <a:off x="3487239" y="1131104"/>
                <a:ext cx="361530" cy="649334"/>
                <a:chOff x="1266852" y="1150479"/>
                <a:chExt cx="361530" cy="649334"/>
              </a:xfrm>
            </p:grpSpPr>
            <p:sp>
              <p:nvSpPr>
                <p:cNvPr id="619" name="Google Shape;61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 name="Google Shape;627;p2"/>
            <p:cNvGrpSpPr/>
            <p:nvPr/>
          </p:nvGrpSpPr>
          <p:grpSpPr>
            <a:xfrm>
              <a:off x="3517102" y="2473933"/>
              <a:ext cx="590853" cy="538858"/>
              <a:chOff x="2374102" y="2397733"/>
              <a:chExt cx="590853" cy="538858"/>
            </a:xfrm>
          </p:grpSpPr>
          <p:grpSp>
            <p:nvGrpSpPr>
              <p:cNvPr id="628" name="Google Shape;628;p2"/>
              <p:cNvGrpSpPr/>
              <p:nvPr/>
            </p:nvGrpSpPr>
            <p:grpSpPr>
              <a:xfrm>
                <a:off x="2374102" y="2397733"/>
                <a:ext cx="590853" cy="538858"/>
                <a:chOff x="1993102" y="2397733"/>
                <a:chExt cx="590853" cy="538858"/>
              </a:xfrm>
            </p:grpSpPr>
            <p:sp>
              <p:nvSpPr>
                <p:cNvPr id="629" name="Google Shape;62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 name="Google Shape;64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 name="Google Shape;648;p2"/>
              <p:cNvGrpSpPr/>
              <p:nvPr/>
            </p:nvGrpSpPr>
            <p:grpSpPr>
              <a:xfrm>
                <a:off x="2672051" y="2466803"/>
                <a:ext cx="88776" cy="97630"/>
                <a:chOff x="2291051" y="2466803"/>
                <a:chExt cx="88776" cy="97630"/>
              </a:xfrm>
            </p:grpSpPr>
            <p:sp>
              <p:nvSpPr>
                <p:cNvPr id="649" name="Google Shape;64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 name="Google Shape;67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2"/>
            <p:cNvGrpSpPr/>
            <p:nvPr/>
          </p:nvGrpSpPr>
          <p:grpSpPr>
            <a:xfrm rot="352659">
              <a:off x="3394332" y="1622136"/>
              <a:ext cx="676583" cy="547330"/>
              <a:chOff x="1981897" y="1546050"/>
              <a:chExt cx="676612" cy="547354"/>
            </a:xfrm>
          </p:grpSpPr>
          <p:grpSp>
            <p:nvGrpSpPr>
              <p:cNvPr id="686" name="Google Shape;686;p2"/>
              <p:cNvGrpSpPr/>
              <p:nvPr/>
            </p:nvGrpSpPr>
            <p:grpSpPr>
              <a:xfrm>
                <a:off x="2240847" y="1546050"/>
                <a:ext cx="258712" cy="250429"/>
                <a:chOff x="1490538" y="753834"/>
                <a:chExt cx="470985" cy="455906"/>
              </a:xfrm>
            </p:grpSpPr>
            <p:sp>
              <p:nvSpPr>
                <p:cNvPr id="687" name="Google Shape;68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2"/>
              <p:cNvGrpSpPr/>
              <p:nvPr/>
            </p:nvGrpSpPr>
            <p:grpSpPr>
              <a:xfrm>
                <a:off x="2399797" y="1673288"/>
                <a:ext cx="258712" cy="250429"/>
                <a:chOff x="1490538" y="753834"/>
                <a:chExt cx="470985" cy="455906"/>
              </a:xfrm>
            </p:grpSpPr>
            <p:sp>
              <p:nvSpPr>
                <p:cNvPr id="698" name="Google Shape;6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2"/>
              <p:cNvGrpSpPr/>
              <p:nvPr/>
            </p:nvGrpSpPr>
            <p:grpSpPr>
              <a:xfrm>
                <a:off x="2159535" y="1742038"/>
                <a:ext cx="258712" cy="250429"/>
                <a:chOff x="1490538" y="753834"/>
                <a:chExt cx="470985" cy="455906"/>
              </a:xfrm>
            </p:grpSpPr>
            <p:sp>
              <p:nvSpPr>
                <p:cNvPr id="709" name="Google Shape;7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
              <p:cNvGrpSpPr/>
              <p:nvPr/>
            </p:nvGrpSpPr>
            <p:grpSpPr>
              <a:xfrm>
                <a:off x="2323985" y="1842975"/>
                <a:ext cx="258712" cy="250429"/>
                <a:chOff x="1490538" y="753834"/>
                <a:chExt cx="470985" cy="455906"/>
              </a:xfrm>
            </p:grpSpPr>
            <p:sp>
              <p:nvSpPr>
                <p:cNvPr id="720" name="Google Shape;72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2"/>
              <p:cNvGrpSpPr/>
              <p:nvPr/>
            </p:nvGrpSpPr>
            <p:grpSpPr>
              <a:xfrm>
                <a:off x="1981897" y="1804075"/>
                <a:ext cx="258712" cy="250429"/>
                <a:chOff x="1490538" y="753834"/>
                <a:chExt cx="470985" cy="455906"/>
              </a:xfrm>
            </p:grpSpPr>
            <p:sp>
              <p:nvSpPr>
                <p:cNvPr id="731" name="Google Shape;73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 name="Google Shape;741;p2"/>
            <p:cNvGrpSpPr/>
            <p:nvPr/>
          </p:nvGrpSpPr>
          <p:grpSpPr>
            <a:xfrm flipH="1">
              <a:off x="3270102" y="2806996"/>
              <a:ext cx="590853" cy="538858"/>
              <a:chOff x="2374102" y="2397733"/>
              <a:chExt cx="590853" cy="538858"/>
            </a:xfrm>
          </p:grpSpPr>
          <p:grpSp>
            <p:nvGrpSpPr>
              <p:cNvPr id="742" name="Google Shape;742;p2"/>
              <p:cNvGrpSpPr/>
              <p:nvPr/>
            </p:nvGrpSpPr>
            <p:grpSpPr>
              <a:xfrm>
                <a:off x="2374102" y="2397733"/>
                <a:ext cx="590853" cy="538858"/>
                <a:chOff x="1993102" y="2397733"/>
                <a:chExt cx="590853" cy="538858"/>
              </a:xfrm>
            </p:grpSpPr>
            <p:sp>
              <p:nvSpPr>
                <p:cNvPr id="743" name="Google Shape;74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 name="Google Shape;75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2"/>
              <p:cNvGrpSpPr/>
              <p:nvPr/>
            </p:nvGrpSpPr>
            <p:grpSpPr>
              <a:xfrm>
                <a:off x="2672051" y="2466803"/>
                <a:ext cx="88776" cy="97630"/>
                <a:chOff x="2291051" y="2466803"/>
                <a:chExt cx="88776" cy="97630"/>
              </a:xfrm>
            </p:grpSpPr>
            <p:sp>
              <p:nvSpPr>
                <p:cNvPr id="763" name="Google Shape;76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 name="Google Shape;79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 name="Google Shape;799;p2"/>
            <p:cNvGrpSpPr/>
            <p:nvPr/>
          </p:nvGrpSpPr>
          <p:grpSpPr>
            <a:xfrm>
              <a:off x="3446433" y="3091192"/>
              <a:ext cx="1319021" cy="1203001"/>
              <a:chOff x="2374102" y="2397733"/>
              <a:chExt cx="590853" cy="538858"/>
            </a:xfrm>
          </p:grpSpPr>
          <p:grpSp>
            <p:nvGrpSpPr>
              <p:cNvPr id="800" name="Google Shape;800;p2"/>
              <p:cNvGrpSpPr/>
              <p:nvPr/>
            </p:nvGrpSpPr>
            <p:grpSpPr>
              <a:xfrm>
                <a:off x="2374102" y="2397733"/>
                <a:ext cx="590853" cy="538858"/>
                <a:chOff x="1993102" y="2397733"/>
                <a:chExt cx="590853" cy="538858"/>
              </a:xfrm>
            </p:grpSpPr>
            <p:sp>
              <p:nvSpPr>
                <p:cNvPr id="801" name="Google Shape;80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 name="Google Shape;820;p2"/>
              <p:cNvGrpSpPr/>
              <p:nvPr/>
            </p:nvGrpSpPr>
            <p:grpSpPr>
              <a:xfrm>
                <a:off x="2672051" y="2466803"/>
                <a:ext cx="88776" cy="97630"/>
                <a:chOff x="2291051" y="2466803"/>
                <a:chExt cx="88776" cy="97630"/>
              </a:xfrm>
            </p:grpSpPr>
            <p:sp>
              <p:nvSpPr>
                <p:cNvPr id="821" name="Google Shape;82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 name="Google Shape;85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2"/>
            <p:cNvGrpSpPr/>
            <p:nvPr/>
          </p:nvGrpSpPr>
          <p:grpSpPr>
            <a:xfrm>
              <a:off x="4490110" y="3659885"/>
              <a:ext cx="365767" cy="351686"/>
              <a:chOff x="1490538" y="753834"/>
              <a:chExt cx="470985" cy="455906"/>
            </a:xfrm>
          </p:grpSpPr>
          <p:sp>
            <p:nvSpPr>
              <p:cNvPr id="858" name="Google Shape;85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2"/>
            <p:cNvGrpSpPr/>
            <p:nvPr/>
          </p:nvGrpSpPr>
          <p:grpSpPr>
            <a:xfrm rot="-975329">
              <a:off x="4865699" y="3543897"/>
              <a:ext cx="365789" cy="351698"/>
              <a:chOff x="1490538" y="753834"/>
              <a:chExt cx="470985" cy="455906"/>
            </a:xfrm>
          </p:grpSpPr>
          <p:sp>
            <p:nvSpPr>
              <p:cNvPr id="869" name="Google Shape;86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9" name="Google Shape;879;p2"/>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03" name="Shape 903"/>
        <p:cNvGrpSpPr/>
        <p:nvPr/>
      </p:nvGrpSpPr>
      <p:grpSpPr>
        <a:xfrm>
          <a:off x="0" y="0"/>
          <a:ext cx="0" cy="0"/>
          <a:chOff x="0" y="0"/>
          <a:chExt cx="0" cy="0"/>
        </a:xfrm>
      </p:grpSpPr>
      <p:grpSp>
        <p:nvGrpSpPr>
          <p:cNvPr id="904" name="Google Shape;904;p3"/>
          <p:cNvGrpSpPr/>
          <p:nvPr/>
        </p:nvGrpSpPr>
        <p:grpSpPr>
          <a:xfrm>
            <a:off x="7227397" y="2271842"/>
            <a:ext cx="1651884" cy="1970411"/>
            <a:chOff x="3062787" y="1406808"/>
            <a:chExt cx="1341142" cy="1599749"/>
          </a:xfrm>
        </p:grpSpPr>
        <p:sp>
          <p:nvSpPr>
            <p:cNvPr id="905" name="Google Shape;905;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
            <p:cNvSpPr/>
            <p:nvPr/>
          </p:nvSpPr>
          <p:spPr>
            <a:xfrm>
              <a:off x="3799337" y="2068508"/>
              <a:ext cx="137746" cy="586873"/>
            </a:xfrm>
            <a:custGeom>
              <a:rect b="b" l="l" r="r" t="t"/>
              <a:pathLst>
                <a:path extrusionOk="0" h="24643" w="5784">
                  <a:moveTo>
                    <a:pt x="4808" y="1"/>
                  </a:moveTo>
                  <a:cubicBezTo>
                    <a:pt x="3202" y="5759"/>
                    <a:pt x="1610" y="11681"/>
                    <a:pt x="1" y="17437"/>
                  </a:cubicBezTo>
                  <a:lnTo>
                    <a:pt x="1524" y="24643"/>
                  </a:lnTo>
                  <a:cubicBezTo>
                    <a:pt x="2944" y="16478"/>
                    <a:pt x="4362" y="8313"/>
                    <a:pt x="5783" y="147"/>
                  </a:cubicBezTo>
                  <a:cubicBezTo>
                    <a:pt x="5419" y="113"/>
                    <a:pt x="5172" y="38"/>
                    <a:pt x="48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3799337" y="2425995"/>
              <a:ext cx="58275" cy="229386"/>
            </a:xfrm>
            <a:custGeom>
              <a:rect b="b" l="l" r="r" t="t"/>
              <a:pathLst>
                <a:path extrusionOk="0" h="9632" w="2447">
                  <a:moveTo>
                    <a:pt x="674" y="0"/>
                  </a:moveTo>
                  <a:cubicBezTo>
                    <a:pt x="451" y="814"/>
                    <a:pt x="226" y="1624"/>
                    <a:pt x="1" y="2428"/>
                  </a:cubicBezTo>
                  <a:lnTo>
                    <a:pt x="1524" y="9632"/>
                  </a:lnTo>
                  <a:cubicBezTo>
                    <a:pt x="1832" y="7868"/>
                    <a:pt x="2139" y="6102"/>
                    <a:pt x="2447" y="4335"/>
                  </a:cubicBezTo>
                  <a:lnTo>
                    <a:pt x="675" y="2"/>
                  </a:lnTo>
                  <a:lnTo>
                    <a:pt x="674"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
            <p:cNvSpPr/>
            <p:nvPr/>
          </p:nvSpPr>
          <p:spPr>
            <a:xfrm>
              <a:off x="3713246" y="2081749"/>
              <a:ext cx="219812" cy="924808"/>
            </a:xfrm>
            <a:custGeom>
              <a:rect b="b" l="l" r="r" t="t"/>
              <a:pathLst>
                <a:path extrusionOk="0" h="38833" w="9230">
                  <a:moveTo>
                    <a:pt x="495" y="1"/>
                  </a:moveTo>
                  <a:cubicBezTo>
                    <a:pt x="335" y="1"/>
                    <a:pt x="171" y="4"/>
                    <a:pt x="0" y="10"/>
                  </a:cubicBezTo>
                  <a:cubicBezTo>
                    <a:pt x="1154" y="12877"/>
                    <a:pt x="1559" y="25920"/>
                    <a:pt x="1209" y="38833"/>
                  </a:cubicBezTo>
                  <a:cubicBezTo>
                    <a:pt x="3945" y="38800"/>
                    <a:pt x="6494" y="38306"/>
                    <a:pt x="9230" y="38272"/>
                  </a:cubicBezTo>
                  <a:cubicBezTo>
                    <a:pt x="5984" y="25722"/>
                    <a:pt x="3713" y="12919"/>
                    <a:pt x="2449" y="17"/>
                  </a:cubicBezTo>
                  <a:cubicBezTo>
                    <a:pt x="2278" y="24"/>
                    <a:pt x="2114" y="27"/>
                    <a:pt x="1954" y="27"/>
                  </a:cubicBezTo>
                  <a:cubicBezTo>
                    <a:pt x="1454" y="27"/>
                    <a:pt x="995" y="1"/>
                    <a:pt x="4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
            <p:cNvSpPr/>
            <p:nvPr/>
          </p:nvSpPr>
          <p:spPr>
            <a:xfrm>
              <a:off x="3062787" y="1406808"/>
              <a:ext cx="1341142" cy="796707"/>
            </a:xfrm>
            <a:custGeom>
              <a:rect b="b" l="l" r="r" t="t"/>
              <a:pathLst>
                <a:path extrusionOk="0" h="33454" w="56315">
                  <a:moveTo>
                    <a:pt x="31648" y="0"/>
                  </a:moveTo>
                  <a:cubicBezTo>
                    <a:pt x="30491" y="0"/>
                    <a:pt x="29339" y="290"/>
                    <a:pt x="28352" y="891"/>
                  </a:cubicBezTo>
                  <a:cubicBezTo>
                    <a:pt x="26610" y="1956"/>
                    <a:pt x="25511" y="4107"/>
                    <a:pt x="25727" y="6137"/>
                  </a:cubicBezTo>
                  <a:cubicBezTo>
                    <a:pt x="24625" y="4405"/>
                    <a:pt x="23104" y="2914"/>
                    <a:pt x="21265" y="2002"/>
                  </a:cubicBezTo>
                  <a:cubicBezTo>
                    <a:pt x="20050" y="1401"/>
                    <a:pt x="18692" y="1066"/>
                    <a:pt x="17339" y="1066"/>
                  </a:cubicBezTo>
                  <a:cubicBezTo>
                    <a:pt x="16645" y="1066"/>
                    <a:pt x="15951" y="1154"/>
                    <a:pt x="15280" y="1340"/>
                  </a:cubicBezTo>
                  <a:cubicBezTo>
                    <a:pt x="13300" y="1887"/>
                    <a:pt x="11549" y="3321"/>
                    <a:pt x="10776" y="5222"/>
                  </a:cubicBezTo>
                  <a:cubicBezTo>
                    <a:pt x="10002" y="7123"/>
                    <a:pt x="10002" y="9724"/>
                    <a:pt x="11345" y="11276"/>
                  </a:cubicBezTo>
                  <a:cubicBezTo>
                    <a:pt x="10358" y="11204"/>
                    <a:pt x="9358" y="11132"/>
                    <a:pt x="8366" y="11132"/>
                  </a:cubicBezTo>
                  <a:cubicBezTo>
                    <a:pt x="7131" y="11132"/>
                    <a:pt x="5907" y="11243"/>
                    <a:pt x="4730" y="11602"/>
                  </a:cubicBezTo>
                  <a:cubicBezTo>
                    <a:pt x="2603" y="12250"/>
                    <a:pt x="633" y="13895"/>
                    <a:pt x="268" y="16085"/>
                  </a:cubicBezTo>
                  <a:cubicBezTo>
                    <a:pt x="1" y="17689"/>
                    <a:pt x="650" y="19372"/>
                    <a:pt x="1785" y="20534"/>
                  </a:cubicBezTo>
                  <a:cubicBezTo>
                    <a:pt x="2923" y="21697"/>
                    <a:pt x="4496" y="22371"/>
                    <a:pt x="6102" y="22613"/>
                  </a:cubicBezTo>
                  <a:cubicBezTo>
                    <a:pt x="6483" y="22670"/>
                    <a:pt x="6865" y="22695"/>
                    <a:pt x="7247" y="22695"/>
                  </a:cubicBezTo>
                  <a:cubicBezTo>
                    <a:pt x="8479" y="22695"/>
                    <a:pt x="9714" y="22437"/>
                    <a:pt x="10929" y="22178"/>
                  </a:cubicBezTo>
                  <a:lnTo>
                    <a:pt x="10929" y="22178"/>
                  </a:lnTo>
                  <a:cubicBezTo>
                    <a:pt x="10136" y="23086"/>
                    <a:pt x="9417" y="24083"/>
                    <a:pt x="9010" y="25216"/>
                  </a:cubicBezTo>
                  <a:cubicBezTo>
                    <a:pt x="8603" y="26348"/>
                    <a:pt x="8532" y="27638"/>
                    <a:pt x="9011" y="28742"/>
                  </a:cubicBezTo>
                  <a:cubicBezTo>
                    <a:pt x="9577" y="30039"/>
                    <a:pt x="10856" y="30941"/>
                    <a:pt x="12230" y="31267"/>
                  </a:cubicBezTo>
                  <a:cubicBezTo>
                    <a:pt x="12701" y="31378"/>
                    <a:pt x="13181" y="31429"/>
                    <a:pt x="13663" y="31429"/>
                  </a:cubicBezTo>
                  <a:cubicBezTo>
                    <a:pt x="14590" y="31429"/>
                    <a:pt x="15524" y="31243"/>
                    <a:pt x="16406" y="30946"/>
                  </a:cubicBezTo>
                  <a:cubicBezTo>
                    <a:pt x="17747" y="30497"/>
                    <a:pt x="19114" y="29690"/>
                    <a:pt x="20348" y="29001"/>
                  </a:cubicBezTo>
                  <a:cubicBezTo>
                    <a:pt x="21803" y="31057"/>
                    <a:pt x="24301" y="32321"/>
                    <a:pt x="26814" y="32321"/>
                  </a:cubicBezTo>
                  <a:cubicBezTo>
                    <a:pt x="27052" y="32321"/>
                    <a:pt x="27291" y="32310"/>
                    <a:pt x="27529" y="32286"/>
                  </a:cubicBezTo>
                  <a:cubicBezTo>
                    <a:pt x="30274" y="32019"/>
                    <a:pt x="32812" y="30193"/>
                    <a:pt x="33942" y="27676"/>
                  </a:cubicBezTo>
                  <a:cubicBezTo>
                    <a:pt x="34504" y="30654"/>
                    <a:pt x="37342" y="33239"/>
                    <a:pt x="40369" y="33440"/>
                  </a:cubicBezTo>
                  <a:cubicBezTo>
                    <a:pt x="40505" y="33449"/>
                    <a:pt x="40642" y="33454"/>
                    <a:pt x="40778" y="33454"/>
                  </a:cubicBezTo>
                  <a:cubicBezTo>
                    <a:pt x="43664" y="33454"/>
                    <a:pt x="46471" y="31463"/>
                    <a:pt x="47377" y="28715"/>
                  </a:cubicBezTo>
                  <a:cubicBezTo>
                    <a:pt x="47887" y="28824"/>
                    <a:pt x="48417" y="28878"/>
                    <a:pt x="48951" y="28878"/>
                  </a:cubicBezTo>
                  <a:cubicBezTo>
                    <a:pt x="50272" y="28878"/>
                    <a:pt x="51616" y="28548"/>
                    <a:pt x="52743" y="27917"/>
                  </a:cubicBezTo>
                  <a:cubicBezTo>
                    <a:pt x="54325" y="27032"/>
                    <a:pt x="55545" y="25481"/>
                    <a:pt x="55929" y="23708"/>
                  </a:cubicBezTo>
                  <a:cubicBezTo>
                    <a:pt x="56315" y="21935"/>
                    <a:pt x="55828" y="19974"/>
                    <a:pt x="54582" y="18655"/>
                  </a:cubicBezTo>
                  <a:cubicBezTo>
                    <a:pt x="53691" y="17710"/>
                    <a:pt x="52467" y="17122"/>
                    <a:pt x="51198" y="16830"/>
                  </a:cubicBezTo>
                  <a:cubicBezTo>
                    <a:pt x="50341" y="16633"/>
                    <a:pt x="49463" y="16565"/>
                    <a:pt x="48583" y="16565"/>
                  </a:cubicBezTo>
                  <a:cubicBezTo>
                    <a:pt x="48161" y="16565"/>
                    <a:pt x="47740" y="16580"/>
                    <a:pt x="47320" y="16605"/>
                  </a:cubicBezTo>
                  <a:cubicBezTo>
                    <a:pt x="48855" y="15615"/>
                    <a:pt x="50249" y="13926"/>
                    <a:pt x="50297" y="12098"/>
                  </a:cubicBezTo>
                  <a:cubicBezTo>
                    <a:pt x="50339" y="10471"/>
                    <a:pt x="49281" y="8922"/>
                    <a:pt x="47834" y="8175"/>
                  </a:cubicBezTo>
                  <a:cubicBezTo>
                    <a:pt x="47042" y="7765"/>
                    <a:pt x="46157" y="7578"/>
                    <a:pt x="45264" y="7578"/>
                  </a:cubicBezTo>
                  <a:cubicBezTo>
                    <a:pt x="44526" y="7578"/>
                    <a:pt x="43784" y="7706"/>
                    <a:pt x="43085" y="7941"/>
                  </a:cubicBezTo>
                  <a:cubicBezTo>
                    <a:pt x="41551" y="8466"/>
                    <a:pt x="40714" y="9439"/>
                    <a:pt x="39591" y="10619"/>
                  </a:cubicBezTo>
                  <a:cubicBezTo>
                    <a:pt x="39758" y="8581"/>
                    <a:pt x="39462" y="6488"/>
                    <a:pt x="38564" y="4651"/>
                  </a:cubicBezTo>
                  <a:cubicBezTo>
                    <a:pt x="37668" y="2818"/>
                    <a:pt x="36141" y="1263"/>
                    <a:pt x="34246" y="501"/>
                  </a:cubicBezTo>
                  <a:cubicBezTo>
                    <a:pt x="33425" y="170"/>
                    <a:pt x="32535" y="0"/>
                    <a:pt x="316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
          <p:cNvGrpSpPr/>
          <p:nvPr/>
        </p:nvGrpSpPr>
        <p:grpSpPr>
          <a:xfrm rot="5750423">
            <a:off x="-335563" y="49776"/>
            <a:ext cx="835147" cy="672550"/>
            <a:chOff x="1981897" y="1546050"/>
            <a:chExt cx="676612" cy="547354"/>
          </a:xfrm>
        </p:grpSpPr>
        <p:grpSp>
          <p:nvGrpSpPr>
            <p:cNvPr id="912" name="Google Shape;912;p3"/>
            <p:cNvGrpSpPr/>
            <p:nvPr/>
          </p:nvGrpSpPr>
          <p:grpSpPr>
            <a:xfrm>
              <a:off x="2240847" y="1546050"/>
              <a:ext cx="258712" cy="250429"/>
              <a:chOff x="1490538" y="753834"/>
              <a:chExt cx="470985" cy="455906"/>
            </a:xfrm>
          </p:grpSpPr>
          <p:sp>
            <p:nvSpPr>
              <p:cNvPr id="913" name="Google Shape;91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
            <p:cNvGrpSpPr/>
            <p:nvPr/>
          </p:nvGrpSpPr>
          <p:grpSpPr>
            <a:xfrm>
              <a:off x="2399797" y="1673288"/>
              <a:ext cx="258712" cy="250429"/>
              <a:chOff x="1490538" y="753834"/>
              <a:chExt cx="470985" cy="455906"/>
            </a:xfrm>
          </p:grpSpPr>
          <p:sp>
            <p:nvSpPr>
              <p:cNvPr id="924" name="Google Shape;924;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3"/>
            <p:cNvGrpSpPr/>
            <p:nvPr/>
          </p:nvGrpSpPr>
          <p:grpSpPr>
            <a:xfrm>
              <a:off x="2159535" y="1742038"/>
              <a:ext cx="258712" cy="250429"/>
              <a:chOff x="1490538" y="753834"/>
              <a:chExt cx="470985" cy="455906"/>
            </a:xfrm>
          </p:grpSpPr>
          <p:sp>
            <p:nvSpPr>
              <p:cNvPr id="935" name="Google Shape;935;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3"/>
            <p:cNvGrpSpPr/>
            <p:nvPr/>
          </p:nvGrpSpPr>
          <p:grpSpPr>
            <a:xfrm>
              <a:off x="2323985" y="1842975"/>
              <a:ext cx="258712" cy="250429"/>
              <a:chOff x="1490538" y="753834"/>
              <a:chExt cx="470985" cy="455906"/>
            </a:xfrm>
          </p:grpSpPr>
          <p:sp>
            <p:nvSpPr>
              <p:cNvPr id="946" name="Google Shape;946;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3"/>
            <p:cNvGrpSpPr/>
            <p:nvPr/>
          </p:nvGrpSpPr>
          <p:grpSpPr>
            <a:xfrm>
              <a:off x="1981897" y="1804075"/>
              <a:ext cx="258712" cy="250429"/>
              <a:chOff x="1490538" y="753834"/>
              <a:chExt cx="470985" cy="455906"/>
            </a:xfrm>
          </p:grpSpPr>
          <p:sp>
            <p:nvSpPr>
              <p:cNvPr id="957" name="Google Shape;957;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 name="Google Shape;967;p3"/>
          <p:cNvGrpSpPr/>
          <p:nvPr/>
        </p:nvGrpSpPr>
        <p:grpSpPr>
          <a:xfrm flipH="1" rot="-7358402">
            <a:off x="-238648" y="346208"/>
            <a:ext cx="817699" cy="1490736"/>
            <a:chOff x="3377730" y="919968"/>
            <a:chExt cx="471039" cy="860470"/>
          </a:xfrm>
        </p:grpSpPr>
        <p:grpSp>
          <p:nvGrpSpPr>
            <p:cNvPr id="968" name="Google Shape;968;p3"/>
            <p:cNvGrpSpPr/>
            <p:nvPr/>
          </p:nvGrpSpPr>
          <p:grpSpPr>
            <a:xfrm>
              <a:off x="3377730" y="919968"/>
              <a:ext cx="408804" cy="692511"/>
              <a:chOff x="3377730" y="919968"/>
              <a:chExt cx="408804" cy="692511"/>
            </a:xfrm>
          </p:grpSpPr>
          <p:sp>
            <p:nvSpPr>
              <p:cNvPr id="969" name="Google Shape;969;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3"/>
            <p:cNvGrpSpPr/>
            <p:nvPr/>
          </p:nvGrpSpPr>
          <p:grpSpPr>
            <a:xfrm>
              <a:off x="3487239" y="1131104"/>
              <a:ext cx="361530" cy="649334"/>
              <a:chOff x="1266852" y="1150479"/>
              <a:chExt cx="361530" cy="649334"/>
            </a:xfrm>
          </p:grpSpPr>
          <p:sp>
            <p:nvSpPr>
              <p:cNvPr id="982" name="Google Shape;982;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 name="Google Shape;990;p3"/>
          <p:cNvGrpSpPr/>
          <p:nvPr/>
        </p:nvGrpSpPr>
        <p:grpSpPr>
          <a:xfrm rot="9883771">
            <a:off x="891573" y="49095"/>
            <a:ext cx="899712" cy="886181"/>
            <a:chOff x="3086354" y="1785830"/>
            <a:chExt cx="887833" cy="871102"/>
          </a:xfrm>
        </p:grpSpPr>
        <p:grpSp>
          <p:nvGrpSpPr>
            <p:cNvPr id="991" name="Google Shape;991;p3"/>
            <p:cNvGrpSpPr/>
            <p:nvPr/>
          </p:nvGrpSpPr>
          <p:grpSpPr>
            <a:xfrm rot="-2169427">
              <a:off x="3251277" y="1839739"/>
              <a:ext cx="408803" cy="692509"/>
              <a:chOff x="3377730" y="919968"/>
              <a:chExt cx="408804" cy="692511"/>
            </a:xfrm>
          </p:grpSpPr>
          <p:sp>
            <p:nvSpPr>
              <p:cNvPr id="992" name="Google Shape;992;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3"/>
            <p:cNvGrpSpPr/>
            <p:nvPr/>
          </p:nvGrpSpPr>
          <p:grpSpPr>
            <a:xfrm rot="-2169427">
              <a:off x="3455919" y="1963478"/>
              <a:ext cx="361529" cy="649332"/>
              <a:chOff x="1266852" y="1150479"/>
              <a:chExt cx="361530" cy="649334"/>
            </a:xfrm>
          </p:grpSpPr>
          <p:sp>
            <p:nvSpPr>
              <p:cNvPr id="1005" name="Google Shape;1005;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 name="Google Shape;1013;p3"/>
          <p:cNvGrpSpPr/>
          <p:nvPr/>
        </p:nvGrpSpPr>
        <p:grpSpPr>
          <a:xfrm rot="5400000">
            <a:off x="1541131" y="-300793"/>
            <a:ext cx="903637" cy="882513"/>
            <a:chOff x="3086354" y="1785830"/>
            <a:chExt cx="887833" cy="871102"/>
          </a:xfrm>
        </p:grpSpPr>
        <p:grpSp>
          <p:nvGrpSpPr>
            <p:cNvPr id="1014" name="Google Shape;1014;p3"/>
            <p:cNvGrpSpPr/>
            <p:nvPr/>
          </p:nvGrpSpPr>
          <p:grpSpPr>
            <a:xfrm rot="-2169427">
              <a:off x="3251277" y="1839739"/>
              <a:ext cx="408803" cy="692509"/>
              <a:chOff x="3377730" y="919968"/>
              <a:chExt cx="408804" cy="692511"/>
            </a:xfrm>
          </p:grpSpPr>
          <p:sp>
            <p:nvSpPr>
              <p:cNvPr id="1015" name="Google Shape;1015;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3"/>
            <p:cNvGrpSpPr/>
            <p:nvPr/>
          </p:nvGrpSpPr>
          <p:grpSpPr>
            <a:xfrm rot="-2169427">
              <a:off x="3455919" y="1963478"/>
              <a:ext cx="361529" cy="649332"/>
              <a:chOff x="1266852" y="1150479"/>
              <a:chExt cx="361530" cy="649334"/>
            </a:xfrm>
          </p:grpSpPr>
          <p:sp>
            <p:nvSpPr>
              <p:cNvPr id="1028" name="Google Shape;1028;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 name="Google Shape;1036;p3"/>
          <p:cNvGrpSpPr/>
          <p:nvPr/>
        </p:nvGrpSpPr>
        <p:grpSpPr>
          <a:xfrm rot="5400000">
            <a:off x="2521870" y="-294777"/>
            <a:ext cx="585643" cy="1065003"/>
            <a:chOff x="3377730" y="919968"/>
            <a:chExt cx="471039" cy="860470"/>
          </a:xfrm>
        </p:grpSpPr>
        <p:grpSp>
          <p:nvGrpSpPr>
            <p:cNvPr id="1037" name="Google Shape;1037;p3"/>
            <p:cNvGrpSpPr/>
            <p:nvPr/>
          </p:nvGrpSpPr>
          <p:grpSpPr>
            <a:xfrm>
              <a:off x="3377730" y="919968"/>
              <a:ext cx="408804" cy="692511"/>
              <a:chOff x="3377730" y="919968"/>
              <a:chExt cx="408804" cy="692511"/>
            </a:xfrm>
          </p:grpSpPr>
          <p:sp>
            <p:nvSpPr>
              <p:cNvPr id="1038" name="Google Shape;1038;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
            <p:cNvGrpSpPr/>
            <p:nvPr/>
          </p:nvGrpSpPr>
          <p:grpSpPr>
            <a:xfrm>
              <a:off x="3487239" y="1131104"/>
              <a:ext cx="361530" cy="649334"/>
              <a:chOff x="1266852" y="1150479"/>
              <a:chExt cx="361530" cy="649334"/>
            </a:xfrm>
          </p:grpSpPr>
          <p:sp>
            <p:nvSpPr>
              <p:cNvPr id="1051" name="Google Shape;1051;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 name="Google Shape;1059;p3"/>
          <p:cNvGrpSpPr/>
          <p:nvPr/>
        </p:nvGrpSpPr>
        <p:grpSpPr>
          <a:xfrm rot="5400000">
            <a:off x="1317829" y="-374"/>
            <a:ext cx="601370" cy="545917"/>
            <a:chOff x="2374102" y="2397733"/>
            <a:chExt cx="590853" cy="538858"/>
          </a:xfrm>
        </p:grpSpPr>
        <p:grpSp>
          <p:nvGrpSpPr>
            <p:cNvPr id="1060" name="Google Shape;1060;p3"/>
            <p:cNvGrpSpPr/>
            <p:nvPr/>
          </p:nvGrpSpPr>
          <p:grpSpPr>
            <a:xfrm>
              <a:off x="2374102" y="2397733"/>
              <a:ext cx="590853" cy="538858"/>
              <a:chOff x="1993102" y="2397733"/>
              <a:chExt cx="590853" cy="538858"/>
            </a:xfrm>
          </p:grpSpPr>
          <p:sp>
            <p:nvSpPr>
              <p:cNvPr id="1061" name="Google Shape;1061;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 name="Google Shape;1080;p3"/>
            <p:cNvGrpSpPr/>
            <p:nvPr/>
          </p:nvGrpSpPr>
          <p:grpSpPr>
            <a:xfrm>
              <a:off x="2672051" y="2466803"/>
              <a:ext cx="88776" cy="97630"/>
              <a:chOff x="2291051" y="2466803"/>
              <a:chExt cx="88776" cy="97630"/>
            </a:xfrm>
          </p:grpSpPr>
          <p:sp>
            <p:nvSpPr>
              <p:cNvPr id="1081" name="Google Shape;1081;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 name="Google Shape;1110;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3"/>
          <p:cNvGrpSpPr/>
          <p:nvPr/>
        </p:nvGrpSpPr>
        <p:grpSpPr>
          <a:xfrm rot="5750266">
            <a:off x="2133686" y="-85827"/>
            <a:ext cx="688505" cy="554444"/>
            <a:chOff x="1981897" y="1546050"/>
            <a:chExt cx="676612" cy="547354"/>
          </a:xfrm>
        </p:grpSpPr>
        <p:grpSp>
          <p:nvGrpSpPr>
            <p:cNvPr id="1118" name="Google Shape;1118;p3"/>
            <p:cNvGrpSpPr/>
            <p:nvPr/>
          </p:nvGrpSpPr>
          <p:grpSpPr>
            <a:xfrm>
              <a:off x="2240847" y="1546050"/>
              <a:ext cx="258712" cy="250429"/>
              <a:chOff x="1490538" y="753834"/>
              <a:chExt cx="470985" cy="455906"/>
            </a:xfrm>
          </p:grpSpPr>
          <p:sp>
            <p:nvSpPr>
              <p:cNvPr id="1119" name="Google Shape;1119;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3"/>
            <p:cNvGrpSpPr/>
            <p:nvPr/>
          </p:nvGrpSpPr>
          <p:grpSpPr>
            <a:xfrm>
              <a:off x="2399797" y="1673288"/>
              <a:ext cx="258712" cy="250429"/>
              <a:chOff x="1490538" y="753834"/>
              <a:chExt cx="470985" cy="455906"/>
            </a:xfrm>
          </p:grpSpPr>
          <p:sp>
            <p:nvSpPr>
              <p:cNvPr id="1130" name="Google Shape;113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3"/>
            <p:cNvGrpSpPr/>
            <p:nvPr/>
          </p:nvGrpSpPr>
          <p:grpSpPr>
            <a:xfrm>
              <a:off x="2159535" y="1742038"/>
              <a:ext cx="258712" cy="250429"/>
              <a:chOff x="1490538" y="753834"/>
              <a:chExt cx="470985" cy="455906"/>
            </a:xfrm>
          </p:grpSpPr>
          <p:sp>
            <p:nvSpPr>
              <p:cNvPr id="1141" name="Google Shape;1141;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3"/>
            <p:cNvGrpSpPr/>
            <p:nvPr/>
          </p:nvGrpSpPr>
          <p:grpSpPr>
            <a:xfrm>
              <a:off x="2323985" y="1842975"/>
              <a:ext cx="258712" cy="250429"/>
              <a:chOff x="1490538" y="753834"/>
              <a:chExt cx="470985" cy="455906"/>
            </a:xfrm>
          </p:grpSpPr>
          <p:sp>
            <p:nvSpPr>
              <p:cNvPr id="1152" name="Google Shape;1152;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3"/>
            <p:cNvGrpSpPr/>
            <p:nvPr/>
          </p:nvGrpSpPr>
          <p:grpSpPr>
            <a:xfrm>
              <a:off x="1981897" y="1804075"/>
              <a:ext cx="258712" cy="250429"/>
              <a:chOff x="1490538" y="753834"/>
              <a:chExt cx="470985" cy="455906"/>
            </a:xfrm>
          </p:grpSpPr>
          <p:sp>
            <p:nvSpPr>
              <p:cNvPr id="1163" name="Google Shape;116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 name="Google Shape;1173;p3"/>
          <p:cNvGrpSpPr/>
          <p:nvPr/>
        </p:nvGrpSpPr>
        <p:grpSpPr>
          <a:xfrm flipH="1" rot="5400000">
            <a:off x="980458" y="-252017"/>
            <a:ext cx="601370" cy="545917"/>
            <a:chOff x="2374102" y="2397733"/>
            <a:chExt cx="590853" cy="538858"/>
          </a:xfrm>
        </p:grpSpPr>
        <p:grpSp>
          <p:nvGrpSpPr>
            <p:cNvPr id="1174" name="Google Shape;1174;p3"/>
            <p:cNvGrpSpPr/>
            <p:nvPr/>
          </p:nvGrpSpPr>
          <p:grpSpPr>
            <a:xfrm>
              <a:off x="2374102" y="2397733"/>
              <a:ext cx="590853" cy="538858"/>
              <a:chOff x="1993102" y="2397733"/>
              <a:chExt cx="590853" cy="538858"/>
            </a:xfrm>
          </p:grpSpPr>
          <p:sp>
            <p:nvSpPr>
              <p:cNvPr id="1175" name="Google Shape;1175;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3"/>
            <p:cNvGrpSpPr/>
            <p:nvPr/>
          </p:nvGrpSpPr>
          <p:grpSpPr>
            <a:xfrm>
              <a:off x="2672051" y="2466803"/>
              <a:ext cx="88776" cy="97630"/>
              <a:chOff x="2291051" y="2466803"/>
              <a:chExt cx="88776" cy="97630"/>
            </a:xfrm>
          </p:grpSpPr>
          <p:sp>
            <p:nvSpPr>
              <p:cNvPr id="1195" name="Google Shape;1195;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 name="Google Shape;1224;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
          <p:cNvGrpSpPr/>
          <p:nvPr/>
        </p:nvGrpSpPr>
        <p:grpSpPr>
          <a:xfrm rot="5400000">
            <a:off x="-14220" y="-38044"/>
            <a:ext cx="1342477" cy="1218627"/>
            <a:chOff x="2374102" y="2397733"/>
            <a:chExt cx="590853" cy="538858"/>
          </a:xfrm>
        </p:grpSpPr>
        <p:grpSp>
          <p:nvGrpSpPr>
            <p:cNvPr id="1232" name="Google Shape;1232;p3"/>
            <p:cNvGrpSpPr/>
            <p:nvPr/>
          </p:nvGrpSpPr>
          <p:grpSpPr>
            <a:xfrm>
              <a:off x="2374102" y="2397733"/>
              <a:ext cx="590853" cy="538858"/>
              <a:chOff x="1993102" y="2397733"/>
              <a:chExt cx="590853" cy="538858"/>
            </a:xfrm>
          </p:grpSpPr>
          <p:sp>
            <p:nvSpPr>
              <p:cNvPr id="1233" name="Google Shape;1233;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3"/>
            <p:cNvGrpSpPr/>
            <p:nvPr/>
          </p:nvGrpSpPr>
          <p:grpSpPr>
            <a:xfrm>
              <a:off x="2672051" y="2466803"/>
              <a:ext cx="88776" cy="97630"/>
              <a:chOff x="2291051" y="2466803"/>
              <a:chExt cx="88776" cy="97630"/>
            </a:xfrm>
          </p:grpSpPr>
          <p:sp>
            <p:nvSpPr>
              <p:cNvPr id="1253" name="Google Shape;1253;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3"/>
          <p:cNvGrpSpPr/>
          <p:nvPr/>
        </p:nvGrpSpPr>
        <p:grpSpPr>
          <a:xfrm rot="5400000">
            <a:off x="326521" y="969970"/>
            <a:ext cx="372219" cy="356153"/>
            <a:chOff x="1490538" y="753834"/>
            <a:chExt cx="470985" cy="455906"/>
          </a:xfrm>
        </p:grpSpPr>
        <p:sp>
          <p:nvSpPr>
            <p:cNvPr id="1290" name="Google Shape;129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 name="Google Shape;1300;p3"/>
          <p:cNvSpPr/>
          <p:nvPr/>
        </p:nvSpPr>
        <p:spPr>
          <a:xfrm>
            <a:off x="2218503" y="720272"/>
            <a:ext cx="65006" cy="6529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
          <p:cNvSpPr/>
          <p:nvPr/>
        </p:nvSpPr>
        <p:spPr>
          <a:xfrm>
            <a:off x="1837704" y="851125"/>
            <a:ext cx="32476" cy="32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
          <p:cNvSpPr/>
          <p:nvPr/>
        </p:nvSpPr>
        <p:spPr>
          <a:xfrm rot="10800000">
            <a:off x="334347" y="1840353"/>
            <a:ext cx="56389" cy="56608"/>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
          <p:cNvSpPr/>
          <p:nvPr/>
        </p:nvSpPr>
        <p:spPr>
          <a:xfrm rot="10800000">
            <a:off x="1968121" y="623444"/>
            <a:ext cx="32503" cy="32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3"/>
          <p:cNvGrpSpPr/>
          <p:nvPr/>
        </p:nvGrpSpPr>
        <p:grpSpPr>
          <a:xfrm flipH="1">
            <a:off x="1254975" y="965344"/>
            <a:ext cx="337073" cy="135483"/>
            <a:chOff x="2449294" y="636165"/>
            <a:chExt cx="322588" cy="124262"/>
          </a:xfrm>
        </p:grpSpPr>
        <p:sp>
          <p:nvSpPr>
            <p:cNvPr id="1305" name="Google Shape;1305;p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 name="Google Shape;1314;p3"/>
          <p:cNvSpPr/>
          <p:nvPr/>
        </p:nvSpPr>
        <p:spPr>
          <a:xfrm>
            <a:off x="-800" y="4166049"/>
            <a:ext cx="9144185" cy="977396"/>
          </a:xfrm>
          <a:custGeom>
            <a:rect b="b" l="l" r="r" t="t"/>
            <a:pathLst>
              <a:path extrusionOk="0" h="29033" w="162318">
                <a:moveTo>
                  <a:pt x="0" y="0"/>
                </a:moveTo>
                <a:lnTo>
                  <a:pt x="0" y="29032"/>
                </a:lnTo>
                <a:lnTo>
                  <a:pt x="162317" y="29032"/>
                </a:lnTo>
                <a:lnTo>
                  <a:pt x="1623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
          <p:cNvSpPr/>
          <p:nvPr/>
        </p:nvSpPr>
        <p:spPr>
          <a:xfrm>
            <a:off x="-825" y="4257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
          <p:cNvSpPr/>
          <p:nvPr/>
        </p:nvSpPr>
        <p:spPr>
          <a:xfrm>
            <a:off x="-825" y="4166050"/>
            <a:ext cx="9144185" cy="91441"/>
          </a:xfrm>
          <a:custGeom>
            <a:rect b="b" l="l" r="r" t="t"/>
            <a:pathLst>
              <a:path extrusionOk="0" h="1250" w="162318">
                <a:moveTo>
                  <a:pt x="0" y="0"/>
                </a:moveTo>
                <a:lnTo>
                  <a:pt x="0" y="1250"/>
                </a:lnTo>
                <a:lnTo>
                  <a:pt x="162317" y="1250"/>
                </a:lnTo>
                <a:lnTo>
                  <a:pt x="1623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
          <p:cNvSpPr/>
          <p:nvPr/>
        </p:nvSpPr>
        <p:spPr>
          <a:xfrm>
            <a:off x="-825" y="5079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3"/>
          <p:cNvGrpSpPr/>
          <p:nvPr/>
        </p:nvGrpSpPr>
        <p:grpSpPr>
          <a:xfrm>
            <a:off x="4728303" y="4458340"/>
            <a:ext cx="3464258" cy="516881"/>
            <a:chOff x="1999685" y="3167903"/>
            <a:chExt cx="2059974" cy="307356"/>
          </a:xfrm>
        </p:grpSpPr>
        <p:sp>
          <p:nvSpPr>
            <p:cNvPr id="1319" name="Google Shape;1319;p3"/>
            <p:cNvSpPr/>
            <p:nvPr/>
          </p:nvSpPr>
          <p:spPr>
            <a:xfrm>
              <a:off x="2137693" y="3436156"/>
              <a:ext cx="86020" cy="25030"/>
            </a:xfrm>
            <a:custGeom>
              <a:rect b="b" l="l" r="r" t="t"/>
              <a:pathLst>
                <a:path extrusionOk="0" h="1051" w="3612">
                  <a:moveTo>
                    <a:pt x="1806" y="0"/>
                  </a:moveTo>
                  <a:cubicBezTo>
                    <a:pt x="809" y="0"/>
                    <a:pt x="0" y="235"/>
                    <a:pt x="0" y="525"/>
                  </a:cubicBezTo>
                  <a:cubicBezTo>
                    <a:pt x="0" y="815"/>
                    <a:pt x="809" y="1050"/>
                    <a:pt x="1806" y="1050"/>
                  </a:cubicBezTo>
                  <a:cubicBezTo>
                    <a:pt x="2803" y="1050"/>
                    <a:pt x="3611" y="815"/>
                    <a:pt x="3611" y="525"/>
                  </a:cubicBezTo>
                  <a:cubicBezTo>
                    <a:pt x="3611" y="235"/>
                    <a:pt x="2803" y="0"/>
                    <a:pt x="180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
            <p:cNvSpPr/>
            <p:nvPr/>
          </p:nvSpPr>
          <p:spPr>
            <a:xfrm>
              <a:off x="2223642" y="3337800"/>
              <a:ext cx="112026" cy="25506"/>
            </a:xfrm>
            <a:custGeom>
              <a:rect b="b" l="l" r="r" t="t"/>
              <a:pathLst>
                <a:path extrusionOk="0" h="1071" w="4704">
                  <a:moveTo>
                    <a:pt x="2352" y="1"/>
                  </a:moveTo>
                  <a:cubicBezTo>
                    <a:pt x="1052" y="1"/>
                    <a:pt x="1" y="239"/>
                    <a:pt x="1" y="536"/>
                  </a:cubicBezTo>
                  <a:cubicBezTo>
                    <a:pt x="1" y="830"/>
                    <a:pt x="1052" y="1070"/>
                    <a:pt x="2352" y="1070"/>
                  </a:cubicBezTo>
                  <a:cubicBezTo>
                    <a:pt x="3652" y="1070"/>
                    <a:pt x="4704" y="830"/>
                    <a:pt x="4704" y="536"/>
                  </a:cubicBezTo>
                  <a:cubicBezTo>
                    <a:pt x="4704" y="239"/>
                    <a:pt x="3652" y="1"/>
                    <a:pt x="235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
            <p:cNvSpPr/>
            <p:nvPr/>
          </p:nvSpPr>
          <p:spPr>
            <a:xfrm>
              <a:off x="1999685" y="3198387"/>
              <a:ext cx="106834" cy="21648"/>
            </a:xfrm>
            <a:custGeom>
              <a:rect b="b" l="l" r="r" t="t"/>
              <a:pathLst>
                <a:path extrusionOk="0" h="909" w="4486">
                  <a:moveTo>
                    <a:pt x="2243" y="1"/>
                  </a:moveTo>
                  <a:cubicBezTo>
                    <a:pt x="1005" y="1"/>
                    <a:pt x="0" y="205"/>
                    <a:pt x="0" y="455"/>
                  </a:cubicBezTo>
                  <a:cubicBezTo>
                    <a:pt x="0" y="706"/>
                    <a:pt x="1005" y="909"/>
                    <a:pt x="2243" y="909"/>
                  </a:cubicBezTo>
                  <a:cubicBezTo>
                    <a:pt x="3481" y="909"/>
                    <a:pt x="4486" y="706"/>
                    <a:pt x="4486" y="455"/>
                  </a:cubicBezTo>
                  <a:cubicBezTo>
                    <a:pt x="4486" y="205"/>
                    <a:pt x="3481" y="1"/>
                    <a:pt x="224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
            <p:cNvSpPr/>
            <p:nvPr/>
          </p:nvSpPr>
          <p:spPr>
            <a:xfrm>
              <a:off x="3882523" y="3167903"/>
              <a:ext cx="75589" cy="18290"/>
            </a:xfrm>
            <a:custGeom>
              <a:rect b="b" l="l" r="r" t="t"/>
              <a:pathLst>
                <a:path extrusionOk="0" h="768" w="3174">
                  <a:moveTo>
                    <a:pt x="1587" y="1"/>
                  </a:moveTo>
                  <a:cubicBezTo>
                    <a:pt x="710" y="1"/>
                    <a:pt x="0" y="174"/>
                    <a:pt x="0" y="385"/>
                  </a:cubicBezTo>
                  <a:cubicBezTo>
                    <a:pt x="0" y="595"/>
                    <a:pt x="712" y="767"/>
                    <a:pt x="1587" y="767"/>
                  </a:cubicBezTo>
                  <a:cubicBezTo>
                    <a:pt x="2464" y="767"/>
                    <a:pt x="3174" y="595"/>
                    <a:pt x="3174" y="385"/>
                  </a:cubicBezTo>
                  <a:cubicBezTo>
                    <a:pt x="3174" y="174"/>
                    <a:pt x="2462" y="1"/>
                    <a:pt x="158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
            <p:cNvSpPr/>
            <p:nvPr/>
          </p:nvSpPr>
          <p:spPr>
            <a:xfrm>
              <a:off x="3882571" y="3443991"/>
              <a:ext cx="177088" cy="31269"/>
            </a:xfrm>
            <a:custGeom>
              <a:rect b="b" l="l" r="r" t="t"/>
              <a:pathLst>
                <a:path extrusionOk="0" h="1313" w="7436">
                  <a:moveTo>
                    <a:pt x="3718" y="0"/>
                  </a:moveTo>
                  <a:cubicBezTo>
                    <a:pt x="1664" y="0"/>
                    <a:pt x="0" y="293"/>
                    <a:pt x="0" y="656"/>
                  </a:cubicBezTo>
                  <a:cubicBezTo>
                    <a:pt x="0" y="1018"/>
                    <a:pt x="1664" y="1313"/>
                    <a:pt x="3718" y="1313"/>
                  </a:cubicBezTo>
                  <a:cubicBezTo>
                    <a:pt x="5771" y="1313"/>
                    <a:pt x="7436" y="1018"/>
                    <a:pt x="7436" y="656"/>
                  </a:cubicBezTo>
                  <a:cubicBezTo>
                    <a:pt x="7436" y="293"/>
                    <a:pt x="5771" y="0"/>
                    <a:pt x="371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
            <p:cNvSpPr/>
            <p:nvPr/>
          </p:nvSpPr>
          <p:spPr>
            <a:xfrm>
              <a:off x="3971067" y="3363282"/>
              <a:ext cx="65134" cy="18552"/>
            </a:xfrm>
            <a:custGeom>
              <a:rect b="b" l="l" r="r" t="t"/>
              <a:pathLst>
                <a:path extrusionOk="0" h="779" w="2735">
                  <a:moveTo>
                    <a:pt x="1368" y="0"/>
                  </a:moveTo>
                  <a:cubicBezTo>
                    <a:pt x="611" y="0"/>
                    <a:pt x="0" y="174"/>
                    <a:pt x="0" y="389"/>
                  </a:cubicBezTo>
                  <a:cubicBezTo>
                    <a:pt x="0" y="603"/>
                    <a:pt x="611" y="778"/>
                    <a:pt x="1368" y="778"/>
                  </a:cubicBezTo>
                  <a:cubicBezTo>
                    <a:pt x="2123" y="778"/>
                    <a:pt x="2734" y="603"/>
                    <a:pt x="2734" y="389"/>
                  </a:cubicBezTo>
                  <a:cubicBezTo>
                    <a:pt x="2734" y="174"/>
                    <a:pt x="2123" y="0"/>
                    <a:pt x="136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 name="Google Shape;1325;p3"/>
          <p:cNvSpPr/>
          <p:nvPr/>
        </p:nvSpPr>
        <p:spPr>
          <a:xfrm>
            <a:off x="3626882"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
          <p:cNvSpPr/>
          <p:nvPr/>
        </p:nvSpPr>
        <p:spPr>
          <a:xfrm>
            <a:off x="-1" y="3814518"/>
            <a:ext cx="924500" cy="365690"/>
          </a:xfrm>
          <a:custGeom>
            <a:rect b="b" l="l" r="r" t="t"/>
            <a:pathLst>
              <a:path extrusionOk="0" h="13602" w="34384">
                <a:moveTo>
                  <a:pt x="10673" y="1"/>
                </a:moveTo>
                <a:cubicBezTo>
                  <a:pt x="8329" y="1"/>
                  <a:pt x="3805" y="4078"/>
                  <a:pt x="0" y="13602"/>
                </a:cubicBezTo>
                <a:lnTo>
                  <a:pt x="31747" y="13602"/>
                </a:lnTo>
                <a:cubicBezTo>
                  <a:pt x="34383" y="11782"/>
                  <a:pt x="33640" y="10436"/>
                  <a:pt x="31803" y="10436"/>
                </a:cubicBezTo>
                <a:cubicBezTo>
                  <a:pt x="30806" y="10436"/>
                  <a:pt x="29487" y="10833"/>
                  <a:pt x="28211" y="11766"/>
                </a:cubicBezTo>
                <a:cubicBezTo>
                  <a:pt x="29165" y="9683"/>
                  <a:pt x="28891" y="8814"/>
                  <a:pt x="28045" y="8814"/>
                </a:cubicBezTo>
                <a:cubicBezTo>
                  <a:pt x="27166" y="8814"/>
                  <a:pt x="25670" y="9750"/>
                  <a:pt x="24290" y="11236"/>
                </a:cubicBezTo>
                <a:cubicBezTo>
                  <a:pt x="27333" y="7101"/>
                  <a:pt x="28353" y="3656"/>
                  <a:pt x="26650" y="3656"/>
                </a:cubicBezTo>
                <a:cubicBezTo>
                  <a:pt x="25367" y="3656"/>
                  <a:pt x="22538" y="5612"/>
                  <a:pt x="17865" y="10704"/>
                </a:cubicBezTo>
                <a:cubicBezTo>
                  <a:pt x="18645" y="8772"/>
                  <a:pt x="18241" y="7949"/>
                  <a:pt x="17320" y="7949"/>
                </a:cubicBezTo>
                <a:cubicBezTo>
                  <a:pt x="16258" y="7949"/>
                  <a:pt x="14509" y="9042"/>
                  <a:pt x="13090" y="10793"/>
                </a:cubicBezTo>
                <a:cubicBezTo>
                  <a:pt x="15169" y="7792"/>
                  <a:pt x="15393" y="5595"/>
                  <a:pt x="14133" y="5595"/>
                </a:cubicBezTo>
                <a:cubicBezTo>
                  <a:pt x="13185" y="5595"/>
                  <a:pt x="11400" y="6836"/>
                  <a:pt x="8933" y="9908"/>
                </a:cubicBezTo>
                <a:cubicBezTo>
                  <a:pt x="13159" y="3698"/>
                  <a:pt x="12904" y="1"/>
                  <a:pt x="10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
          <p:cNvSpPr/>
          <p:nvPr/>
        </p:nvSpPr>
        <p:spPr>
          <a:xfrm>
            <a:off x="1184481"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
          <p:cNvSpPr/>
          <p:nvPr/>
        </p:nvSpPr>
        <p:spPr>
          <a:xfrm>
            <a:off x="1919351"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
          <p:cNvSpPr/>
          <p:nvPr/>
        </p:nvSpPr>
        <p:spPr>
          <a:xfrm>
            <a:off x="2797235"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
          <p:cNvSpPr/>
          <p:nvPr/>
        </p:nvSpPr>
        <p:spPr>
          <a:xfrm>
            <a:off x="7604271"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
          <p:cNvSpPr/>
          <p:nvPr/>
        </p:nvSpPr>
        <p:spPr>
          <a:xfrm>
            <a:off x="5161870"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
          <p:cNvSpPr/>
          <p:nvPr/>
        </p:nvSpPr>
        <p:spPr>
          <a:xfrm>
            <a:off x="5896739"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
          <p:cNvSpPr/>
          <p:nvPr/>
        </p:nvSpPr>
        <p:spPr>
          <a:xfrm>
            <a:off x="6774623"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
          <p:cNvSpPr/>
          <p:nvPr/>
        </p:nvSpPr>
        <p:spPr>
          <a:xfrm>
            <a:off x="6812905" y="2012174"/>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
          <p:cNvSpPr/>
          <p:nvPr/>
        </p:nvSpPr>
        <p:spPr>
          <a:xfrm>
            <a:off x="5105189" y="1569900"/>
            <a:ext cx="1337976" cy="175463"/>
          </a:xfrm>
          <a:custGeom>
            <a:rect b="b" l="l" r="r" t="t"/>
            <a:pathLst>
              <a:path extrusionOk="0" h="3417" w="26056">
                <a:moveTo>
                  <a:pt x="16660" y="0"/>
                </a:moveTo>
                <a:cubicBezTo>
                  <a:pt x="14805" y="0"/>
                  <a:pt x="13224" y="1609"/>
                  <a:pt x="11375" y="1609"/>
                </a:cubicBezTo>
                <a:cubicBezTo>
                  <a:pt x="11229" y="1609"/>
                  <a:pt x="11081" y="1599"/>
                  <a:pt x="10931" y="1577"/>
                </a:cubicBezTo>
                <a:cubicBezTo>
                  <a:pt x="9997" y="1439"/>
                  <a:pt x="9193" y="852"/>
                  <a:pt x="8270" y="852"/>
                </a:cubicBezTo>
                <a:cubicBezTo>
                  <a:pt x="8196" y="852"/>
                  <a:pt x="8121" y="856"/>
                  <a:pt x="8046" y="864"/>
                </a:cubicBezTo>
                <a:cubicBezTo>
                  <a:pt x="7169" y="955"/>
                  <a:pt x="6603" y="1587"/>
                  <a:pt x="5803" y="1862"/>
                </a:cubicBezTo>
                <a:cubicBezTo>
                  <a:pt x="5416" y="1995"/>
                  <a:pt x="4993" y="2039"/>
                  <a:pt x="4564" y="2039"/>
                </a:cubicBezTo>
                <a:cubicBezTo>
                  <a:pt x="4220" y="2039"/>
                  <a:pt x="3871" y="2011"/>
                  <a:pt x="3532" y="1977"/>
                </a:cubicBezTo>
                <a:cubicBezTo>
                  <a:pt x="3073" y="1933"/>
                  <a:pt x="2603" y="1880"/>
                  <a:pt x="2141" y="1880"/>
                </a:cubicBezTo>
                <a:cubicBezTo>
                  <a:pt x="1836" y="1880"/>
                  <a:pt x="1534" y="1903"/>
                  <a:pt x="1241" y="1966"/>
                </a:cubicBezTo>
                <a:cubicBezTo>
                  <a:pt x="503" y="2123"/>
                  <a:pt x="1" y="2861"/>
                  <a:pt x="111" y="3417"/>
                </a:cubicBezTo>
                <a:lnTo>
                  <a:pt x="25777" y="3417"/>
                </a:lnTo>
                <a:cubicBezTo>
                  <a:pt x="26056" y="3007"/>
                  <a:pt x="25486" y="2371"/>
                  <a:pt x="24930" y="2164"/>
                </a:cubicBezTo>
                <a:cubicBezTo>
                  <a:pt x="24595" y="2041"/>
                  <a:pt x="24224" y="2001"/>
                  <a:pt x="23847" y="2001"/>
                </a:cubicBezTo>
                <a:cubicBezTo>
                  <a:pt x="23593" y="2001"/>
                  <a:pt x="23336" y="2019"/>
                  <a:pt x="23085" y="2042"/>
                </a:cubicBezTo>
                <a:cubicBezTo>
                  <a:pt x="22678" y="2080"/>
                  <a:pt x="22265" y="2130"/>
                  <a:pt x="21858" y="2130"/>
                </a:cubicBezTo>
                <a:cubicBezTo>
                  <a:pt x="21643" y="2130"/>
                  <a:pt x="21429" y="2116"/>
                  <a:pt x="21218" y="2080"/>
                </a:cubicBezTo>
                <a:cubicBezTo>
                  <a:pt x="19573" y="1793"/>
                  <a:pt x="18750" y="258"/>
                  <a:pt x="17087" y="29"/>
                </a:cubicBezTo>
                <a:cubicBezTo>
                  <a:pt x="16943" y="10"/>
                  <a:pt x="16801" y="0"/>
                  <a:pt x="1666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
          <p:cNvSpPr/>
          <p:nvPr/>
        </p:nvSpPr>
        <p:spPr>
          <a:xfrm>
            <a:off x="6615490" y="93996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 name="Google Shape;1337;p3"/>
          <p:cNvGrpSpPr/>
          <p:nvPr/>
        </p:nvGrpSpPr>
        <p:grpSpPr>
          <a:xfrm>
            <a:off x="4956287" y="3203953"/>
            <a:ext cx="1432938" cy="1333902"/>
            <a:chOff x="609112" y="1844266"/>
            <a:chExt cx="1432938" cy="1333902"/>
          </a:xfrm>
        </p:grpSpPr>
        <p:grpSp>
          <p:nvGrpSpPr>
            <p:cNvPr id="1338" name="Google Shape;1338;p3"/>
            <p:cNvGrpSpPr/>
            <p:nvPr/>
          </p:nvGrpSpPr>
          <p:grpSpPr>
            <a:xfrm>
              <a:off x="609112" y="1844266"/>
              <a:ext cx="1432938" cy="1333902"/>
              <a:chOff x="609112" y="1844266"/>
              <a:chExt cx="1432938" cy="1333902"/>
            </a:xfrm>
          </p:grpSpPr>
          <p:sp>
            <p:nvSpPr>
              <p:cNvPr id="1339" name="Google Shape;1339;p3"/>
              <p:cNvSpPr/>
              <p:nvPr/>
            </p:nvSpPr>
            <p:spPr>
              <a:xfrm>
                <a:off x="1520350" y="2642500"/>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
              <p:cNvSpPr/>
              <p:nvPr/>
            </p:nvSpPr>
            <p:spPr>
              <a:xfrm>
                <a:off x="1398627" y="2749069"/>
                <a:ext cx="12551" cy="42367"/>
              </a:xfrm>
              <a:custGeom>
                <a:rect b="b" l="l" r="r" t="t"/>
                <a:pathLst>
                  <a:path extrusionOk="0" h="1779" w="527">
                    <a:moveTo>
                      <a:pt x="0" y="1"/>
                    </a:moveTo>
                    <a:cubicBezTo>
                      <a:pt x="122" y="399"/>
                      <a:pt x="242" y="808"/>
                      <a:pt x="364" y="1224"/>
                    </a:cubicBezTo>
                    <a:lnTo>
                      <a:pt x="364" y="1224"/>
                    </a:lnTo>
                    <a:cubicBezTo>
                      <a:pt x="242" y="808"/>
                      <a:pt x="123" y="400"/>
                      <a:pt x="3" y="1"/>
                    </a:cubicBezTo>
                    <a:close/>
                    <a:moveTo>
                      <a:pt x="364" y="1224"/>
                    </a:moveTo>
                    <a:cubicBezTo>
                      <a:pt x="418" y="1407"/>
                      <a:pt x="472" y="1592"/>
                      <a:pt x="527" y="1778"/>
                    </a:cubicBezTo>
                    <a:cubicBezTo>
                      <a:pt x="472" y="1592"/>
                      <a:pt x="418" y="1408"/>
                      <a:pt x="364" y="1224"/>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
              <p:cNvSpPr/>
              <p:nvPr/>
            </p:nvSpPr>
            <p:spPr>
              <a:xfrm>
                <a:off x="1426610" y="2919442"/>
                <a:ext cx="44129" cy="46606"/>
              </a:xfrm>
              <a:custGeom>
                <a:rect b="b" l="l" r="r" t="t"/>
                <a:pathLst>
                  <a:path extrusionOk="0" h="1957" w="1853">
                    <a:moveTo>
                      <a:pt x="1230" y="0"/>
                    </a:moveTo>
                    <a:lnTo>
                      <a:pt x="729" y="2"/>
                    </a:lnTo>
                    <a:cubicBezTo>
                      <a:pt x="614" y="488"/>
                      <a:pt x="357" y="916"/>
                      <a:pt x="0" y="1241"/>
                    </a:cubicBezTo>
                    <a:cubicBezTo>
                      <a:pt x="300" y="1378"/>
                      <a:pt x="462" y="1601"/>
                      <a:pt x="519" y="1674"/>
                    </a:cubicBezTo>
                    <a:cubicBezTo>
                      <a:pt x="585" y="1760"/>
                      <a:pt x="850" y="1957"/>
                      <a:pt x="1167" y="1957"/>
                    </a:cubicBezTo>
                    <a:cubicBezTo>
                      <a:pt x="1253" y="1957"/>
                      <a:pt x="1342" y="1942"/>
                      <a:pt x="1433" y="1908"/>
                    </a:cubicBezTo>
                    <a:cubicBezTo>
                      <a:pt x="1780" y="1773"/>
                      <a:pt x="1852" y="1546"/>
                      <a:pt x="1848" y="1316"/>
                    </a:cubicBezTo>
                    <a:cubicBezTo>
                      <a:pt x="1835" y="1274"/>
                      <a:pt x="1815" y="1233"/>
                      <a:pt x="1796" y="1191"/>
                    </a:cubicBezTo>
                    <a:cubicBezTo>
                      <a:pt x="1595" y="797"/>
                      <a:pt x="1407" y="400"/>
                      <a:pt x="1230"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
              <p:cNvSpPr/>
              <p:nvPr/>
            </p:nvSpPr>
            <p:spPr>
              <a:xfrm>
                <a:off x="1248259" y="2624517"/>
                <a:ext cx="54346" cy="116074"/>
              </a:xfrm>
              <a:custGeom>
                <a:rect b="b" l="l" r="r" t="t"/>
                <a:pathLst>
                  <a:path extrusionOk="0" h="4874" w="2282">
                    <a:moveTo>
                      <a:pt x="0" y="1"/>
                    </a:moveTo>
                    <a:lnTo>
                      <a:pt x="0" y="1"/>
                    </a:lnTo>
                    <a:cubicBezTo>
                      <a:pt x="318" y="941"/>
                      <a:pt x="1209" y="2793"/>
                      <a:pt x="2282" y="4874"/>
                    </a:cubicBezTo>
                    <a:cubicBezTo>
                      <a:pt x="1214" y="2793"/>
                      <a:pt x="321" y="944"/>
                      <a:pt x="2" y="4"/>
                    </a:cubicBezTo>
                    <a:cubicBezTo>
                      <a:pt x="2" y="4"/>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
              <p:cNvSpPr/>
              <p:nvPr/>
            </p:nvSpPr>
            <p:spPr>
              <a:xfrm>
                <a:off x="1414131" y="2801319"/>
                <a:ext cx="834" cy="2810"/>
              </a:xfrm>
              <a:custGeom>
                <a:rect b="b" l="l" r="r" t="t"/>
                <a:pathLst>
                  <a:path extrusionOk="0" h="118" w="35">
                    <a:moveTo>
                      <a:pt x="1" y="1"/>
                    </a:moveTo>
                    <a:cubicBezTo>
                      <a:pt x="12" y="41"/>
                      <a:pt x="22" y="79"/>
                      <a:pt x="35" y="118"/>
                    </a:cubicBezTo>
                    <a:cubicBezTo>
                      <a:pt x="22" y="77"/>
                      <a:pt x="12" y="38"/>
                      <a:pt x="1"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
              <p:cNvSpPr/>
              <p:nvPr/>
            </p:nvSpPr>
            <p:spPr>
              <a:xfrm>
                <a:off x="1437708" y="2876479"/>
                <a:ext cx="6787" cy="15527"/>
              </a:xfrm>
              <a:custGeom>
                <a:rect b="b" l="l" r="r" t="t"/>
                <a:pathLst>
                  <a:path extrusionOk="0" h="652" w="285">
                    <a:moveTo>
                      <a:pt x="36" y="0"/>
                    </a:moveTo>
                    <a:cubicBezTo>
                      <a:pt x="27" y="7"/>
                      <a:pt x="12" y="10"/>
                      <a:pt x="1" y="16"/>
                    </a:cubicBezTo>
                    <a:cubicBezTo>
                      <a:pt x="114" y="213"/>
                      <a:pt x="202" y="428"/>
                      <a:pt x="255" y="652"/>
                    </a:cubicBezTo>
                    <a:lnTo>
                      <a:pt x="284" y="652"/>
                    </a:lnTo>
                    <a:cubicBezTo>
                      <a:pt x="199" y="436"/>
                      <a:pt x="118" y="219"/>
                      <a:pt x="36"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
              <p:cNvSpPr/>
              <p:nvPr/>
            </p:nvSpPr>
            <p:spPr>
              <a:xfrm>
                <a:off x="1288816" y="2422542"/>
                <a:ext cx="50535" cy="76446"/>
              </a:xfrm>
              <a:custGeom>
                <a:rect b="b" l="l" r="r" t="t"/>
                <a:pathLst>
                  <a:path extrusionOk="0" h="3210" w="2122">
                    <a:moveTo>
                      <a:pt x="2122" y="1"/>
                    </a:moveTo>
                    <a:cubicBezTo>
                      <a:pt x="1352" y="1040"/>
                      <a:pt x="621" y="2130"/>
                      <a:pt x="0" y="3210"/>
                    </a:cubicBezTo>
                    <a:cubicBezTo>
                      <a:pt x="621" y="2130"/>
                      <a:pt x="1352" y="1041"/>
                      <a:pt x="2122"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
              <p:cNvSpPr/>
              <p:nvPr/>
            </p:nvSpPr>
            <p:spPr>
              <a:xfrm>
                <a:off x="1247473" y="2591366"/>
                <a:ext cx="2072" cy="10169"/>
              </a:xfrm>
              <a:custGeom>
                <a:rect b="b" l="l" r="r" t="t"/>
                <a:pathLst>
                  <a:path extrusionOk="0" h="427" w="87">
                    <a:moveTo>
                      <a:pt x="87" y="1"/>
                    </a:moveTo>
                    <a:cubicBezTo>
                      <a:pt x="51" y="143"/>
                      <a:pt x="23" y="287"/>
                      <a:pt x="1" y="427"/>
                    </a:cubicBezTo>
                    <a:cubicBezTo>
                      <a:pt x="23" y="287"/>
                      <a:pt x="51" y="146"/>
                      <a:pt x="87"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
              <p:cNvSpPr/>
              <p:nvPr/>
            </p:nvSpPr>
            <p:spPr>
              <a:xfrm>
                <a:off x="1462570" y="2465313"/>
                <a:ext cx="42843" cy="33674"/>
              </a:xfrm>
              <a:custGeom>
                <a:rect b="b" l="l" r="r" t="t"/>
                <a:pathLst>
                  <a:path extrusionOk="0" h="1414" w="1799">
                    <a:moveTo>
                      <a:pt x="1799" y="1"/>
                    </a:moveTo>
                    <a:cubicBezTo>
                      <a:pt x="1195" y="469"/>
                      <a:pt x="588" y="938"/>
                      <a:pt x="1" y="1414"/>
                    </a:cubicBezTo>
                    <a:cubicBezTo>
                      <a:pt x="591" y="938"/>
                      <a:pt x="1195" y="469"/>
                      <a:pt x="1799"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
              <p:cNvSpPr/>
              <p:nvPr/>
            </p:nvSpPr>
            <p:spPr>
              <a:xfrm>
                <a:off x="1245711" y="2617682"/>
                <a:ext cx="2572" cy="6835"/>
              </a:xfrm>
              <a:custGeom>
                <a:rect b="b" l="l" r="r" t="t"/>
                <a:pathLst>
                  <a:path extrusionOk="0" h="287" w="108">
                    <a:moveTo>
                      <a:pt x="0" y="1"/>
                    </a:moveTo>
                    <a:cubicBezTo>
                      <a:pt x="10" y="103"/>
                      <a:pt x="49" y="197"/>
                      <a:pt x="107" y="286"/>
                    </a:cubicBezTo>
                    <a:cubicBezTo>
                      <a:pt x="107" y="285"/>
                      <a:pt x="107" y="285"/>
                      <a:pt x="105" y="283"/>
                    </a:cubicBezTo>
                    <a:cubicBezTo>
                      <a:pt x="49" y="195"/>
                      <a:pt x="11" y="103"/>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
              <p:cNvSpPr/>
              <p:nvPr/>
            </p:nvSpPr>
            <p:spPr>
              <a:xfrm>
                <a:off x="1649637" y="2207063"/>
                <a:ext cx="13694" cy="31603"/>
              </a:xfrm>
              <a:custGeom>
                <a:rect b="b" l="l" r="r" t="t"/>
                <a:pathLst>
                  <a:path extrusionOk="0" h="1327" w="575">
                    <a:moveTo>
                      <a:pt x="1" y="1"/>
                    </a:moveTo>
                    <a:lnTo>
                      <a:pt x="14" y="25"/>
                    </a:lnTo>
                    <a:cubicBezTo>
                      <a:pt x="168" y="293"/>
                      <a:pt x="296" y="555"/>
                      <a:pt x="399" y="813"/>
                    </a:cubicBezTo>
                    <a:lnTo>
                      <a:pt x="399" y="813"/>
                    </a:lnTo>
                    <a:cubicBezTo>
                      <a:pt x="293" y="546"/>
                      <a:pt x="161" y="276"/>
                      <a:pt x="1" y="1"/>
                    </a:cubicBezTo>
                    <a:close/>
                    <a:moveTo>
                      <a:pt x="399" y="813"/>
                    </a:moveTo>
                    <a:lnTo>
                      <a:pt x="399" y="813"/>
                    </a:lnTo>
                    <a:cubicBezTo>
                      <a:pt x="468" y="986"/>
                      <a:pt x="527" y="1157"/>
                      <a:pt x="574" y="1327"/>
                    </a:cubicBezTo>
                    <a:cubicBezTo>
                      <a:pt x="574" y="1325"/>
                      <a:pt x="573" y="1320"/>
                      <a:pt x="573" y="1319"/>
                    </a:cubicBezTo>
                    <a:cubicBezTo>
                      <a:pt x="525" y="1152"/>
                      <a:pt x="467" y="983"/>
                      <a:pt x="399" y="813"/>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
              <p:cNvSpPr/>
              <p:nvPr/>
            </p:nvSpPr>
            <p:spPr>
              <a:xfrm>
                <a:off x="1350521" y="2526566"/>
                <a:ext cx="79352" cy="94093"/>
              </a:xfrm>
              <a:custGeom>
                <a:rect b="b" l="l" r="r" t="t"/>
                <a:pathLst>
                  <a:path extrusionOk="0" h="3951" w="3332">
                    <a:moveTo>
                      <a:pt x="3331" y="0"/>
                    </a:moveTo>
                    <a:cubicBezTo>
                      <a:pt x="1928" y="1239"/>
                      <a:pt x="721" y="2535"/>
                      <a:pt x="1" y="3950"/>
                    </a:cubicBezTo>
                    <a:cubicBezTo>
                      <a:pt x="721" y="2539"/>
                      <a:pt x="1928" y="1239"/>
                      <a:pt x="3331"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
              <p:cNvSpPr/>
              <p:nvPr/>
            </p:nvSpPr>
            <p:spPr>
              <a:xfrm>
                <a:off x="1248259" y="2624445"/>
                <a:ext cx="48" cy="71"/>
              </a:xfrm>
              <a:custGeom>
                <a:rect b="b" l="l" r="r" t="t"/>
                <a:pathLst>
                  <a:path extrusionOk="0" h="3" w="2">
                    <a:moveTo>
                      <a:pt x="0" y="1"/>
                    </a:moveTo>
                    <a:cubicBezTo>
                      <a:pt x="0" y="1"/>
                      <a:pt x="0" y="2"/>
                      <a:pt x="2" y="2"/>
                    </a:cubicBezTo>
                    <a:cubicBezTo>
                      <a:pt x="2" y="2"/>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
              <p:cNvSpPr/>
              <p:nvPr/>
            </p:nvSpPr>
            <p:spPr>
              <a:xfrm>
                <a:off x="1245616" y="2601607"/>
                <a:ext cx="1858" cy="16099"/>
              </a:xfrm>
              <a:custGeom>
                <a:rect b="b" l="l" r="r" t="t"/>
                <a:pathLst>
                  <a:path extrusionOk="0" h="676" w="78">
                    <a:moveTo>
                      <a:pt x="77" y="0"/>
                    </a:moveTo>
                    <a:cubicBezTo>
                      <a:pt x="48" y="164"/>
                      <a:pt x="24" y="326"/>
                      <a:pt x="10" y="484"/>
                    </a:cubicBezTo>
                    <a:lnTo>
                      <a:pt x="10" y="484"/>
                    </a:lnTo>
                    <a:cubicBezTo>
                      <a:pt x="25" y="326"/>
                      <a:pt x="50" y="163"/>
                      <a:pt x="77" y="0"/>
                    </a:cubicBezTo>
                    <a:close/>
                    <a:moveTo>
                      <a:pt x="10" y="484"/>
                    </a:moveTo>
                    <a:cubicBezTo>
                      <a:pt x="7" y="513"/>
                      <a:pt x="5" y="542"/>
                      <a:pt x="3" y="571"/>
                    </a:cubicBezTo>
                    <a:cubicBezTo>
                      <a:pt x="1" y="587"/>
                      <a:pt x="0" y="604"/>
                      <a:pt x="0" y="620"/>
                    </a:cubicBezTo>
                    <a:lnTo>
                      <a:pt x="0" y="620"/>
                    </a:lnTo>
                    <a:cubicBezTo>
                      <a:pt x="0" y="604"/>
                      <a:pt x="1" y="588"/>
                      <a:pt x="3" y="572"/>
                    </a:cubicBezTo>
                    <a:cubicBezTo>
                      <a:pt x="5" y="543"/>
                      <a:pt x="7" y="513"/>
                      <a:pt x="10" y="484"/>
                    </a:cubicBezTo>
                    <a:close/>
                    <a:moveTo>
                      <a:pt x="0" y="620"/>
                    </a:moveTo>
                    <a:cubicBezTo>
                      <a:pt x="0" y="639"/>
                      <a:pt x="1" y="658"/>
                      <a:pt x="4" y="676"/>
                    </a:cubicBezTo>
                    <a:cubicBezTo>
                      <a:pt x="1" y="657"/>
                      <a:pt x="0" y="639"/>
                      <a:pt x="0" y="620"/>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
              <p:cNvSpPr/>
              <p:nvPr/>
            </p:nvSpPr>
            <p:spPr>
              <a:xfrm>
                <a:off x="1411154" y="2791412"/>
                <a:ext cx="3001" cy="9978"/>
              </a:xfrm>
              <a:custGeom>
                <a:rect b="b" l="l" r="r" t="t"/>
                <a:pathLst>
                  <a:path extrusionOk="0" h="419" w="126">
                    <a:moveTo>
                      <a:pt x="1" y="1"/>
                    </a:moveTo>
                    <a:lnTo>
                      <a:pt x="1" y="1"/>
                    </a:lnTo>
                    <a:cubicBezTo>
                      <a:pt x="41" y="139"/>
                      <a:pt x="82" y="276"/>
                      <a:pt x="126" y="418"/>
                    </a:cubicBezTo>
                    <a:cubicBezTo>
                      <a:pt x="85" y="279"/>
                      <a:pt x="41" y="13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
              <p:cNvSpPr/>
              <p:nvPr/>
            </p:nvSpPr>
            <p:spPr>
              <a:xfrm>
                <a:off x="1505461" y="2410229"/>
                <a:ext cx="69183" cy="55084"/>
              </a:xfrm>
              <a:custGeom>
                <a:rect b="b" l="l" r="r" t="t"/>
                <a:pathLst>
                  <a:path extrusionOk="0" h="2313" w="2905">
                    <a:moveTo>
                      <a:pt x="2904" y="1"/>
                    </a:moveTo>
                    <a:cubicBezTo>
                      <a:pt x="1995" y="772"/>
                      <a:pt x="1000" y="1539"/>
                      <a:pt x="0" y="2312"/>
                    </a:cubicBezTo>
                    <a:cubicBezTo>
                      <a:pt x="1000" y="1539"/>
                      <a:pt x="1995" y="774"/>
                      <a:pt x="290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
              <p:cNvSpPr/>
              <p:nvPr/>
            </p:nvSpPr>
            <p:spPr>
              <a:xfrm>
                <a:off x="1428872" y="2848449"/>
                <a:ext cx="9788" cy="28078"/>
              </a:xfrm>
              <a:custGeom>
                <a:rect b="b" l="l" r="r" t="t"/>
                <a:pathLst>
                  <a:path extrusionOk="0" h="1179" w="411">
                    <a:moveTo>
                      <a:pt x="2" y="1"/>
                    </a:moveTo>
                    <a:lnTo>
                      <a:pt x="1" y="4"/>
                    </a:lnTo>
                    <a:cubicBezTo>
                      <a:pt x="130" y="393"/>
                      <a:pt x="266" y="787"/>
                      <a:pt x="411" y="1179"/>
                    </a:cubicBezTo>
                    <a:cubicBezTo>
                      <a:pt x="266" y="785"/>
                      <a:pt x="132" y="391"/>
                      <a:pt x="2"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
              <p:cNvSpPr/>
              <p:nvPr/>
            </p:nvSpPr>
            <p:spPr>
              <a:xfrm>
                <a:off x="1414988" y="2804106"/>
                <a:ext cx="1667" cy="5549"/>
              </a:xfrm>
              <a:custGeom>
                <a:rect b="b" l="l" r="r" t="t"/>
                <a:pathLst>
                  <a:path extrusionOk="0" h="233" w="70">
                    <a:moveTo>
                      <a:pt x="0" y="1"/>
                    </a:moveTo>
                    <a:lnTo>
                      <a:pt x="0" y="1"/>
                    </a:lnTo>
                    <a:cubicBezTo>
                      <a:pt x="23" y="77"/>
                      <a:pt x="46" y="155"/>
                      <a:pt x="70" y="232"/>
                    </a:cubicBezTo>
                    <a:cubicBezTo>
                      <a:pt x="47" y="155"/>
                      <a:pt x="23" y="75"/>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
              <p:cNvSpPr/>
              <p:nvPr/>
            </p:nvSpPr>
            <p:spPr>
              <a:xfrm>
                <a:off x="1325396" y="2784268"/>
                <a:ext cx="37032" cy="68921"/>
              </a:xfrm>
              <a:custGeom>
                <a:rect b="b" l="l" r="r" t="t"/>
                <a:pathLst>
                  <a:path extrusionOk="0" h="2894" w="1555">
                    <a:moveTo>
                      <a:pt x="1" y="1"/>
                    </a:moveTo>
                    <a:cubicBezTo>
                      <a:pt x="518" y="979"/>
                      <a:pt x="1048" y="1965"/>
                      <a:pt x="1555" y="2893"/>
                    </a:cubicBezTo>
                    <a:lnTo>
                      <a:pt x="1555" y="2893"/>
                    </a:lnTo>
                    <a:cubicBezTo>
                      <a:pt x="1048" y="1965"/>
                      <a:pt x="518" y="97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
              <p:cNvSpPr/>
              <p:nvPr/>
            </p:nvSpPr>
            <p:spPr>
              <a:xfrm>
                <a:off x="1245592" y="2615181"/>
                <a:ext cx="2691" cy="9288"/>
              </a:xfrm>
              <a:custGeom>
                <a:rect b="b" l="l" r="r" t="t"/>
                <a:pathLst>
                  <a:path extrusionOk="0" h="390" w="113">
                    <a:moveTo>
                      <a:pt x="4" y="1"/>
                    </a:moveTo>
                    <a:lnTo>
                      <a:pt x="4" y="1"/>
                    </a:lnTo>
                    <a:cubicBezTo>
                      <a:pt x="0" y="38"/>
                      <a:pt x="0" y="72"/>
                      <a:pt x="5" y="106"/>
                    </a:cubicBezTo>
                    <a:cubicBezTo>
                      <a:pt x="16" y="205"/>
                      <a:pt x="54" y="300"/>
                      <a:pt x="112" y="390"/>
                    </a:cubicBezTo>
                    <a:cubicBezTo>
                      <a:pt x="60" y="234"/>
                      <a:pt x="23" y="104"/>
                      <a:pt x="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
              <p:cNvSpPr/>
              <p:nvPr/>
            </p:nvSpPr>
            <p:spPr>
              <a:xfrm>
                <a:off x="1649995" y="2207730"/>
                <a:ext cx="13336" cy="30745"/>
              </a:xfrm>
              <a:custGeom>
                <a:rect b="b" l="l" r="r" t="t"/>
                <a:pathLst>
                  <a:path extrusionOk="0" h="1291" w="560">
                    <a:moveTo>
                      <a:pt x="0" y="1"/>
                    </a:moveTo>
                    <a:lnTo>
                      <a:pt x="0" y="1"/>
                    </a:lnTo>
                    <a:cubicBezTo>
                      <a:pt x="242" y="449"/>
                      <a:pt x="425" y="879"/>
                      <a:pt x="559" y="1291"/>
                    </a:cubicBezTo>
                    <a:cubicBezTo>
                      <a:pt x="438" y="871"/>
                      <a:pt x="255" y="441"/>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
              <p:cNvSpPr/>
              <p:nvPr/>
            </p:nvSpPr>
            <p:spPr>
              <a:xfrm>
                <a:off x="1267478" y="2795270"/>
                <a:ext cx="89211" cy="80376"/>
              </a:xfrm>
              <a:custGeom>
                <a:rect b="b" l="l" r="r" t="t"/>
                <a:pathLst>
                  <a:path extrusionOk="0" h="3375" w="3746">
                    <a:moveTo>
                      <a:pt x="1186" y="0"/>
                    </a:moveTo>
                    <a:lnTo>
                      <a:pt x="0" y="446"/>
                    </a:lnTo>
                    <a:lnTo>
                      <a:pt x="2930" y="3375"/>
                    </a:lnTo>
                    <a:cubicBezTo>
                      <a:pt x="3133" y="3042"/>
                      <a:pt x="3413" y="2762"/>
                      <a:pt x="3745" y="2558"/>
                    </a:cubicBezTo>
                    <a:lnTo>
                      <a:pt x="1186" y="0"/>
                    </a:lnTo>
                    <a:close/>
                  </a:path>
                </a:pathLst>
              </a:custGeom>
              <a:solidFill>
                <a:srgbClr val="494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
              <p:cNvSpPr/>
              <p:nvPr/>
            </p:nvSpPr>
            <p:spPr>
              <a:xfrm>
                <a:off x="859432" y="2355240"/>
                <a:ext cx="409499" cy="561558"/>
              </a:xfrm>
              <a:custGeom>
                <a:rect b="b" l="l" r="r" t="t"/>
                <a:pathLst>
                  <a:path extrusionOk="0" h="23580" w="17195">
                    <a:moveTo>
                      <a:pt x="749" y="1"/>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8"/>
                    </a:lnTo>
                    <a:lnTo>
                      <a:pt x="839" y="21393"/>
                    </a:lnTo>
                    <a:lnTo>
                      <a:pt x="665" y="21999"/>
                    </a:lnTo>
                    <a:lnTo>
                      <a:pt x="435" y="22819"/>
                    </a:lnTo>
                    <a:cubicBezTo>
                      <a:pt x="356" y="23096"/>
                      <a:pt x="476" y="23404"/>
                      <a:pt x="737" y="23524"/>
                    </a:cubicBezTo>
                    <a:cubicBezTo>
                      <a:pt x="818" y="23561"/>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cubicBezTo>
                      <a:pt x="16795" y="18542"/>
                      <a:pt x="16826" y="18521"/>
                      <a:pt x="16860" y="18507"/>
                    </a:cubicBezTo>
                    <a:lnTo>
                      <a:pt x="16872" y="18502"/>
                    </a:lnTo>
                    <a:cubicBezTo>
                      <a:pt x="16860" y="18453"/>
                      <a:pt x="16854" y="18409"/>
                      <a:pt x="16846" y="18364"/>
                    </a:cubicBezTo>
                    <a:cubicBezTo>
                      <a:pt x="16846" y="18363"/>
                      <a:pt x="16846" y="18363"/>
                      <a:pt x="16845" y="18363"/>
                    </a:cubicBezTo>
                    <a:cubicBezTo>
                      <a:pt x="16844" y="18363"/>
                      <a:pt x="16840" y="18364"/>
                      <a:pt x="16836" y="18364"/>
                    </a:cubicBezTo>
                    <a:cubicBezTo>
                      <a:pt x="16804" y="18364"/>
                      <a:pt x="16773" y="18345"/>
                      <a:pt x="16758" y="18312"/>
                    </a:cubicBezTo>
                    <a:cubicBezTo>
                      <a:pt x="16742" y="18268"/>
                      <a:pt x="16763" y="18223"/>
                      <a:pt x="16805" y="18207"/>
                    </a:cubicBezTo>
                    <a:lnTo>
                      <a:pt x="16831" y="18195"/>
                    </a:lnTo>
                    <a:cubicBezTo>
                      <a:pt x="16821" y="17871"/>
                      <a:pt x="16951" y="17606"/>
                      <a:pt x="17194" y="17356"/>
                    </a:cubicBezTo>
                    <a:lnTo>
                      <a:pt x="8245" y="8417"/>
                    </a:lnTo>
                    <a:cubicBezTo>
                      <a:pt x="7791" y="7964"/>
                      <a:pt x="8112" y="7190"/>
                      <a:pt x="8752" y="7190"/>
                    </a:cubicBezTo>
                    <a:lnTo>
                      <a:pt x="13943" y="7190"/>
                    </a:lnTo>
                    <a:cubicBezTo>
                      <a:pt x="13598" y="6798"/>
                      <a:pt x="13262" y="6410"/>
                      <a:pt x="12940" y="6037"/>
                    </a:cubicBezTo>
                    <a:lnTo>
                      <a:pt x="6384" y="6037"/>
                    </a:lnTo>
                    <a:lnTo>
                      <a:pt x="7772" y="1133"/>
                    </a:lnTo>
                    <a:cubicBezTo>
                      <a:pt x="7856" y="843"/>
                      <a:pt x="7720" y="519"/>
                      <a:pt x="7438" y="411"/>
                    </a:cubicBezTo>
                    <a:cubicBezTo>
                      <a:pt x="7367" y="383"/>
                      <a:pt x="7295" y="370"/>
                      <a:pt x="7225" y="370"/>
                    </a:cubicBezTo>
                    <a:cubicBezTo>
                      <a:pt x="6974" y="370"/>
                      <a:pt x="6743" y="535"/>
                      <a:pt x="6670" y="788"/>
                    </a:cubicBezTo>
                    <a:lnTo>
                      <a:pt x="6521" y="1315"/>
                    </a:lnTo>
                    <a:lnTo>
                      <a:pt x="7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
              <p:cNvSpPr/>
              <p:nvPr/>
            </p:nvSpPr>
            <p:spPr>
              <a:xfrm>
                <a:off x="1276385" y="2403013"/>
                <a:ext cx="521691" cy="516547"/>
              </a:xfrm>
              <a:custGeom>
                <a:rect b="b" l="l" r="r" t="t"/>
                <a:pathLst>
                  <a:path extrusionOk="0" h="21690" w="21906">
                    <a:moveTo>
                      <a:pt x="14479" y="1"/>
                    </a:moveTo>
                    <a:cubicBezTo>
                      <a:pt x="14257" y="100"/>
                      <a:pt x="13987" y="173"/>
                      <a:pt x="13687" y="225"/>
                    </a:cubicBezTo>
                    <a:lnTo>
                      <a:pt x="12627" y="2513"/>
                    </a:lnTo>
                    <a:cubicBezTo>
                      <a:pt x="12197" y="3438"/>
                      <a:pt x="11272" y="4031"/>
                      <a:pt x="10251" y="4031"/>
                    </a:cubicBezTo>
                    <a:lnTo>
                      <a:pt x="1" y="4031"/>
                    </a:lnTo>
                    <a:cubicBezTo>
                      <a:pt x="90" y="4182"/>
                      <a:pt x="179" y="4331"/>
                      <a:pt x="268" y="4485"/>
                    </a:cubicBezTo>
                    <a:cubicBezTo>
                      <a:pt x="401" y="4714"/>
                      <a:pt x="539" y="4949"/>
                      <a:pt x="675" y="5184"/>
                    </a:cubicBezTo>
                    <a:lnTo>
                      <a:pt x="10732" y="5184"/>
                    </a:lnTo>
                    <a:cubicBezTo>
                      <a:pt x="11040" y="5184"/>
                      <a:pt x="11243" y="5503"/>
                      <a:pt x="11115" y="5782"/>
                    </a:cubicBezTo>
                    <a:lnTo>
                      <a:pt x="5890" y="17074"/>
                    </a:lnTo>
                    <a:lnTo>
                      <a:pt x="5890" y="17076"/>
                    </a:lnTo>
                    <a:lnTo>
                      <a:pt x="5130" y="18716"/>
                    </a:lnTo>
                    <a:cubicBezTo>
                      <a:pt x="5519" y="18794"/>
                      <a:pt x="5875" y="18964"/>
                      <a:pt x="6175" y="19202"/>
                    </a:cubicBezTo>
                    <a:lnTo>
                      <a:pt x="6404" y="18711"/>
                    </a:lnTo>
                    <a:lnTo>
                      <a:pt x="6405" y="18706"/>
                    </a:lnTo>
                    <a:lnTo>
                      <a:pt x="11945" y="6740"/>
                    </a:lnTo>
                    <a:cubicBezTo>
                      <a:pt x="12029" y="6558"/>
                      <a:pt x="12202" y="6465"/>
                      <a:pt x="12376" y="6465"/>
                    </a:cubicBezTo>
                    <a:cubicBezTo>
                      <a:pt x="12538" y="6465"/>
                      <a:pt x="12701" y="6547"/>
                      <a:pt x="12791" y="6712"/>
                    </a:cubicBezTo>
                    <a:lnTo>
                      <a:pt x="15317" y="11313"/>
                    </a:lnTo>
                    <a:lnTo>
                      <a:pt x="15906" y="12383"/>
                    </a:lnTo>
                    <a:lnTo>
                      <a:pt x="16141" y="12809"/>
                    </a:lnTo>
                    <a:lnTo>
                      <a:pt x="19967" y="19781"/>
                    </a:lnTo>
                    <a:cubicBezTo>
                      <a:pt x="20140" y="20097"/>
                      <a:pt x="19912" y="20481"/>
                      <a:pt x="19554" y="20483"/>
                    </a:cubicBezTo>
                    <a:lnTo>
                      <a:pt x="11645" y="20518"/>
                    </a:lnTo>
                    <a:lnTo>
                      <a:pt x="11157" y="20520"/>
                    </a:lnTo>
                    <a:lnTo>
                      <a:pt x="9938" y="20526"/>
                    </a:lnTo>
                    <a:lnTo>
                      <a:pt x="7062" y="20538"/>
                    </a:lnTo>
                    <a:lnTo>
                      <a:pt x="7034" y="20538"/>
                    </a:lnTo>
                    <a:cubicBezTo>
                      <a:pt x="7081" y="20726"/>
                      <a:pt x="7109" y="20923"/>
                      <a:pt x="7109" y="21126"/>
                    </a:cubicBezTo>
                    <a:cubicBezTo>
                      <a:pt x="7109" y="21320"/>
                      <a:pt x="7084" y="21508"/>
                      <a:pt x="7041" y="21690"/>
                    </a:cubicBezTo>
                    <a:lnTo>
                      <a:pt x="7540" y="21688"/>
                    </a:lnTo>
                    <a:lnTo>
                      <a:pt x="9943" y="21679"/>
                    </a:lnTo>
                    <a:lnTo>
                      <a:pt x="11165" y="21672"/>
                    </a:lnTo>
                    <a:lnTo>
                      <a:pt x="11653" y="21670"/>
                    </a:lnTo>
                    <a:lnTo>
                      <a:pt x="19865" y="21633"/>
                    </a:lnTo>
                    <a:lnTo>
                      <a:pt x="20487" y="21632"/>
                    </a:lnTo>
                    <a:lnTo>
                      <a:pt x="21327" y="21628"/>
                    </a:lnTo>
                    <a:cubicBezTo>
                      <a:pt x="21370" y="21628"/>
                      <a:pt x="21412" y="21622"/>
                      <a:pt x="21456" y="21612"/>
                    </a:cubicBezTo>
                    <a:cubicBezTo>
                      <a:pt x="21468" y="21609"/>
                      <a:pt x="21477" y="21604"/>
                      <a:pt x="21490" y="21601"/>
                    </a:cubicBezTo>
                    <a:cubicBezTo>
                      <a:pt x="21523" y="21591"/>
                      <a:pt x="21553" y="21580"/>
                      <a:pt x="21583" y="21565"/>
                    </a:cubicBezTo>
                    <a:cubicBezTo>
                      <a:pt x="21589" y="21560"/>
                      <a:pt x="21596" y="21560"/>
                      <a:pt x="21604" y="21557"/>
                    </a:cubicBezTo>
                    <a:cubicBezTo>
                      <a:pt x="21612" y="21552"/>
                      <a:pt x="21618" y="21547"/>
                      <a:pt x="21626" y="21542"/>
                    </a:cubicBezTo>
                    <a:cubicBezTo>
                      <a:pt x="21644" y="21533"/>
                      <a:pt x="21660" y="21520"/>
                      <a:pt x="21677" y="21508"/>
                    </a:cubicBezTo>
                    <a:cubicBezTo>
                      <a:pt x="21691" y="21495"/>
                      <a:pt x="21704" y="21486"/>
                      <a:pt x="21719" y="21474"/>
                    </a:cubicBezTo>
                    <a:cubicBezTo>
                      <a:pt x="21733" y="21461"/>
                      <a:pt x="21745" y="21447"/>
                      <a:pt x="21758" y="21434"/>
                    </a:cubicBezTo>
                    <a:cubicBezTo>
                      <a:pt x="21769" y="21419"/>
                      <a:pt x="21782" y="21405"/>
                      <a:pt x="21793" y="21388"/>
                    </a:cubicBezTo>
                    <a:cubicBezTo>
                      <a:pt x="21805" y="21374"/>
                      <a:pt x="21814" y="21358"/>
                      <a:pt x="21824" y="21341"/>
                    </a:cubicBezTo>
                    <a:cubicBezTo>
                      <a:pt x="21834" y="21325"/>
                      <a:pt x="21842" y="21309"/>
                      <a:pt x="21850" y="21293"/>
                    </a:cubicBezTo>
                    <a:cubicBezTo>
                      <a:pt x="21858" y="21275"/>
                      <a:pt x="21865" y="21259"/>
                      <a:pt x="21871" y="21241"/>
                    </a:cubicBezTo>
                    <a:cubicBezTo>
                      <a:pt x="21878" y="21225"/>
                      <a:pt x="21882" y="21207"/>
                      <a:pt x="21887" y="21187"/>
                    </a:cubicBezTo>
                    <a:cubicBezTo>
                      <a:pt x="21891" y="21170"/>
                      <a:pt x="21895" y="21152"/>
                      <a:pt x="21897" y="21134"/>
                    </a:cubicBezTo>
                    <a:cubicBezTo>
                      <a:pt x="21899" y="21113"/>
                      <a:pt x="21902" y="21093"/>
                      <a:pt x="21904" y="21074"/>
                    </a:cubicBezTo>
                    <a:cubicBezTo>
                      <a:pt x="21904" y="21066"/>
                      <a:pt x="21905" y="21056"/>
                      <a:pt x="21905" y="21048"/>
                    </a:cubicBezTo>
                    <a:cubicBezTo>
                      <a:pt x="21897" y="21037"/>
                      <a:pt x="21895" y="21029"/>
                      <a:pt x="21895" y="21017"/>
                    </a:cubicBezTo>
                    <a:cubicBezTo>
                      <a:pt x="21895" y="20998"/>
                      <a:pt x="21891" y="20977"/>
                      <a:pt x="21889" y="20957"/>
                    </a:cubicBezTo>
                    <a:cubicBezTo>
                      <a:pt x="21887" y="20940"/>
                      <a:pt x="21882" y="20920"/>
                      <a:pt x="21878" y="20902"/>
                    </a:cubicBezTo>
                    <a:cubicBezTo>
                      <a:pt x="21873" y="20884"/>
                      <a:pt x="21866" y="20868"/>
                      <a:pt x="21861" y="20852"/>
                    </a:cubicBezTo>
                    <a:cubicBezTo>
                      <a:pt x="21853" y="20831"/>
                      <a:pt x="21845" y="20813"/>
                      <a:pt x="21837" y="20794"/>
                    </a:cubicBezTo>
                    <a:cubicBezTo>
                      <a:pt x="21832" y="20786"/>
                      <a:pt x="21831" y="20777"/>
                      <a:pt x="21826" y="20769"/>
                    </a:cubicBezTo>
                    <a:lnTo>
                      <a:pt x="21372" y="19944"/>
                    </a:lnTo>
                    <a:lnTo>
                      <a:pt x="21080" y="19413"/>
                    </a:lnTo>
                    <a:lnTo>
                      <a:pt x="17140" y="12238"/>
                    </a:lnTo>
                    <a:lnTo>
                      <a:pt x="16905" y="11810"/>
                    </a:lnTo>
                    <a:lnTo>
                      <a:pt x="16320" y="10742"/>
                    </a:lnTo>
                    <a:lnTo>
                      <a:pt x="13379" y="5385"/>
                    </a:lnTo>
                    <a:cubicBezTo>
                      <a:pt x="13103" y="4882"/>
                      <a:pt x="13081" y="4276"/>
                      <a:pt x="13322" y="3756"/>
                    </a:cubicBezTo>
                    <a:lnTo>
                      <a:pt x="14953" y="233"/>
                    </a:lnTo>
                    <a:cubicBezTo>
                      <a:pt x="14782" y="171"/>
                      <a:pt x="14622" y="93"/>
                      <a:pt x="144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
              <p:cNvSpPr/>
              <p:nvPr/>
            </p:nvSpPr>
            <p:spPr>
              <a:xfrm>
                <a:off x="1123183" y="2053981"/>
                <a:ext cx="8145" cy="4834"/>
              </a:xfrm>
              <a:custGeom>
                <a:rect b="b" l="l" r="r" t="t"/>
                <a:pathLst>
                  <a:path extrusionOk="0" h="203" w="342">
                    <a:moveTo>
                      <a:pt x="0" y="0"/>
                    </a:moveTo>
                    <a:lnTo>
                      <a:pt x="0" y="0"/>
                    </a:lnTo>
                    <a:cubicBezTo>
                      <a:pt x="115" y="65"/>
                      <a:pt x="230" y="131"/>
                      <a:pt x="342" y="202"/>
                    </a:cubicBezTo>
                    <a:cubicBezTo>
                      <a:pt x="230" y="130"/>
                      <a:pt x="115" y="65"/>
                      <a:pt x="0"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
              <p:cNvSpPr/>
              <p:nvPr/>
            </p:nvSpPr>
            <p:spPr>
              <a:xfrm>
                <a:off x="1120230" y="2007422"/>
                <a:ext cx="18790" cy="51393"/>
              </a:xfrm>
              <a:custGeom>
                <a:rect b="b" l="l" r="r" t="t"/>
                <a:pathLst>
                  <a:path extrusionOk="0" h="2158" w="789">
                    <a:moveTo>
                      <a:pt x="524" y="0"/>
                    </a:moveTo>
                    <a:cubicBezTo>
                      <a:pt x="487" y="33"/>
                      <a:pt x="449" y="64"/>
                      <a:pt x="409" y="94"/>
                    </a:cubicBezTo>
                    <a:cubicBezTo>
                      <a:pt x="409" y="115"/>
                      <a:pt x="407" y="137"/>
                      <a:pt x="406" y="159"/>
                    </a:cubicBezTo>
                    <a:lnTo>
                      <a:pt x="406" y="164"/>
                    </a:lnTo>
                    <a:cubicBezTo>
                      <a:pt x="399" y="239"/>
                      <a:pt x="391" y="320"/>
                      <a:pt x="381" y="402"/>
                    </a:cubicBezTo>
                    <a:lnTo>
                      <a:pt x="381" y="407"/>
                    </a:lnTo>
                    <a:cubicBezTo>
                      <a:pt x="326" y="833"/>
                      <a:pt x="198" y="1371"/>
                      <a:pt x="0" y="1882"/>
                    </a:cubicBezTo>
                    <a:cubicBezTo>
                      <a:pt x="43" y="1903"/>
                      <a:pt x="81" y="1932"/>
                      <a:pt x="124" y="1955"/>
                    </a:cubicBezTo>
                    <a:cubicBezTo>
                      <a:pt x="239" y="2020"/>
                      <a:pt x="354" y="2086"/>
                      <a:pt x="466" y="2157"/>
                    </a:cubicBezTo>
                    <a:cubicBezTo>
                      <a:pt x="650" y="1495"/>
                      <a:pt x="788" y="605"/>
                      <a:pt x="524"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
              <p:cNvSpPr/>
              <p:nvPr/>
            </p:nvSpPr>
            <p:spPr>
              <a:xfrm>
                <a:off x="1027304" y="2055076"/>
                <a:ext cx="8883" cy="5620"/>
              </a:xfrm>
              <a:custGeom>
                <a:rect b="b" l="l" r="r" t="t"/>
                <a:pathLst>
                  <a:path extrusionOk="0" h="236" w="373">
                    <a:moveTo>
                      <a:pt x="312" y="1"/>
                    </a:moveTo>
                    <a:cubicBezTo>
                      <a:pt x="259" y="1"/>
                      <a:pt x="1" y="195"/>
                      <a:pt x="55" y="229"/>
                    </a:cubicBezTo>
                    <a:cubicBezTo>
                      <a:pt x="62" y="234"/>
                      <a:pt x="71" y="236"/>
                      <a:pt x="82" y="236"/>
                    </a:cubicBezTo>
                    <a:cubicBezTo>
                      <a:pt x="171" y="236"/>
                      <a:pt x="373" y="102"/>
                      <a:pt x="321" y="4"/>
                    </a:cubicBezTo>
                    <a:cubicBezTo>
                      <a:pt x="319" y="2"/>
                      <a:pt x="316" y="1"/>
                      <a:pt x="312" y="1"/>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
              <p:cNvSpPr/>
              <p:nvPr/>
            </p:nvSpPr>
            <p:spPr>
              <a:xfrm>
                <a:off x="1073981" y="2006113"/>
                <a:ext cx="3477" cy="1715"/>
              </a:xfrm>
              <a:custGeom>
                <a:rect b="b" l="l" r="r" t="t"/>
                <a:pathLst>
                  <a:path extrusionOk="0" h="72" w="146">
                    <a:moveTo>
                      <a:pt x="1" y="0"/>
                    </a:moveTo>
                    <a:cubicBezTo>
                      <a:pt x="17" y="18"/>
                      <a:pt x="32" y="36"/>
                      <a:pt x="50" y="55"/>
                    </a:cubicBezTo>
                    <a:cubicBezTo>
                      <a:pt x="62" y="67"/>
                      <a:pt x="75" y="72"/>
                      <a:pt x="92" y="72"/>
                    </a:cubicBezTo>
                    <a:cubicBezTo>
                      <a:pt x="108" y="72"/>
                      <a:pt x="124" y="65"/>
                      <a:pt x="137" y="52"/>
                    </a:cubicBezTo>
                    <a:cubicBezTo>
                      <a:pt x="144" y="47"/>
                      <a:pt x="144" y="39"/>
                      <a:pt x="145" y="33"/>
                    </a:cubicBezTo>
                    <a:lnTo>
                      <a:pt x="1" y="0"/>
                    </a:ln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
              <p:cNvSpPr/>
              <p:nvPr/>
            </p:nvSpPr>
            <p:spPr>
              <a:xfrm>
                <a:off x="1064360" y="1977011"/>
                <a:ext cx="6692" cy="24577"/>
              </a:xfrm>
              <a:custGeom>
                <a:rect b="b" l="l" r="r" t="t"/>
                <a:pathLst>
                  <a:path extrusionOk="0" h="1032" w="281">
                    <a:moveTo>
                      <a:pt x="199" y="0"/>
                    </a:moveTo>
                    <a:lnTo>
                      <a:pt x="65" y="34"/>
                    </a:lnTo>
                    <a:cubicBezTo>
                      <a:pt x="0" y="372"/>
                      <a:pt x="71" y="732"/>
                      <a:pt x="253" y="1024"/>
                    </a:cubicBezTo>
                    <a:lnTo>
                      <a:pt x="253" y="1024"/>
                    </a:lnTo>
                    <a:cubicBezTo>
                      <a:pt x="248" y="1016"/>
                      <a:pt x="244" y="1006"/>
                      <a:pt x="244" y="995"/>
                    </a:cubicBezTo>
                    <a:cubicBezTo>
                      <a:pt x="251" y="934"/>
                      <a:pt x="262" y="876"/>
                      <a:pt x="280" y="819"/>
                    </a:cubicBezTo>
                    <a:cubicBezTo>
                      <a:pt x="163" y="564"/>
                      <a:pt x="131" y="273"/>
                      <a:pt x="199" y="0"/>
                    </a:cubicBezTo>
                    <a:close/>
                    <a:moveTo>
                      <a:pt x="253" y="1024"/>
                    </a:moveTo>
                    <a:cubicBezTo>
                      <a:pt x="254" y="1026"/>
                      <a:pt x="256" y="1029"/>
                      <a:pt x="257" y="1031"/>
                    </a:cubicBezTo>
                    <a:cubicBezTo>
                      <a:pt x="256" y="1029"/>
                      <a:pt x="254" y="1026"/>
                      <a:pt x="253" y="1024"/>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
              <p:cNvSpPr/>
              <p:nvPr/>
            </p:nvSpPr>
            <p:spPr>
              <a:xfrm>
                <a:off x="1070671" y="2000349"/>
                <a:ext cx="6978" cy="6525"/>
              </a:xfrm>
              <a:custGeom>
                <a:rect b="b" l="l" r="r" t="t"/>
                <a:pathLst>
                  <a:path extrusionOk="0" h="274" w="293">
                    <a:moveTo>
                      <a:pt x="107" y="1"/>
                    </a:moveTo>
                    <a:cubicBezTo>
                      <a:pt x="107" y="9"/>
                      <a:pt x="106" y="15"/>
                      <a:pt x="104" y="24"/>
                    </a:cubicBezTo>
                    <a:cubicBezTo>
                      <a:pt x="99" y="56"/>
                      <a:pt x="73" y="80"/>
                      <a:pt x="43" y="80"/>
                    </a:cubicBezTo>
                    <a:lnTo>
                      <a:pt x="36" y="80"/>
                    </a:lnTo>
                    <a:cubicBezTo>
                      <a:pt x="23" y="79"/>
                      <a:pt x="9" y="71"/>
                      <a:pt x="1" y="59"/>
                    </a:cubicBezTo>
                    <a:lnTo>
                      <a:pt x="1" y="59"/>
                    </a:lnTo>
                    <a:cubicBezTo>
                      <a:pt x="41" y="124"/>
                      <a:pt x="88" y="186"/>
                      <a:pt x="140" y="241"/>
                    </a:cubicBezTo>
                    <a:lnTo>
                      <a:pt x="284" y="273"/>
                    </a:lnTo>
                    <a:cubicBezTo>
                      <a:pt x="292" y="250"/>
                      <a:pt x="292" y="226"/>
                      <a:pt x="274" y="208"/>
                    </a:cubicBezTo>
                    <a:cubicBezTo>
                      <a:pt x="210" y="145"/>
                      <a:pt x="156" y="75"/>
                      <a:pt x="10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
              <p:cNvSpPr/>
              <p:nvPr/>
            </p:nvSpPr>
            <p:spPr>
              <a:xfrm>
                <a:off x="1070528" y="2001516"/>
                <a:ext cx="167" cy="262"/>
              </a:xfrm>
              <a:custGeom>
                <a:rect b="b" l="l" r="r" t="t"/>
                <a:pathLst>
                  <a:path extrusionOk="0" h="11" w="7">
                    <a:moveTo>
                      <a:pt x="0" y="0"/>
                    </a:moveTo>
                    <a:cubicBezTo>
                      <a:pt x="0" y="5"/>
                      <a:pt x="2" y="9"/>
                      <a:pt x="7" y="10"/>
                    </a:cubicBezTo>
                    <a:cubicBezTo>
                      <a:pt x="3" y="7"/>
                      <a:pt x="2" y="5"/>
                      <a:pt x="0"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
              <p:cNvSpPr/>
              <p:nvPr/>
            </p:nvSpPr>
            <p:spPr>
              <a:xfrm>
                <a:off x="1070933" y="1985393"/>
                <a:ext cx="10264" cy="15027"/>
              </a:xfrm>
              <a:custGeom>
                <a:rect b="b" l="l" r="r" t="t"/>
                <a:pathLst>
                  <a:path extrusionOk="0" h="631" w="431">
                    <a:moveTo>
                      <a:pt x="361" y="0"/>
                    </a:moveTo>
                    <a:cubicBezTo>
                      <a:pt x="351" y="0"/>
                      <a:pt x="340" y="3"/>
                      <a:pt x="330" y="10"/>
                    </a:cubicBezTo>
                    <a:cubicBezTo>
                      <a:pt x="179" y="92"/>
                      <a:pt x="61" y="266"/>
                      <a:pt x="1" y="467"/>
                    </a:cubicBezTo>
                    <a:cubicBezTo>
                      <a:pt x="28" y="524"/>
                      <a:pt x="58" y="579"/>
                      <a:pt x="93" y="630"/>
                    </a:cubicBezTo>
                    <a:cubicBezTo>
                      <a:pt x="121" y="408"/>
                      <a:pt x="241" y="199"/>
                      <a:pt x="390" y="115"/>
                    </a:cubicBezTo>
                    <a:cubicBezTo>
                      <a:pt x="421" y="97"/>
                      <a:pt x="430" y="62"/>
                      <a:pt x="413" y="31"/>
                    </a:cubicBezTo>
                    <a:cubicBezTo>
                      <a:pt x="402" y="12"/>
                      <a:pt x="382" y="0"/>
                      <a:pt x="361"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
              <p:cNvSpPr/>
              <p:nvPr/>
            </p:nvSpPr>
            <p:spPr>
              <a:xfrm>
                <a:off x="1070171" y="1996539"/>
                <a:ext cx="3025" cy="5763"/>
              </a:xfrm>
              <a:custGeom>
                <a:rect b="b" l="l" r="r" t="t"/>
                <a:pathLst>
                  <a:path extrusionOk="0" h="242" w="127">
                    <a:moveTo>
                      <a:pt x="36" y="0"/>
                    </a:moveTo>
                    <a:cubicBezTo>
                      <a:pt x="20" y="57"/>
                      <a:pt x="7" y="117"/>
                      <a:pt x="0" y="177"/>
                    </a:cubicBezTo>
                    <a:cubicBezTo>
                      <a:pt x="0" y="187"/>
                      <a:pt x="7" y="200"/>
                      <a:pt x="13" y="211"/>
                    </a:cubicBezTo>
                    <a:cubicBezTo>
                      <a:pt x="15" y="216"/>
                      <a:pt x="17" y="218"/>
                      <a:pt x="20" y="222"/>
                    </a:cubicBezTo>
                    <a:cubicBezTo>
                      <a:pt x="30" y="232"/>
                      <a:pt x="41" y="240"/>
                      <a:pt x="56" y="242"/>
                    </a:cubicBezTo>
                    <a:lnTo>
                      <a:pt x="62" y="242"/>
                    </a:lnTo>
                    <a:cubicBezTo>
                      <a:pt x="93" y="242"/>
                      <a:pt x="120" y="218"/>
                      <a:pt x="122" y="187"/>
                    </a:cubicBezTo>
                    <a:cubicBezTo>
                      <a:pt x="122" y="179"/>
                      <a:pt x="125" y="171"/>
                      <a:pt x="127" y="166"/>
                    </a:cubicBezTo>
                    <a:cubicBezTo>
                      <a:pt x="93" y="112"/>
                      <a:pt x="62" y="57"/>
                      <a:pt x="3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
              <p:cNvSpPr/>
              <p:nvPr/>
            </p:nvSpPr>
            <p:spPr>
              <a:xfrm>
                <a:off x="874221" y="1992085"/>
                <a:ext cx="490232" cy="351152"/>
              </a:xfrm>
              <a:custGeom>
                <a:rect b="b" l="l" r="r" t="t"/>
                <a:pathLst>
                  <a:path extrusionOk="0" h="14745" w="20585">
                    <a:moveTo>
                      <a:pt x="12259" y="2589"/>
                    </a:moveTo>
                    <a:cubicBezTo>
                      <a:pt x="12267" y="2589"/>
                      <a:pt x="12275" y="2591"/>
                      <a:pt x="12283" y="2594"/>
                    </a:cubicBezTo>
                    <a:cubicBezTo>
                      <a:pt x="12285" y="2594"/>
                      <a:pt x="12285" y="2597"/>
                      <a:pt x="12285" y="2597"/>
                    </a:cubicBezTo>
                    <a:cubicBezTo>
                      <a:pt x="12311" y="2610"/>
                      <a:pt x="12324" y="2643"/>
                      <a:pt x="12311" y="2670"/>
                    </a:cubicBezTo>
                    <a:cubicBezTo>
                      <a:pt x="12197" y="2921"/>
                      <a:pt x="12037" y="3362"/>
                      <a:pt x="11823" y="4020"/>
                    </a:cubicBezTo>
                    <a:cubicBezTo>
                      <a:pt x="11815" y="4045"/>
                      <a:pt x="11792" y="4061"/>
                      <a:pt x="11768" y="4061"/>
                    </a:cubicBezTo>
                    <a:cubicBezTo>
                      <a:pt x="11761" y="4059"/>
                      <a:pt x="11757" y="4059"/>
                      <a:pt x="11750" y="4057"/>
                    </a:cubicBezTo>
                    <a:cubicBezTo>
                      <a:pt x="11719" y="4048"/>
                      <a:pt x="11703" y="4015"/>
                      <a:pt x="11713" y="3985"/>
                    </a:cubicBezTo>
                    <a:cubicBezTo>
                      <a:pt x="11930" y="3323"/>
                      <a:pt x="12090" y="2878"/>
                      <a:pt x="12206" y="2623"/>
                    </a:cubicBezTo>
                    <a:cubicBezTo>
                      <a:pt x="12216" y="2602"/>
                      <a:pt x="12237" y="2589"/>
                      <a:pt x="12259" y="2589"/>
                    </a:cubicBezTo>
                    <a:close/>
                    <a:moveTo>
                      <a:pt x="15116" y="0"/>
                    </a:moveTo>
                    <a:cubicBezTo>
                      <a:pt x="14476" y="0"/>
                      <a:pt x="13976" y="58"/>
                      <a:pt x="13641" y="153"/>
                    </a:cubicBezTo>
                    <a:cubicBezTo>
                      <a:pt x="13573" y="174"/>
                      <a:pt x="13510" y="194"/>
                      <a:pt x="13453" y="218"/>
                    </a:cubicBezTo>
                    <a:cubicBezTo>
                      <a:pt x="13431" y="228"/>
                      <a:pt x="13410" y="243"/>
                      <a:pt x="13387" y="252"/>
                    </a:cubicBezTo>
                    <a:cubicBezTo>
                      <a:pt x="13350" y="272"/>
                      <a:pt x="13314" y="290"/>
                      <a:pt x="13280" y="312"/>
                    </a:cubicBezTo>
                    <a:cubicBezTo>
                      <a:pt x="13251" y="330"/>
                      <a:pt x="13223" y="353"/>
                      <a:pt x="13194" y="372"/>
                    </a:cubicBezTo>
                    <a:cubicBezTo>
                      <a:pt x="13162" y="395"/>
                      <a:pt x="13131" y="419"/>
                      <a:pt x="13102" y="443"/>
                    </a:cubicBezTo>
                    <a:cubicBezTo>
                      <a:pt x="13073" y="465"/>
                      <a:pt x="13047" y="492"/>
                      <a:pt x="13017" y="516"/>
                    </a:cubicBezTo>
                    <a:cubicBezTo>
                      <a:pt x="12985" y="546"/>
                      <a:pt x="12953" y="576"/>
                      <a:pt x="12920" y="609"/>
                    </a:cubicBezTo>
                    <a:cubicBezTo>
                      <a:pt x="12896" y="636"/>
                      <a:pt x="12872" y="662"/>
                      <a:pt x="12846" y="688"/>
                    </a:cubicBezTo>
                    <a:cubicBezTo>
                      <a:pt x="12808" y="729"/>
                      <a:pt x="12774" y="769"/>
                      <a:pt x="12739" y="813"/>
                    </a:cubicBezTo>
                    <a:cubicBezTo>
                      <a:pt x="12718" y="837"/>
                      <a:pt x="12700" y="860"/>
                      <a:pt x="12680" y="884"/>
                    </a:cubicBezTo>
                    <a:cubicBezTo>
                      <a:pt x="12633" y="946"/>
                      <a:pt x="12585" y="1011"/>
                      <a:pt x="12539" y="1076"/>
                    </a:cubicBezTo>
                    <a:cubicBezTo>
                      <a:pt x="12534" y="1084"/>
                      <a:pt x="12528" y="1092"/>
                      <a:pt x="12522" y="1101"/>
                    </a:cubicBezTo>
                    <a:cubicBezTo>
                      <a:pt x="12074" y="1758"/>
                      <a:pt x="11721" y="2615"/>
                      <a:pt x="11619" y="3218"/>
                    </a:cubicBezTo>
                    <a:cubicBezTo>
                      <a:pt x="11614" y="3246"/>
                      <a:pt x="11611" y="3270"/>
                      <a:pt x="11607" y="3296"/>
                    </a:cubicBezTo>
                    <a:cubicBezTo>
                      <a:pt x="11580" y="3497"/>
                      <a:pt x="11580" y="3667"/>
                      <a:pt x="11619" y="3782"/>
                    </a:cubicBezTo>
                    <a:cubicBezTo>
                      <a:pt x="11654" y="3889"/>
                      <a:pt x="11695" y="3994"/>
                      <a:pt x="11734" y="4098"/>
                    </a:cubicBezTo>
                    <a:cubicBezTo>
                      <a:pt x="11040" y="6223"/>
                      <a:pt x="10026" y="9756"/>
                      <a:pt x="9384" y="11378"/>
                    </a:cubicBezTo>
                    <a:cubicBezTo>
                      <a:pt x="9390" y="11381"/>
                      <a:pt x="9395" y="11381"/>
                      <a:pt x="9400" y="11384"/>
                    </a:cubicBezTo>
                    <a:cubicBezTo>
                      <a:pt x="9418" y="11399"/>
                      <a:pt x="9433" y="11417"/>
                      <a:pt x="9450" y="11433"/>
                    </a:cubicBezTo>
                    <a:cubicBezTo>
                      <a:pt x="9629" y="11597"/>
                      <a:pt x="9779" y="11790"/>
                      <a:pt x="9886" y="12005"/>
                    </a:cubicBezTo>
                    <a:cubicBezTo>
                      <a:pt x="9909" y="12047"/>
                      <a:pt x="9922" y="12093"/>
                      <a:pt x="9941" y="12138"/>
                    </a:cubicBezTo>
                    <a:cubicBezTo>
                      <a:pt x="9958" y="12177"/>
                      <a:pt x="9975" y="12216"/>
                      <a:pt x="9988" y="12253"/>
                    </a:cubicBezTo>
                    <a:cubicBezTo>
                      <a:pt x="10000" y="12284"/>
                      <a:pt x="9984" y="12316"/>
                      <a:pt x="9953" y="12326"/>
                    </a:cubicBezTo>
                    <a:cubicBezTo>
                      <a:pt x="9946" y="12329"/>
                      <a:pt x="9940" y="12331"/>
                      <a:pt x="9935" y="12331"/>
                    </a:cubicBezTo>
                    <a:cubicBezTo>
                      <a:pt x="9911" y="12331"/>
                      <a:pt x="9888" y="12315"/>
                      <a:pt x="9880" y="12292"/>
                    </a:cubicBezTo>
                    <a:cubicBezTo>
                      <a:pt x="9864" y="12242"/>
                      <a:pt x="9841" y="12195"/>
                      <a:pt x="9820" y="12146"/>
                    </a:cubicBezTo>
                    <a:cubicBezTo>
                      <a:pt x="9817" y="12144"/>
                      <a:pt x="9817" y="12140"/>
                      <a:pt x="9815" y="12138"/>
                    </a:cubicBezTo>
                    <a:cubicBezTo>
                      <a:pt x="9708" y="11893"/>
                      <a:pt x="9548" y="11673"/>
                      <a:pt x="9345" y="11495"/>
                    </a:cubicBezTo>
                    <a:cubicBezTo>
                      <a:pt x="9337" y="11488"/>
                      <a:pt x="9330" y="11480"/>
                      <a:pt x="9326" y="11474"/>
                    </a:cubicBezTo>
                    <a:cubicBezTo>
                      <a:pt x="9318" y="11465"/>
                      <a:pt x="9313" y="11456"/>
                      <a:pt x="9311" y="11446"/>
                    </a:cubicBezTo>
                    <a:cubicBezTo>
                      <a:pt x="7998" y="11600"/>
                      <a:pt x="2367" y="12729"/>
                      <a:pt x="610" y="12934"/>
                    </a:cubicBezTo>
                    <a:cubicBezTo>
                      <a:pt x="0" y="13005"/>
                      <a:pt x="124" y="14705"/>
                      <a:pt x="987" y="14744"/>
                    </a:cubicBezTo>
                    <a:lnTo>
                      <a:pt x="1046" y="14744"/>
                    </a:lnTo>
                    <a:cubicBezTo>
                      <a:pt x="1055" y="14744"/>
                      <a:pt x="1064" y="14744"/>
                      <a:pt x="1074" y="14744"/>
                    </a:cubicBezTo>
                    <a:cubicBezTo>
                      <a:pt x="2118" y="14744"/>
                      <a:pt x="8247" y="14238"/>
                      <a:pt x="10428" y="13848"/>
                    </a:cubicBezTo>
                    <a:cubicBezTo>
                      <a:pt x="10776" y="13785"/>
                      <a:pt x="11027" y="13726"/>
                      <a:pt x="11134" y="13671"/>
                    </a:cubicBezTo>
                    <a:cubicBezTo>
                      <a:pt x="11248" y="13635"/>
                      <a:pt x="11377" y="13540"/>
                      <a:pt x="11522" y="13399"/>
                    </a:cubicBezTo>
                    <a:cubicBezTo>
                      <a:pt x="12397" y="12540"/>
                      <a:pt x="13761" y="9918"/>
                      <a:pt x="14669" y="7526"/>
                    </a:cubicBezTo>
                    <a:lnTo>
                      <a:pt x="14667" y="7526"/>
                    </a:lnTo>
                    <a:cubicBezTo>
                      <a:pt x="14651" y="7519"/>
                      <a:pt x="14641" y="7505"/>
                      <a:pt x="14636" y="7488"/>
                    </a:cubicBezTo>
                    <a:cubicBezTo>
                      <a:pt x="14633" y="7477"/>
                      <a:pt x="14630" y="7462"/>
                      <a:pt x="14636" y="7451"/>
                    </a:cubicBezTo>
                    <a:cubicBezTo>
                      <a:pt x="15157" y="6189"/>
                      <a:pt x="15487" y="4779"/>
                      <a:pt x="15534" y="4092"/>
                    </a:cubicBezTo>
                    <a:cubicBezTo>
                      <a:pt x="15536" y="4063"/>
                      <a:pt x="15562" y="4039"/>
                      <a:pt x="15588" y="4039"/>
                    </a:cubicBezTo>
                    <a:cubicBezTo>
                      <a:pt x="15589" y="4039"/>
                      <a:pt x="15591" y="4039"/>
                      <a:pt x="15593" y="4040"/>
                    </a:cubicBezTo>
                    <a:lnTo>
                      <a:pt x="15594" y="4040"/>
                    </a:lnTo>
                    <a:cubicBezTo>
                      <a:pt x="15627" y="4041"/>
                      <a:pt x="15651" y="4069"/>
                      <a:pt x="15648" y="4100"/>
                    </a:cubicBezTo>
                    <a:cubicBezTo>
                      <a:pt x="15593" y="4918"/>
                      <a:pt x="15202" y="6378"/>
                      <a:pt x="14742" y="7495"/>
                    </a:cubicBezTo>
                    <a:cubicBezTo>
                      <a:pt x="14734" y="7513"/>
                      <a:pt x="14717" y="7524"/>
                      <a:pt x="14700" y="7527"/>
                    </a:cubicBezTo>
                    <a:cubicBezTo>
                      <a:pt x="15025" y="7722"/>
                      <a:pt x="15356" y="7890"/>
                      <a:pt x="15683" y="8038"/>
                    </a:cubicBezTo>
                    <a:cubicBezTo>
                      <a:pt x="16111" y="8231"/>
                      <a:pt x="16534" y="8386"/>
                      <a:pt x="16936" y="8516"/>
                    </a:cubicBezTo>
                    <a:cubicBezTo>
                      <a:pt x="18639" y="6249"/>
                      <a:pt x="19892" y="3638"/>
                      <a:pt x="20584" y="888"/>
                    </a:cubicBezTo>
                    <a:cubicBezTo>
                      <a:pt x="18327" y="241"/>
                      <a:pt x="16428" y="0"/>
                      <a:pt x="15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
              <p:cNvSpPr/>
              <p:nvPr/>
            </p:nvSpPr>
            <p:spPr>
              <a:xfrm>
                <a:off x="1299938" y="2201372"/>
                <a:ext cx="35103" cy="8550"/>
              </a:xfrm>
              <a:custGeom>
                <a:rect b="b" l="l" r="r" t="t"/>
                <a:pathLst>
                  <a:path extrusionOk="0" h="359" w="1474">
                    <a:moveTo>
                      <a:pt x="0" y="0"/>
                    </a:moveTo>
                    <a:cubicBezTo>
                      <a:pt x="655" y="167"/>
                      <a:pt x="1183" y="269"/>
                      <a:pt x="1473" y="358"/>
                    </a:cubicBezTo>
                    <a:cubicBezTo>
                      <a:pt x="1183" y="268"/>
                      <a:pt x="655" y="165"/>
                      <a:pt x="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
              <p:cNvSpPr/>
              <p:nvPr/>
            </p:nvSpPr>
            <p:spPr>
              <a:xfrm>
                <a:off x="1356475" y="2054695"/>
                <a:ext cx="293234" cy="190377"/>
              </a:xfrm>
              <a:custGeom>
                <a:rect b="b" l="l" r="r" t="t"/>
                <a:pathLst>
                  <a:path extrusionOk="0" h="7994" w="12313">
                    <a:moveTo>
                      <a:pt x="4841" y="1"/>
                    </a:moveTo>
                    <a:cubicBezTo>
                      <a:pt x="3908" y="2727"/>
                      <a:pt x="2227" y="5175"/>
                      <a:pt x="0" y="6999"/>
                    </a:cubicBezTo>
                    <a:cubicBezTo>
                      <a:pt x="689" y="7391"/>
                      <a:pt x="1299" y="7717"/>
                      <a:pt x="1838" y="7994"/>
                    </a:cubicBezTo>
                    <a:cubicBezTo>
                      <a:pt x="2571" y="7812"/>
                      <a:pt x="3302" y="7640"/>
                      <a:pt x="4021" y="7488"/>
                    </a:cubicBezTo>
                    <a:cubicBezTo>
                      <a:pt x="7175" y="6807"/>
                      <a:pt x="10113" y="6398"/>
                      <a:pt x="11990" y="6398"/>
                    </a:cubicBezTo>
                    <a:cubicBezTo>
                      <a:pt x="12101" y="6398"/>
                      <a:pt x="12209" y="6399"/>
                      <a:pt x="12312" y="6402"/>
                    </a:cubicBezTo>
                    <a:cubicBezTo>
                      <a:pt x="11338" y="4500"/>
                      <a:pt x="8447" y="1840"/>
                      <a:pt x="48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
              <p:cNvSpPr/>
              <p:nvPr/>
            </p:nvSpPr>
            <p:spPr>
              <a:xfrm>
                <a:off x="1337637" y="2210731"/>
                <a:ext cx="4263" cy="2310"/>
              </a:xfrm>
              <a:custGeom>
                <a:rect b="b" l="l" r="r" t="t"/>
                <a:pathLst>
                  <a:path extrusionOk="0" h="97" w="179">
                    <a:moveTo>
                      <a:pt x="1" y="1"/>
                    </a:moveTo>
                    <a:cubicBezTo>
                      <a:pt x="19" y="9"/>
                      <a:pt x="36" y="17"/>
                      <a:pt x="51" y="23"/>
                    </a:cubicBezTo>
                    <a:lnTo>
                      <a:pt x="51" y="23"/>
                    </a:lnTo>
                    <a:cubicBezTo>
                      <a:pt x="36" y="16"/>
                      <a:pt x="20" y="9"/>
                      <a:pt x="1" y="1"/>
                    </a:cubicBezTo>
                    <a:close/>
                    <a:moveTo>
                      <a:pt x="51" y="23"/>
                    </a:moveTo>
                    <a:lnTo>
                      <a:pt x="51" y="23"/>
                    </a:lnTo>
                    <a:cubicBezTo>
                      <a:pt x="59" y="27"/>
                      <a:pt x="67" y="31"/>
                      <a:pt x="73" y="35"/>
                    </a:cubicBezTo>
                    <a:cubicBezTo>
                      <a:pt x="83" y="40"/>
                      <a:pt x="93" y="46"/>
                      <a:pt x="102" y="51"/>
                    </a:cubicBezTo>
                    <a:lnTo>
                      <a:pt x="102" y="51"/>
                    </a:lnTo>
                    <a:cubicBezTo>
                      <a:pt x="94" y="46"/>
                      <a:pt x="85" y="41"/>
                      <a:pt x="77" y="35"/>
                    </a:cubicBezTo>
                    <a:cubicBezTo>
                      <a:pt x="69" y="31"/>
                      <a:pt x="60" y="27"/>
                      <a:pt x="51" y="23"/>
                    </a:cubicBezTo>
                    <a:close/>
                    <a:moveTo>
                      <a:pt x="102" y="51"/>
                    </a:moveTo>
                    <a:cubicBezTo>
                      <a:pt x="128" y="67"/>
                      <a:pt x="153" y="81"/>
                      <a:pt x="179" y="97"/>
                    </a:cubicBezTo>
                    <a:cubicBezTo>
                      <a:pt x="152" y="80"/>
                      <a:pt x="128" y="66"/>
                      <a:pt x="102" y="5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
              <p:cNvSpPr/>
              <p:nvPr/>
            </p:nvSpPr>
            <p:spPr>
              <a:xfrm>
                <a:off x="994630" y="1884180"/>
                <a:ext cx="2429" cy="2763"/>
              </a:xfrm>
              <a:custGeom>
                <a:rect b="b" l="l" r="r" t="t"/>
                <a:pathLst>
                  <a:path extrusionOk="0" h="116" w="102">
                    <a:moveTo>
                      <a:pt x="101" y="1"/>
                    </a:moveTo>
                    <a:cubicBezTo>
                      <a:pt x="78" y="28"/>
                      <a:pt x="55" y="55"/>
                      <a:pt x="32" y="81"/>
                    </a:cubicBezTo>
                    <a:lnTo>
                      <a:pt x="32" y="81"/>
                    </a:lnTo>
                    <a:cubicBezTo>
                      <a:pt x="35" y="78"/>
                      <a:pt x="38" y="74"/>
                      <a:pt x="41" y="70"/>
                    </a:cubicBezTo>
                    <a:cubicBezTo>
                      <a:pt x="64" y="48"/>
                      <a:pt x="82" y="23"/>
                      <a:pt x="101" y="1"/>
                    </a:cubicBezTo>
                    <a:close/>
                    <a:moveTo>
                      <a:pt x="32" y="81"/>
                    </a:moveTo>
                    <a:cubicBezTo>
                      <a:pt x="21" y="93"/>
                      <a:pt x="12" y="103"/>
                      <a:pt x="1" y="116"/>
                    </a:cubicBezTo>
                    <a:cubicBezTo>
                      <a:pt x="11" y="104"/>
                      <a:pt x="21" y="93"/>
                      <a:pt x="32" y="8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
              <p:cNvSpPr/>
              <p:nvPr/>
            </p:nvSpPr>
            <p:spPr>
              <a:xfrm>
                <a:off x="999607" y="1878369"/>
                <a:ext cx="3001" cy="3167"/>
              </a:xfrm>
              <a:custGeom>
                <a:rect b="b" l="l" r="r" t="t"/>
                <a:pathLst>
                  <a:path extrusionOk="0" h="133" w="126">
                    <a:moveTo>
                      <a:pt x="126" y="0"/>
                    </a:moveTo>
                    <a:lnTo>
                      <a:pt x="126" y="0"/>
                    </a:lnTo>
                    <a:cubicBezTo>
                      <a:pt x="119" y="6"/>
                      <a:pt x="112" y="13"/>
                      <a:pt x="105" y="20"/>
                    </a:cubicBezTo>
                    <a:lnTo>
                      <a:pt x="105" y="20"/>
                    </a:lnTo>
                    <a:cubicBezTo>
                      <a:pt x="112" y="14"/>
                      <a:pt x="119" y="7"/>
                      <a:pt x="126" y="0"/>
                    </a:cubicBezTo>
                    <a:close/>
                    <a:moveTo>
                      <a:pt x="105" y="20"/>
                    </a:moveTo>
                    <a:cubicBezTo>
                      <a:pt x="70" y="57"/>
                      <a:pt x="35" y="95"/>
                      <a:pt x="1" y="133"/>
                    </a:cubicBezTo>
                    <a:cubicBezTo>
                      <a:pt x="27" y="105"/>
                      <a:pt x="54" y="76"/>
                      <a:pt x="82" y="49"/>
                    </a:cubicBezTo>
                    <a:cubicBezTo>
                      <a:pt x="89" y="39"/>
                      <a:pt x="97" y="30"/>
                      <a:pt x="105"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
              <p:cNvSpPr/>
              <p:nvPr/>
            </p:nvSpPr>
            <p:spPr>
              <a:xfrm>
                <a:off x="997487" y="1883370"/>
                <a:ext cx="333" cy="405"/>
              </a:xfrm>
              <a:custGeom>
                <a:rect b="b" l="l" r="r" t="t"/>
                <a:pathLst>
                  <a:path extrusionOk="0" h="17" w="14">
                    <a:moveTo>
                      <a:pt x="14" y="1"/>
                    </a:moveTo>
                    <a:cubicBezTo>
                      <a:pt x="13" y="1"/>
                      <a:pt x="13" y="2"/>
                      <a:pt x="13" y="2"/>
                    </a:cubicBezTo>
                    <a:lnTo>
                      <a:pt x="13" y="2"/>
                    </a:lnTo>
                    <a:cubicBezTo>
                      <a:pt x="13" y="2"/>
                      <a:pt x="14" y="1"/>
                      <a:pt x="14" y="1"/>
                    </a:cubicBezTo>
                    <a:close/>
                    <a:moveTo>
                      <a:pt x="13" y="2"/>
                    </a:moveTo>
                    <a:lnTo>
                      <a:pt x="13" y="2"/>
                    </a:lnTo>
                    <a:cubicBezTo>
                      <a:pt x="13" y="2"/>
                      <a:pt x="12" y="2"/>
                      <a:pt x="12" y="2"/>
                    </a:cubicBezTo>
                    <a:cubicBezTo>
                      <a:pt x="11" y="4"/>
                      <a:pt x="11" y="5"/>
                      <a:pt x="10" y="6"/>
                    </a:cubicBezTo>
                    <a:lnTo>
                      <a:pt x="10" y="6"/>
                    </a:lnTo>
                    <a:cubicBezTo>
                      <a:pt x="11" y="5"/>
                      <a:pt x="12" y="4"/>
                      <a:pt x="13" y="2"/>
                    </a:cubicBezTo>
                    <a:close/>
                    <a:moveTo>
                      <a:pt x="10" y="6"/>
                    </a:moveTo>
                    <a:cubicBezTo>
                      <a:pt x="7" y="10"/>
                      <a:pt x="3" y="13"/>
                      <a:pt x="1" y="17"/>
                    </a:cubicBezTo>
                    <a:cubicBezTo>
                      <a:pt x="3" y="13"/>
                      <a:pt x="7" y="10"/>
                      <a:pt x="10" y="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
              <p:cNvSpPr/>
              <p:nvPr/>
            </p:nvSpPr>
            <p:spPr>
              <a:xfrm>
                <a:off x="989962" y="1891443"/>
                <a:ext cx="1000" cy="1215"/>
              </a:xfrm>
              <a:custGeom>
                <a:rect b="b" l="l" r="r" t="t"/>
                <a:pathLst>
                  <a:path extrusionOk="0" h="51" w="42">
                    <a:moveTo>
                      <a:pt x="41" y="0"/>
                    </a:moveTo>
                    <a:cubicBezTo>
                      <a:pt x="34" y="8"/>
                      <a:pt x="28" y="16"/>
                      <a:pt x="22" y="24"/>
                    </a:cubicBezTo>
                    <a:lnTo>
                      <a:pt x="22" y="24"/>
                    </a:lnTo>
                    <a:lnTo>
                      <a:pt x="41" y="0"/>
                    </a:lnTo>
                    <a:close/>
                    <a:moveTo>
                      <a:pt x="22" y="24"/>
                    </a:moveTo>
                    <a:lnTo>
                      <a:pt x="17" y="30"/>
                    </a:lnTo>
                    <a:cubicBezTo>
                      <a:pt x="10" y="36"/>
                      <a:pt x="6" y="44"/>
                      <a:pt x="1" y="51"/>
                    </a:cubicBezTo>
                    <a:cubicBezTo>
                      <a:pt x="8" y="42"/>
                      <a:pt x="14" y="33"/>
                      <a:pt x="22" y="2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
              <p:cNvSpPr/>
              <p:nvPr/>
            </p:nvSpPr>
            <p:spPr>
              <a:xfrm>
                <a:off x="986223" y="1894635"/>
                <a:ext cx="2120" cy="2739"/>
              </a:xfrm>
              <a:custGeom>
                <a:rect b="b" l="l" r="r" t="t"/>
                <a:pathLst>
                  <a:path extrusionOk="0" h="115" w="89">
                    <a:moveTo>
                      <a:pt x="88" y="1"/>
                    </a:moveTo>
                    <a:lnTo>
                      <a:pt x="41" y="64"/>
                    </a:lnTo>
                    <a:lnTo>
                      <a:pt x="41" y="64"/>
                    </a:lnTo>
                    <a:cubicBezTo>
                      <a:pt x="57" y="43"/>
                      <a:pt x="73" y="22"/>
                      <a:pt x="88" y="1"/>
                    </a:cubicBezTo>
                    <a:close/>
                    <a:moveTo>
                      <a:pt x="41" y="64"/>
                    </a:moveTo>
                    <a:cubicBezTo>
                      <a:pt x="27" y="81"/>
                      <a:pt x="14" y="98"/>
                      <a:pt x="1" y="114"/>
                    </a:cubicBezTo>
                    <a:cubicBezTo>
                      <a:pt x="12" y="101"/>
                      <a:pt x="22" y="88"/>
                      <a:pt x="33" y="74"/>
                    </a:cubicBezTo>
                    <a:lnTo>
                      <a:pt x="41" y="64"/>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
              <p:cNvSpPr/>
              <p:nvPr/>
            </p:nvSpPr>
            <p:spPr>
              <a:xfrm>
                <a:off x="970005" y="1919545"/>
                <a:ext cx="2072" cy="3882"/>
              </a:xfrm>
              <a:custGeom>
                <a:rect b="b" l="l" r="r" t="t"/>
                <a:pathLst>
                  <a:path extrusionOk="0" h="163" w="87">
                    <a:moveTo>
                      <a:pt x="87" y="0"/>
                    </a:moveTo>
                    <a:lnTo>
                      <a:pt x="87" y="0"/>
                    </a:lnTo>
                    <a:cubicBezTo>
                      <a:pt x="84" y="5"/>
                      <a:pt x="82" y="9"/>
                      <a:pt x="80" y="13"/>
                    </a:cubicBezTo>
                    <a:lnTo>
                      <a:pt x="80" y="13"/>
                    </a:lnTo>
                    <a:cubicBezTo>
                      <a:pt x="82" y="9"/>
                      <a:pt x="84" y="5"/>
                      <a:pt x="87" y="0"/>
                    </a:cubicBezTo>
                    <a:close/>
                    <a:moveTo>
                      <a:pt x="80" y="13"/>
                    </a:moveTo>
                    <a:cubicBezTo>
                      <a:pt x="79" y="16"/>
                      <a:pt x="78" y="18"/>
                      <a:pt x="76" y="20"/>
                    </a:cubicBezTo>
                    <a:lnTo>
                      <a:pt x="76" y="20"/>
                    </a:lnTo>
                    <a:cubicBezTo>
                      <a:pt x="77" y="20"/>
                      <a:pt x="77" y="20"/>
                      <a:pt x="77" y="20"/>
                    </a:cubicBezTo>
                    <a:cubicBezTo>
                      <a:pt x="78" y="18"/>
                      <a:pt x="79" y="15"/>
                      <a:pt x="80" y="13"/>
                    </a:cubicBezTo>
                    <a:close/>
                    <a:moveTo>
                      <a:pt x="76" y="20"/>
                    </a:moveTo>
                    <a:cubicBezTo>
                      <a:pt x="74" y="22"/>
                      <a:pt x="74" y="23"/>
                      <a:pt x="72" y="28"/>
                    </a:cubicBezTo>
                    <a:cubicBezTo>
                      <a:pt x="48" y="72"/>
                      <a:pt x="24" y="119"/>
                      <a:pt x="1" y="162"/>
                    </a:cubicBezTo>
                    <a:cubicBezTo>
                      <a:pt x="27" y="117"/>
                      <a:pt x="51" y="69"/>
                      <a:pt x="76"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
              <p:cNvSpPr/>
              <p:nvPr/>
            </p:nvSpPr>
            <p:spPr>
              <a:xfrm>
                <a:off x="981293" y="1900636"/>
                <a:ext cx="2596" cy="3787"/>
              </a:xfrm>
              <a:custGeom>
                <a:rect b="b" l="l" r="r" t="t"/>
                <a:pathLst>
                  <a:path extrusionOk="0" h="159" w="109">
                    <a:moveTo>
                      <a:pt x="109" y="0"/>
                    </a:moveTo>
                    <a:cubicBezTo>
                      <a:pt x="79" y="40"/>
                      <a:pt x="52" y="80"/>
                      <a:pt x="25" y="120"/>
                    </a:cubicBezTo>
                    <a:lnTo>
                      <a:pt x="25" y="120"/>
                    </a:lnTo>
                    <a:cubicBezTo>
                      <a:pt x="52" y="80"/>
                      <a:pt x="80" y="41"/>
                      <a:pt x="109" y="0"/>
                    </a:cubicBezTo>
                    <a:close/>
                    <a:moveTo>
                      <a:pt x="25" y="120"/>
                    </a:moveTo>
                    <a:cubicBezTo>
                      <a:pt x="19" y="130"/>
                      <a:pt x="12" y="140"/>
                      <a:pt x="5" y="151"/>
                    </a:cubicBezTo>
                    <a:cubicBezTo>
                      <a:pt x="4" y="152"/>
                      <a:pt x="3" y="154"/>
                      <a:pt x="2" y="156"/>
                    </a:cubicBezTo>
                    <a:lnTo>
                      <a:pt x="2" y="156"/>
                    </a:lnTo>
                    <a:cubicBezTo>
                      <a:pt x="10" y="144"/>
                      <a:pt x="18" y="132"/>
                      <a:pt x="25" y="120"/>
                    </a:cubicBezTo>
                    <a:close/>
                    <a:moveTo>
                      <a:pt x="2" y="156"/>
                    </a:moveTo>
                    <a:lnTo>
                      <a:pt x="2" y="156"/>
                    </a:lnTo>
                    <a:cubicBezTo>
                      <a:pt x="1" y="157"/>
                      <a:pt x="1" y="158"/>
                      <a:pt x="0" y="159"/>
                    </a:cubicBezTo>
                    <a:cubicBezTo>
                      <a:pt x="1" y="158"/>
                      <a:pt x="1" y="157"/>
                      <a:pt x="2" y="15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
              <p:cNvSpPr/>
              <p:nvPr/>
            </p:nvSpPr>
            <p:spPr>
              <a:xfrm>
                <a:off x="1010538" y="1868486"/>
                <a:ext cx="2643" cy="2334"/>
              </a:xfrm>
              <a:custGeom>
                <a:rect b="b" l="l" r="r" t="t"/>
                <a:pathLst>
                  <a:path extrusionOk="0" h="98" w="111">
                    <a:moveTo>
                      <a:pt x="111" y="0"/>
                    </a:moveTo>
                    <a:cubicBezTo>
                      <a:pt x="87" y="17"/>
                      <a:pt x="64" y="39"/>
                      <a:pt x="42" y="61"/>
                    </a:cubicBezTo>
                    <a:lnTo>
                      <a:pt x="42" y="61"/>
                    </a:lnTo>
                    <a:lnTo>
                      <a:pt x="111" y="0"/>
                    </a:lnTo>
                    <a:close/>
                    <a:moveTo>
                      <a:pt x="42" y="61"/>
                    </a:moveTo>
                    <a:lnTo>
                      <a:pt x="7" y="91"/>
                    </a:lnTo>
                    <a:lnTo>
                      <a:pt x="7" y="91"/>
                    </a:lnTo>
                    <a:cubicBezTo>
                      <a:pt x="14" y="86"/>
                      <a:pt x="22" y="81"/>
                      <a:pt x="28" y="75"/>
                    </a:cubicBezTo>
                    <a:cubicBezTo>
                      <a:pt x="33" y="70"/>
                      <a:pt x="37" y="65"/>
                      <a:pt x="42" y="61"/>
                    </a:cubicBezTo>
                    <a:close/>
                    <a:moveTo>
                      <a:pt x="7" y="91"/>
                    </a:moveTo>
                    <a:cubicBezTo>
                      <a:pt x="5" y="93"/>
                      <a:pt x="3" y="95"/>
                      <a:pt x="1" y="97"/>
                    </a:cubicBezTo>
                    <a:lnTo>
                      <a:pt x="7" y="91"/>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
              <p:cNvSpPr/>
              <p:nvPr/>
            </p:nvSpPr>
            <p:spPr>
              <a:xfrm>
                <a:off x="1026161" y="1858055"/>
                <a:ext cx="691" cy="452"/>
              </a:xfrm>
              <a:custGeom>
                <a:rect b="b" l="l" r="r" t="t"/>
                <a:pathLst>
                  <a:path extrusionOk="0" h="19" w="29">
                    <a:moveTo>
                      <a:pt x="28" y="1"/>
                    </a:moveTo>
                    <a:cubicBezTo>
                      <a:pt x="23" y="2"/>
                      <a:pt x="18" y="5"/>
                      <a:pt x="15" y="9"/>
                    </a:cubicBezTo>
                    <a:lnTo>
                      <a:pt x="15" y="9"/>
                    </a:lnTo>
                    <a:cubicBezTo>
                      <a:pt x="20" y="6"/>
                      <a:pt x="25" y="3"/>
                      <a:pt x="28" y="1"/>
                    </a:cubicBezTo>
                    <a:close/>
                    <a:moveTo>
                      <a:pt x="15" y="9"/>
                    </a:moveTo>
                    <a:cubicBezTo>
                      <a:pt x="10" y="12"/>
                      <a:pt x="5" y="15"/>
                      <a:pt x="1" y="18"/>
                    </a:cubicBezTo>
                    <a:cubicBezTo>
                      <a:pt x="6" y="17"/>
                      <a:pt x="9" y="12"/>
                      <a:pt x="14" y="10"/>
                    </a:cubicBezTo>
                    <a:cubicBezTo>
                      <a:pt x="14" y="10"/>
                      <a:pt x="15" y="9"/>
                      <a:pt x="15" y="9"/>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
              <p:cNvSpPr/>
              <p:nvPr/>
            </p:nvSpPr>
            <p:spPr>
              <a:xfrm>
                <a:off x="1022493" y="1860103"/>
                <a:ext cx="1310" cy="953"/>
              </a:xfrm>
              <a:custGeom>
                <a:rect b="b" l="l" r="r" t="t"/>
                <a:pathLst>
                  <a:path extrusionOk="0" h="40" w="55">
                    <a:moveTo>
                      <a:pt x="54" y="0"/>
                    </a:moveTo>
                    <a:lnTo>
                      <a:pt x="54" y="0"/>
                    </a:lnTo>
                    <a:cubicBezTo>
                      <a:pt x="46" y="6"/>
                      <a:pt x="37" y="12"/>
                      <a:pt x="29" y="19"/>
                    </a:cubicBezTo>
                    <a:lnTo>
                      <a:pt x="29" y="19"/>
                    </a:lnTo>
                    <a:cubicBezTo>
                      <a:pt x="38" y="13"/>
                      <a:pt x="46" y="7"/>
                      <a:pt x="54" y="0"/>
                    </a:cubicBezTo>
                    <a:close/>
                    <a:moveTo>
                      <a:pt x="29" y="19"/>
                    </a:moveTo>
                    <a:lnTo>
                      <a:pt x="29" y="19"/>
                    </a:lnTo>
                    <a:cubicBezTo>
                      <a:pt x="22" y="24"/>
                      <a:pt x="15" y="29"/>
                      <a:pt x="7" y="35"/>
                    </a:cubicBezTo>
                    <a:lnTo>
                      <a:pt x="7" y="35"/>
                    </a:lnTo>
                    <a:cubicBezTo>
                      <a:pt x="13" y="31"/>
                      <a:pt x="18" y="28"/>
                      <a:pt x="24" y="23"/>
                    </a:cubicBezTo>
                    <a:cubicBezTo>
                      <a:pt x="25" y="22"/>
                      <a:pt x="27" y="20"/>
                      <a:pt x="29" y="19"/>
                    </a:cubicBezTo>
                    <a:close/>
                    <a:moveTo>
                      <a:pt x="7" y="35"/>
                    </a:moveTo>
                    <a:lnTo>
                      <a:pt x="7" y="35"/>
                    </a:lnTo>
                    <a:cubicBezTo>
                      <a:pt x="5" y="36"/>
                      <a:pt x="3" y="38"/>
                      <a:pt x="1" y="39"/>
                    </a:cubicBezTo>
                    <a:cubicBezTo>
                      <a:pt x="3" y="38"/>
                      <a:pt x="5" y="36"/>
                      <a:pt x="7" y="3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
              <p:cNvSpPr/>
              <p:nvPr/>
            </p:nvSpPr>
            <p:spPr>
              <a:xfrm>
                <a:off x="1016516" y="1864080"/>
                <a:ext cx="1929" cy="1572"/>
              </a:xfrm>
              <a:custGeom>
                <a:rect b="b" l="l" r="r" t="t"/>
                <a:pathLst>
                  <a:path extrusionOk="0" h="66" w="81">
                    <a:moveTo>
                      <a:pt x="80" y="0"/>
                    </a:moveTo>
                    <a:lnTo>
                      <a:pt x="80" y="0"/>
                    </a:lnTo>
                    <a:cubicBezTo>
                      <a:pt x="54" y="20"/>
                      <a:pt x="28" y="43"/>
                      <a:pt x="1" y="65"/>
                    </a:cubicBezTo>
                    <a:cubicBezTo>
                      <a:pt x="9" y="59"/>
                      <a:pt x="20" y="51"/>
                      <a:pt x="28" y="44"/>
                    </a:cubicBezTo>
                    <a:cubicBezTo>
                      <a:pt x="46" y="31"/>
                      <a:pt x="62" y="15"/>
                      <a:pt x="8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
              <p:cNvSpPr/>
              <p:nvPr/>
            </p:nvSpPr>
            <p:spPr>
              <a:xfrm>
                <a:off x="1028447" y="1856507"/>
                <a:ext cx="643" cy="405"/>
              </a:xfrm>
              <a:custGeom>
                <a:rect b="b" l="l" r="r" t="t"/>
                <a:pathLst>
                  <a:path extrusionOk="0" h="17" w="27">
                    <a:moveTo>
                      <a:pt x="26" y="1"/>
                    </a:moveTo>
                    <a:lnTo>
                      <a:pt x="26" y="1"/>
                    </a:lnTo>
                    <a:cubicBezTo>
                      <a:pt x="25" y="2"/>
                      <a:pt x="23" y="3"/>
                      <a:pt x="22" y="4"/>
                    </a:cubicBezTo>
                    <a:lnTo>
                      <a:pt x="22" y="4"/>
                    </a:lnTo>
                    <a:cubicBezTo>
                      <a:pt x="24" y="3"/>
                      <a:pt x="25" y="2"/>
                      <a:pt x="26" y="1"/>
                    </a:cubicBezTo>
                    <a:close/>
                    <a:moveTo>
                      <a:pt x="22" y="4"/>
                    </a:moveTo>
                    <a:lnTo>
                      <a:pt x="22" y="4"/>
                    </a:lnTo>
                    <a:cubicBezTo>
                      <a:pt x="21" y="4"/>
                      <a:pt x="20" y="4"/>
                      <a:pt x="18" y="4"/>
                    </a:cubicBezTo>
                    <a:lnTo>
                      <a:pt x="1" y="17"/>
                    </a:lnTo>
                    <a:cubicBezTo>
                      <a:pt x="8" y="12"/>
                      <a:pt x="15" y="8"/>
                      <a:pt x="22" y="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
              <p:cNvSpPr/>
              <p:nvPr/>
            </p:nvSpPr>
            <p:spPr>
              <a:xfrm>
                <a:off x="1093200" y="1853030"/>
                <a:ext cx="1000" cy="524"/>
              </a:xfrm>
              <a:custGeom>
                <a:rect b="b" l="l" r="r" t="t"/>
                <a:pathLst>
                  <a:path extrusionOk="0" h="22" w="42">
                    <a:moveTo>
                      <a:pt x="1" y="1"/>
                    </a:moveTo>
                    <a:lnTo>
                      <a:pt x="1" y="1"/>
                    </a:lnTo>
                    <a:cubicBezTo>
                      <a:pt x="7" y="6"/>
                      <a:pt x="15" y="9"/>
                      <a:pt x="23" y="13"/>
                    </a:cubicBezTo>
                    <a:lnTo>
                      <a:pt x="23" y="13"/>
                    </a:lnTo>
                    <a:cubicBezTo>
                      <a:pt x="16" y="8"/>
                      <a:pt x="8" y="4"/>
                      <a:pt x="1" y="1"/>
                    </a:cubicBezTo>
                    <a:close/>
                    <a:moveTo>
                      <a:pt x="23" y="13"/>
                    </a:moveTo>
                    <a:cubicBezTo>
                      <a:pt x="28" y="16"/>
                      <a:pt x="32" y="19"/>
                      <a:pt x="37" y="22"/>
                    </a:cubicBezTo>
                    <a:lnTo>
                      <a:pt x="41" y="22"/>
                    </a:lnTo>
                    <a:cubicBezTo>
                      <a:pt x="35" y="19"/>
                      <a:pt x="29" y="16"/>
                      <a:pt x="23" y="1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
              <p:cNvSpPr/>
              <p:nvPr/>
            </p:nvSpPr>
            <p:spPr>
              <a:xfrm>
                <a:off x="1089008" y="1850791"/>
                <a:ext cx="4215" cy="2262"/>
              </a:xfrm>
              <a:custGeom>
                <a:rect b="b" l="l" r="r" t="t"/>
                <a:pathLst>
                  <a:path extrusionOk="0" h="95" w="177">
                    <a:moveTo>
                      <a:pt x="177" y="95"/>
                    </a:moveTo>
                    <a:cubicBezTo>
                      <a:pt x="117" y="62"/>
                      <a:pt x="59" y="32"/>
                      <a:pt x="0" y="1"/>
                    </a:cubicBezTo>
                    <a:cubicBezTo>
                      <a:pt x="59" y="32"/>
                      <a:pt x="117" y="62"/>
                      <a:pt x="177" y="9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
              <p:cNvSpPr/>
              <p:nvPr/>
            </p:nvSpPr>
            <p:spPr>
              <a:xfrm>
                <a:off x="1080292" y="1847171"/>
                <a:ext cx="6454" cy="2620"/>
              </a:xfrm>
              <a:custGeom>
                <a:rect b="b" l="l" r="r" t="t"/>
                <a:pathLst>
                  <a:path extrusionOk="0" h="110" w="271">
                    <a:moveTo>
                      <a:pt x="0" y="1"/>
                    </a:moveTo>
                    <a:cubicBezTo>
                      <a:pt x="91" y="31"/>
                      <a:pt x="182" y="69"/>
                      <a:pt x="271" y="109"/>
                    </a:cubicBezTo>
                    <a:cubicBezTo>
                      <a:pt x="182" y="69"/>
                      <a:pt x="92" y="31"/>
                      <a:pt x="0"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
              <p:cNvSpPr/>
              <p:nvPr/>
            </p:nvSpPr>
            <p:spPr>
              <a:xfrm>
                <a:off x="1086722" y="1849719"/>
                <a:ext cx="2262" cy="1143"/>
              </a:xfrm>
              <a:custGeom>
                <a:rect b="b" l="l" r="r" t="t"/>
                <a:pathLst>
                  <a:path extrusionOk="0" h="48" w="95">
                    <a:moveTo>
                      <a:pt x="1" y="1"/>
                    </a:moveTo>
                    <a:cubicBezTo>
                      <a:pt x="31" y="15"/>
                      <a:pt x="64" y="31"/>
                      <a:pt x="95" y="48"/>
                    </a:cubicBezTo>
                    <a:cubicBezTo>
                      <a:pt x="64" y="31"/>
                      <a:pt x="33" y="15"/>
                      <a:pt x="1"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
              <p:cNvSpPr/>
              <p:nvPr/>
            </p:nvSpPr>
            <p:spPr>
              <a:xfrm>
                <a:off x="1031733" y="1853339"/>
                <a:ext cx="2572" cy="1572"/>
              </a:xfrm>
              <a:custGeom>
                <a:rect b="b" l="l" r="r" t="t"/>
                <a:pathLst>
                  <a:path extrusionOk="0" h="66" w="108">
                    <a:moveTo>
                      <a:pt x="107" y="1"/>
                    </a:moveTo>
                    <a:lnTo>
                      <a:pt x="107" y="1"/>
                    </a:lnTo>
                    <a:cubicBezTo>
                      <a:pt x="72" y="22"/>
                      <a:pt x="34" y="45"/>
                      <a:pt x="0" y="66"/>
                    </a:cubicBezTo>
                    <a:cubicBezTo>
                      <a:pt x="23" y="53"/>
                      <a:pt x="47" y="38"/>
                      <a:pt x="70" y="25"/>
                    </a:cubicBezTo>
                    <a:cubicBezTo>
                      <a:pt x="81" y="17"/>
                      <a:pt x="96" y="9"/>
                      <a:pt x="107"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
              <p:cNvSpPr/>
              <p:nvPr/>
            </p:nvSpPr>
            <p:spPr>
              <a:xfrm>
                <a:off x="991462" y="1888943"/>
                <a:ext cx="1548" cy="1786"/>
              </a:xfrm>
              <a:custGeom>
                <a:rect b="b" l="l" r="r" t="t"/>
                <a:pathLst>
                  <a:path extrusionOk="0" h="75" w="65">
                    <a:moveTo>
                      <a:pt x="64" y="0"/>
                    </a:moveTo>
                    <a:lnTo>
                      <a:pt x="64" y="0"/>
                    </a:lnTo>
                    <a:cubicBezTo>
                      <a:pt x="57" y="7"/>
                      <a:pt x="51" y="15"/>
                      <a:pt x="45" y="23"/>
                    </a:cubicBezTo>
                    <a:lnTo>
                      <a:pt x="45" y="23"/>
                    </a:lnTo>
                    <a:cubicBezTo>
                      <a:pt x="52" y="15"/>
                      <a:pt x="58" y="8"/>
                      <a:pt x="64" y="0"/>
                    </a:cubicBezTo>
                    <a:close/>
                    <a:moveTo>
                      <a:pt x="45" y="23"/>
                    </a:moveTo>
                    <a:lnTo>
                      <a:pt x="45" y="23"/>
                    </a:lnTo>
                    <a:cubicBezTo>
                      <a:pt x="31" y="40"/>
                      <a:pt x="15" y="57"/>
                      <a:pt x="1" y="75"/>
                    </a:cubicBezTo>
                    <a:lnTo>
                      <a:pt x="38" y="32"/>
                    </a:lnTo>
                    <a:cubicBezTo>
                      <a:pt x="41" y="29"/>
                      <a:pt x="43" y="26"/>
                      <a:pt x="45" y="2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
              <p:cNvSpPr/>
              <p:nvPr/>
            </p:nvSpPr>
            <p:spPr>
              <a:xfrm>
                <a:off x="961408" y="1853506"/>
                <a:ext cx="192616" cy="146153"/>
              </a:xfrm>
              <a:custGeom>
                <a:rect b="b" l="l" r="r" t="t"/>
                <a:pathLst>
                  <a:path extrusionOk="0" h="6137" w="8088">
                    <a:moveTo>
                      <a:pt x="4425" y="464"/>
                    </a:moveTo>
                    <a:lnTo>
                      <a:pt x="4425" y="464"/>
                    </a:lnTo>
                    <a:cubicBezTo>
                      <a:pt x="4425" y="464"/>
                      <a:pt x="4425" y="464"/>
                      <a:pt x="4425" y="464"/>
                    </a:cubicBezTo>
                    <a:lnTo>
                      <a:pt x="4425" y="464"/>
                    </a:lnTo>
                    <a:cubicBezTo>
                      <a:pt x="4425" y="464"/>
                      <a:pt x="4425" y="464"/>
                      <a:pt x="4425" y="464"/>
                    </a:cubicBezTo>
                    <a:close/>
                    <a:moveTo>
                      <a:pt x="2856" y="1571"/>
                    </a:moveTo>
                    <a:lnTo>
                      <a:pt x="2856" y="1571"/>
                    </a:lnTo>
                    <a:cubicBezTo>
                      <a:pt x="2856" y="1571"/>
                      <a:pt x="2856" y="1571"/>
                      <a:pt x="2856" y="1571"/>
                    </a:cubicBezTo>
                    <a:lnTo>
                      <a:pt x="2856" y="1571"/>
                    </a:lnTo>
                    <a:cubicBezTo>
                      <a:pt x="2856" y="1571"/>
                      <a:pt x="2856" y="1571"/>
                      <a:pt x="2856" y="1571"/>
                    </a:cubicBezTo>
                    <a:close/>
                    <a:moveTo>
                      <a:pt x="1467" y="2806"/>
                    </a:moveTo>
                    <a:lnTo>
                      <a:pt x="1467" y="2806"/>
                    </a:lnTo>
                    <a:cubicBezTo>
                      <a:pt x="1467" y="2806"/>
                      <a:pt x="1467" y="2806"/>
                      <a:pt x="1467" y="2806"/>
                    </a:cubicBezTo>
                    <a:lnTo>
                      <a:pt x="1467" y="2806"/>
                    </a:lnTo>
                    <a:cubicBezTo>
                      <a:pt x="1467" y="2806"/>
                      <a:pt x="1467" y="2806"/>
                      <a:pt x="1467" y="2806"/>
                    </a:cubicBezTo>
                    <a:close/>
                    <a:moveTo>
                      <a:pt x="4425" y="464"/>
                    </a:moveTo>
                    <a:cubicBezTo>
                      <a:pt x="4426" y="467"/>
                      <a:pt x="4428" y="467"/>
                      <a:pt x="4430" y="469"/>
                    </a:cubicBezTo>
                    <a:cubicBezTo>
                      <a:pt x="4428" y="467"/>
                      <a:pt x="4427" y="465"/>
                      <a:pt x="4426" y="464"/>
                    </a:cubicBezTo>
                    <a:lnTo>
                      <a:pt x="4426" y="464"/>
                    </a:lnTo>
                    <a:cubicBezTo>
                      <a:pt x="4523" y="493"/>
                      <a:pt x="4620" y="529"/>
                      <a:pt x="4713" y="566"/>
                    </a:cubicBezTo>
                    <a:cubicBezTo>
                      <a:pt x="4718" y="568"/>
                      <a:pt x="4725" y="569"/>
                      <a:pt x="4728" y="572"/>
                    </a:cubicBezTo>
                    <a:cubicBezTo>
                      <a:pt x="5067" y="705"/>
                      <a:pt x="5392" y="888"/>
                      <a:pt x="5686" y="1109"/>
                    </a:cubicBezTo>
                    <a:cubicBezTo>
                      <a:pt x="6042" y="1376"/>
                      <a:pt x="6353" y="1702"/>
                      <a:pt x="6588" y="2072"/>
                    </a:cubicBezTo>
                    <a:cubicBezTo>
                      <a:pt x="6750" y="2324"/>
                      <a:pt x="6875" y="2598"/>
                      <a:pt x="6955" y="2885"/>
                    </a:cubicBezTo>
                    <a:lnTo>
                      <a:pt x="6953" y="2885"/>
                    </a:lnTo>
                    <a:lnTo>
                      <a:pt x="6953" y="2887"/>
                    </a:lnTo>
                    <a:cubicBezTo>
                      <a:pt x="6913" y="2869"/>
                      <a:pt x="6874" y="2846"/>
                      <a:pt x="6833" y="2828"/>
                    </a:cubicBezTo>
                    <a:cubicBezTo>
                      <a:pt x="6759" y="2794"/>
                      <a:pt x="6682" y="2759"/>
                      <a:pt x="6608" y="2721"/>
                    </a:cubicBezTo>
                    <a:lnTo>
                      <a:pt x="6606" y="2718"/>
                    </a:lnTo>
                    <a:cubicBezTo>
                      <a:pt x="5684" y="2229"/>
                      <a:pt x="4919" y="1451"/>
                      <a:pt x="4449" y="519"/>
                    </a:cubicBezTo>
                    <a:lnTo>
                      <a:pt x="4449" y="517"/>
                    </a:lnTo>
                    <a:cubicBezTo>
                      <a:pt x="4443" y="499"/>
                      <a:pt x="4433" y="483"/>
                      <a:pt x="4425" y="464"/>
                    </a:cubicBezTo>
                    <a:close/>
                    <a:moveTo>
                      <a:pt x="2856" y="1571"/>
                    </a:moveTo>
                    <a:lnTo>
                      <a:pt x="2856" y="1571"/>
                    </a:lnTo>
                    <a:cubicBezTo>
                      <a:pt x="2858" y="1572"/>
                      <a:pt x="2858" y="1572"/>
                      <a:pt x="2861" y="1572"/>
                    </a:cubicBezTo>
                    <a:cubicBezTo>
                      <a:pt x="2861" y="1572"/>
                      <a:pt x="2860" y="1572"/>
                      <a:pt x="2860" y="1572"/>
                    </a:cubicBezTo>
                    <a:lnTo>
                      <a:pt x="2860" y="1572"/>
                    </a:lnTo>
                    <a:cubicBezTo>
                      <a:pt x="3233" y="1684"/>
                      <a:pt x="3596" y="1868"/>
                      <a:pt x="3916" y="2109"/>
                    </a:cubicBezTo>
                    <a:cubicBezTo>
                      <a:pt x="4222" y="2339"/>
                      <a:pt x="4490" y="2616"/>
                      <a:pt x="4692" y="2932"/>
                    </a:cubicBezTo>
                    <a:cubicBezTo>
                      <a:pt x="4830" y="3148"/>
                      <a:pt x="4937" y="3379"/>
                      <a:pt x="5005" y="3624"/>
                    </a:cubicBezTo>
                    <a:lnTo>
                      <a:pt x="5003" y="3624"/>
                    </a:lnTo>
                    <a:lnTo>
                      <a:pt x="5003" y="3626"/>
                    </a:lnTo>
                    <a:cubicBezTo>
                      <a:pt x="4969" y="3613"/>
                      <a:pt x="4937" y="3593"/>
                      <a:pt x="4905" y="3577"/>
                    </a:cubicBezTo>
                    <a:cubicBezTo>
                      <a:pt x="4840" y="3548"/>
                      <a:pt x="4775" y="3519"/>
                      <a:pt x="4712" y="3485"/>
                    </a:cubicBezTo>
                    <a:lnTo>
                      <a:pt x="4712" y="3483"/>
                    </a:lnTo>
                    <a:cubicBezTo>
                      <a:pt x="3914" y="3060"/>
                      <a:pt x="3253" y="2383"/>
                      <a:pt x="2856" y="1571"/>
                    </a:cubicBezTo>
                    <a:close/>
                    <a:moveTo>
                      <a:pt x="1467" y="2806"/>
                    </a:moveTo>
                    <a:cubicBezTo>
                      <a:pt x="1469" y="2809"/>
                      <a:pt x="1469" y="2809"/>
                      <a:pt x="1470" y="2809"/>
                    </a:cubicBezTo>
                    <a:cubicBezTo>
                      <a:pt x="1470" y="2808"/>
                      <a:pt x="1470" y="2807"/>
                      <a:pt x="1470" y="2806"/>
                    </a:cubicBezTo>
                    <a:lnTo>
                      <a:pt x="1470" y="2806"/>
                    </a:lnTo>
                    <a:cubicBezTo>
                      <a:pt x="1762" y="2894"/>
                      <a:pt x="2046" y="3038"/>
                      <a:pt x="2297" y="3224"/>
                    </a:cubicBezTo>
                    <a:cubicBezTo>
                      <a:pt x="2548" y="3407"/>
                      <a:pt x="2767" y="3635"/>
                      <a:pt x="2931" y="3891"/>
                    </a:cubicBezTo>
                    <a:cubicBezTo>
                      <a:pt x="3041" y="4065"/>
                      <a:pt x="3128" y="4250"/>
                      <a:pt x="3180" y="4446"/>
                    </a:cubicBezTo>
                    <a:lnTo>
                      <a:pt x="3179" y="4446"/>
                    </a:lnTo>
                    <a:cubicBezTo>
                      <a:pt x="3153" y="4433"/>
                      <a:pt x="3125" y="4418"/>
                      <a:pt x="3098" y="4407"/>
                    </a:cubicBezTo>
                    <a:cubicBezTo>
                      <a:pt x="3047" y="4383"/>
                      <a:pt x="2994" y="4360"/>
                      <a:pt x="2944" y="4334"/>
                    </a:cubicBezTo>
                    <a:lnTo>
                      <a:pt x="2944" y="4332"/>
                    </a:lnTo>
                    <a:cubicBezTo>
                      <a:pt x="2312" y="3994"/>
                      <a:pt x="1783" y="3454"/>
                      <a:pt x="1467" y="2806"/>
                    </a:cubicBezTo>
                    <a:close/>
                    <a:moveTo>
                      <a:pt x="5571" y="0"/>
                    </a:moveTo>
                    <a:cubicBezTo>
                      <a:pt x="4984" y="13"/>
                      <a:pt x="4404" y="193"/>
                      <a:pt x="3858" y="462"/>
                    </a:cubicBezTo>
                    <a:cubicBezTo>
                      <a:pt x="2540" y="1112"/>
                      <a:pt x="1414" y="2282"/>
                      <a:pt x="804" y="2906"/>
                    </a:cubicBezTo>
                    <a:cubicBezTo>
                      <a:pt x="592" y="3305"/>
                      <a:pt x="419" y="3708"/>
                      <a:pt x="297" y="4097"/>
                    </a:cubicBezTo>
                    <a:lnTo>
                      <a:pt x="297" y="4102"/>
                    </a:lnTo>
                    <a:cubicBezTo>
                      <a:pt x="60" y="4865"/>
                      <a:pt x="0" y="5582"/>
                      <a:pt x="124" y="6128"/>
                    </a:cubicBezTo>
                    <a:cubicBezTo>
                      <a:pt x="125" y="6131"/>
                      <a:pt x="127" y="6134"/>
                      <a:pt x="130" y="6136"/>
                    </a:cubicBezTo>
                    <a:lnTo>
                      <a:pt x="605" y="5946"/>
                    </a:lnTo>
                    <a:lnTo>
                      <a:pt x="1017" y="5783"/>
                    </a:lnTo>
                    <a:lnTo>
                      <a:pt x="2169" y="5322"/>
                    </a:lnTo>
                    <a:lnTo>
                      <a:pt x="2879" y="5039"/>
                    </a:lnTo>
                    <a:lnTo>
                      <a:pt x="3059" y="4968"/>
                    </a:lnTo>
                    <a:lnTo>
                      <a:pt x="7498" y="3195"/>
                    </a:lnTo>
                    <a:lnTo>
                      <a:pt x="7499" y="3195"/>
                    </a:lnTo>
                    <a:lnTo>
                      <a:pt x="8087" y="2960"/>
                    </a:lnTo>
                    <a:cubicBezTo>
                      <a:pt x="7528" y="1890"/>
                      <a:pt x="6637" y="626"/>
                      <a:pt x="55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
              <p:cNvSpPr/>
              <p:nvPr/>
            </p:nvSpPr>
            <p:spPr>
              <a:xfrm>
                <a:off x="1050881" y="1973676"/>
                <a:ext cx="79090" cy="109882"/>
              </a:xfrm>
              <a:custGeom>
                <a:rect b="b" l="l" r="r" t="t"/>
                <a:pathLst>
                  <a:path extrusionOk="0" h="4614" w="3321">
                    <a:moveTo>
                      <a:pt x="1305" y="1"/>
                    </a:moveTo>
                    <a:lnTo>
                      <a:pt x="763" y="142"/>
                    </a:lnTo>
                    <a:cubicBezTo>
                      <a:pt x="697" y="416"/>
                      <a:pt x="729" y="708"/>
                      <a:pt x="844" y="960"/>
                    </a:cubicBezTo>
                    <a:cubicBezTo>
                      <a:pt x="901" y="761"/>
                      <a:pt x="1023" y="588"/>
                      <a:pt x="1173" y="503"/>
                    </a:cubicBezTo>
                    <a:cubicBezTo>
                      <a:pt x="1183" y="498"/>
                      <a:pt x="1194" y="496"/>
                      <a:pt x="1204" y="496"/>
                    </a:cubicBezTo>
                    <a:cubicBezTo>
                      <a:pt x="1225" y="496"/>
                      <a:pt x="1245" y="506"/>
                      <a:pt x="1256" y="526"/>
                    </a:cubicBezTo>
                    <a:cubicBezTo>
                      <a:pt x="1272" y="554"/>
                      <a:pt x="1263" y="593"/>
                      <a:pt x="1233" y="609"/>
                    </a:cubicBezTo>
                    <a:cubicBezTo>
                      <a:pt x="1083" y="693"/>
                      <a:pt x="964" y="902"/>
                      <a:pt x="938" y="1122"/>
                    </a:cubicBezTo>
                    <a:cubicBezTo>
                      <a:pt x="987" y="1199"/>
                      <a:pt x="1042" y="1268"/>
                      <a:pt x="1104" y="1330"/>
                    </a:cubicBezTo>
                    <a:cubicBezTo>
                      <a:pt x="1123" y="1348"/>
                      <a:pt x="1123" y="1372"/>
                      <a:pt x="1115" y="1395"/>
                    </a:cubicBezTo>
                    <a:cubicBezTo>
                      <a:pt x="1112" y="1401"/>
                      <a:pt x="1112" y="1409"/>
                      <a:pt x="1107" y="1414"/>
                    </a:cubicBezTo>
                    <a:cubicBezTo>
                      <a:pt x="1094" y="1427"/>
                      <a:pt x="1078" y="1434"/>
                      <a:pt x="1062" y="1434"/>
                    </a:cubicBezTo>
                    <a:cubicBezTo>
                      <a:pt x="1045" y="1434"/>
                      <a:pt x="1031" y="1427"/>
                      <a:pt x="1020" y="1417"/>
                    </a:cubicBezTo>
                    <a:cubicBezTo>
                      <a:pt x="1002" y="1400"/>
                      <a:pt x="987" y="1380"/>
                      <a:pt x="971" y="1362"/>
                    </a:cubicBezTo>
                    <a:cubicBezTo>
                      <a:pt x="917" y="1306"/>
                      <a:pt x="872" y="1244"/>
                      <a:pt x="832" y="1182"/>
                    </a:cubicBezTo>
                    <a:cubicBezTo>
                      <a:pt x="828" y="1179"/>
                      <a:pt x="827" y="1176"/>
                      <a:pt x="825" y="1171"/>
                    </a:cubicBezTo>
                    <a:cubicBezTo>
                      <a:pt x="640" y="878"/>
                      <a:pt x="567" y="515"/>
                      <a:pt x="632" y="174"/>
                    </a:cubicBezTo>
                    <a:lnTo>
                      <a:pt x="632" y="174"/>
                    </a:lnTo>
                    <a:lnTo>
                      <a:pt x="13" y="336"/>
                    </a:lnTo>
                    <a:cubicBezTo>
                      <a:pt x="0" y="576"/>
                      <a:pt x="73" y="834"/>
                      <a:pt x="204" y="1016"/>
                    </a:cubicBezTo>
                    <a:cubicBezTo>
                      <a:pt x="253" y="1085"/>
                      <a:pt x="318" y="1158"/>
                      <a:pt x="389" y="1231"/>
                    </a:cubicBezTo>
                    <a:cubicBezTo>
                      <a:pt x="366" y="1280"/>
                      <a:pt x="340" y="1323"/>
                      <a:pt x="315" y="1364"/>
                    </a:cubicBezTo>
                    <a:cubicBezTo>
                      <a:pt x="1036" y="2487"/>
                      <a:pt x="1846" y="3897"/>
                      <a:pt x="2105" y="4613"/>
                    </a:cubicBezTo>
                    <a:cubicBezTo>
                      <a:pt x="2447" y="4286"/>
                      <a:pt x="2716" y="3805"/>
                      <a:pt x="2914" y="3301"/>
                    </a:cubicBezTo>
                    <a:cubicBezTo>
                      <a:pt x="2955" y="3323"/>
                      <a:pt x="2993" y="3348"/>
                      <a:pt x="3036" y="3372"/>
                    </a:cubicBezTo>
                    <a:cubicBezTo>
                      <a:pt x="2995" y="3348"/>
                      <a:pt x="2955" y="3322"/>
                      <a:pt x="2912" y="3299"/>
                    </a:cubicBezTo>
                    <a:cubicBezTo>
                      <a:pt x="3112" y="2787"/>
                      <a:pt x="3238" y="2252"/>
                      <a:pt x="3293" y="1824"/>
                    </a:cubicBezTo>
                    <a:lnTo>
                      <a:pt x="3293" y="1819"/>
                    </a:lnTo>
                    <a:cubicBezTo>
                      <a:pt x="3303" y="1735"/>
                      <a:pt x="3311" y="1656"/>
                      <a:pt x="3318" y="1581"/>
                    </a:cubicBezTo>
                    <a:lnTo>
                      <a:pt x="3318" y="1576"/>
                    </a:lnTo>
                    <a:cubicBezTo>
                      <a:pt x="3319" y="1555"/>
                      <a:pt x="3319" y="1534"/>
                      <a:pt x="3321" y="1511"/>
                    </a:cubicBezTo>
                    <a:lnTo>
                      <a:pt x="3321" y="1511"/>
                    </a:lnTo>
                    <a:cubicBezTo>
                      <a:pt x="3321" y="1511"/>
                      <a:pt x="3319" y="1511"/>
                      <a:pt x="3319" y="1515"/>
                    </a:cubicBezTo>
                    <a:cubicBezTo>
                      <a:pt x="3186" y="1617"/>
                      <a:pt x="3049" y="1709"/>
                      <a:pt x="2914" y="1782"/>
                    </a:cubicBezTo>
                    <a:cubicBezTo>
                      <a:pt x="2704" y="1892"/>
                      <a:pt x="2496" y="1956"/>
                      <a:pt x="2311" y="1956"/>
                    </a:cubicBezTo>
                    <a:cubicBezTo>
                      <a:pt x="2285" y="1956"/>
                      <a:pt x="2260" y="1955"/>
                      <a:pt x="2235" y="1952"/>
                    </a:cubicBezTo>
                    <a:cubicBezTo>
                      <a:pt x="1945" y="1921"/>
                      <a:pt x="1540" y="1494"/>
                      <a:pt x="1540" y="1494"/>
                    </a:cubicBezTo>
                    <a:lnTo>
                      <a:pt x="1538" y="1494"/>
                    </a:lnTo>
                    <a:cubicBezTo>
                      <a:pt x="2026" y="1069"/>
                      <a:pt x="1820" y="383"/>
                      <a:pt x="1305"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
              <p:cNvSpPr/>
              <p:nvPr/>
            </p:nvSpPr>
            <p:spPr>
              <a:xfrm>
                <a:off x="1131351" y="1971152"/>
                <a:ext cx="67825" cy="101595"/>
              </a:xfrm>
              <a:custGeom>
                <a:rect b="b" l="l" r="r" t="t"/>
                <a:pathLst>
                  <a:path extrusionOk="0" h="4266" w="2848">
                    <a:moveTo>
                      <a:pt x="900" y="0"/>
                    </a:moveTo>
                    <a:lnTo>
                      <a:pt x="900" y="0"/>
                    </a:lnTo>
                    <a:cubicBezTo>
                      <a:pt x="963" y="464"/>
                      <a:pt x="566" y="1086"/>
                      <a:pt x="60" y="1527"/>
                    </a:cubicBezTo>
                    <a:cubicBezTo>
                      <a:pt x="321" y="2134"/>
                      <a:pt x="185" y="3023"/>
                      <a:pt x="0" y="3684"/>
                    </a:cubicBezTo>
                    <a:cubicBezTo>
                      <a:pt x="279" y="3859"/>
                      <a:pt x="548" y="4053"/>
                      <a:pt x="801" y="4266"/>
                    </a:cubicBezTo>
                    <a:cubicBezTo>
                      <a:pt x="802" y="4238"/>
                      <a:pt x="809" y="4207"/>
                      <a:pt x="814" y="4178"/>
                    </a:cubicBezTo>
                    <a:cubicBezTo>
                      <a:pt x="817" y="4152"/>
                      <a:pt x="819" y="4128"/>
                      <a:pt x="823" y="4102"/>
                    </a:cubicBezTo>
                    <a:cubicBezTo>
                      <a:pt x="927" y="3496"/>
                      <a:pt x="1279" y="2638"/>
                      <a:pt x="1726" y="1984"/>
                    </a:cubicBezTo>
                    <a:cubicBezTo>
                      <a:pt x="1733" y="1976"/>
                      <a:pt x="1739" y="1967"/>
                      <a:pt x="1746" y="1958"/>
                    </a:cubicBezTo>
                    <a:cubicBezTo>
                      <a:pt x="1791" y="1891"/>
                      <a:pt x="1838" y="1828"/>
                      <a:pt x="1885" y="1768"/>
                    </a:cubicBezTo>
                    <a:cubicBezTo>
                      <a:pt x="1903" y="1744"/>
                      <a:pt x="1924" y="1720"/>
                      <a:pt x="1943" y="1697"/>
                    </a:cubicBezTo>
                    <a:cubicBezTo>
                      <a:pt x="1977" y="1655"/>
                      <a:pt x="2015" y="1611"/>
                      <a:pt x="2050" y="1570"/>
                    </a:cubicBezTo>
                    <a:cubicBezTo>
                      <a:pt x="2075" y="1543"/>
                      <a:pt x="2099" y="1519"/>
                      <a:pt x="2126" y="1493"/>
                    </a:cubicBezTo>
                    <a:cubicBezTo>
                      <a:pt x="2159" y="1460"/>
                      <a:pt x="2190" y="1429"/>
                      <a:pt x="2224" y="1399"/>
                    </a:cubicBezTo>
                    <a:cubicBezTo>
                      <a:pt x="2250" y="1373"/>
                      <a:pt x="2277" y="1348"/>
                      <a:pt x="2306" y="1326"/>
                    </a:cubicBezTo>
                    <a:cubicBezTo>
                      <a:pt x="2337" y="1300"/>
                      <a:pt x="2370" y="1277"/>
                      <a:pt x="2399" y="1254"/>
                    </a:cubicBezTo>
                    <a:cubicBezTo>
                      <a:pt x="2428" y="1235"/>
                      <a:pt x="2455" y="1212"/>
                      <a:pt x="2485" y="1194"/>
                    </a:cubicBezTo>
                    <a:cubicBezTo>
                      <a:pt x="2520" y="1172"/>
                      <a:pt x="2558" y="1154"/>
                      <a:pt x="2592" y="1136"/>
                    </a:cubicBezTo>
                    <a:cubicBezTo>
                      <a:pt x="2614" y="1125"/>
                      <a:pt x="2637" y="1112"/>
                      <a:pt x="2658" y="1100"/>
                    </a:cubicBezTo>
                    <a:cubicBezTo>
                      <a:pt x="2715" y="1078"/>
                      <a:pt x="2776" y="1057"/>
                      <a:pt x="2848" y="1037"/>
                    </a:cubicBezTo>
                    <a:cubicBezTo>
                      <a:pt x="2164" y="758"/>
                      <a:pt x="1507" y="412"/>
                      <a:pt x="90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
              <p:cNvSpPr/>
              <p:nvPr/>
            </p:nvSpPr>
            <p:spPr>
              <a:xfrm>
                <a:off x="1044808" y="2075581"/>
                <a:ext cx="4882" cy="4453"/>
              </a:xfrm>
              <a:custGeom>
                <a:rect b="b" l="l" r="r" t="t"/>
                <a:pathLst>
                  <a:path extrusionOk="0" h="187" w="205">
                    <a:moveTo>
                      <a:pt x="1" y="0"/>
                    </a:moveTo>
                    <a:cubicBezTo>
                      <a:pt x="66" y="65"/>
                      <a:pt x="134" y="125"/>
                      <a:pt x="205" y="187"/>
                    </a:cubicBezTo>
                    <a:cubicBezTo>
                      <a:pt x="134" y="125"/>
                      <a:pt x="67" y="64"/>
                      <a:pt x="1"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
              <p:cNvSpPr/>
              <p:nvPr/>
            </p:nvSpPr>
            <p:spPr>
              <a:xfrm>
                <a:off x="980674" y="1989942"/>
                <a:ext cx="116884" cy="103833"/>
              </a:xfrm>
              <a:custGeom>
                <a:rect b="b" l="l" r="r" t="t"/>
                <a:pathLst>
                  <a:path extrusionOk="0" h="4360" w="4908">
                    <a:moveTo>
                      <a:pt x="1281" y="248"/>
                    </a:moveTo>
                    <a:cubicBezTo>
                      <a:pt x="1437" y="248"/>
                      <a:pt x="1594" y="302"/>
                      <a:pt x="1715" y="402"/>
                    </a:cubicBezTo>
                    <a:cubicBezTo>
                      <a:pt x="1762" y="439"/>
                      <a:pt x="1737" y="532"/>
                      <a:pt x="1703" y="580"/>
                    </a:cubicBezTo>
                    <a:cubicBezTo>
                      <a:pt x="1652" y="572"/>
                      <a:pt x="1599" y="567"/>
                      <a:pt x="1544" y="567"/>
                    </a:cubicBezTo>
                    <a:cubicBezTo>
                      <a:pt x="1478" y="567"/>
                      <a:pt x="1412" y="574"/>
                      <a:pt x="1350" y="590"/>
                    </a:cubicBezTo>
                    <a:cubicBezTo>
                      <a:pt x="1206" y="626"/>
                      <a:pt x="1050" y="770"/>
                      <a:pt x="1010" y="913"/>
                    </a:cubicBezTo>
                    <a:cubicBezTo>
                      <a:pt x="866" y="888"/>
                      <a:pt x="734" y="799"/>
                      <a:pt x="658" y="674"/>
                    </a:cubicBezTo>
                    <a:cubicBezTo>
                      <a:pt x="733" y="477"/>
                      <a:pt x="911" y="324"/>
                      <a:pt x="1115" y="269"/>
                    </a:cubicBezTo>
                    <a:cubicBezTo>
                      <a:pt x="1169" y="255"/>
                      <a:pt x="1225" y="248"/>
                      <a:pt x="1281" y="248"/>
                    </a:cubicBezTo>
                    <a:close/>
                    <a:moveTo>
                      <a:pt x="1586" y="1152"/>
                    </a:moveTo>
                    <a:cubicBezTo>
                      <a:pt x="1758" y="1152"/>
                      <a:pt x="2010" y="1440"/>
                      <a:pt x="1874" y="1566"/>
                    </a:cubicBezTo>
                    <a:cubicBezTo>
                      <a:pt x="1837" y="1600"/>
                      <a:pt x="1797" y="1614"/>
                      <a:pt x="1758" y="1614"/>
                    </a:cubicBezTo>
                    <a:cubicBezTo>
                      <a:pt x="1573" y="1614"/>
                      <a:pt x="1389" y="1295"/>
                      <a:pt x="1501" y="1185"/>
                    </a:cubicBezTo>
                    <a:cubicBezTo>
                      <a:pt x="1524" y="1162"/>
                      <a:pt x="1554" y="1152"/>
                      <a:pt x="1586" y="1152"/>
                    </a:cubicBezTo>
                    <a:close/>
                    <a:moveTo>
                      <a:pt x="2271" y="2736"/>
                    </a:moveTo>
                    <a:cubicBezTo>
                      <a:pt x="2275" y="2736"/>
                      <a:pt x="2277" y="2737"/>
                      <a:pt x="2279" y="2739"/>
                    </a:cubicBezTo>
                    <a:cubicBezTo>
                      <a:pt x="2329" y="2837"/>
                      <a:pt x="2129" y="2971"/>
                      <a:pt x="2040" y="2971"/>
                    </a:cubicBezTo>
                    <a:cubicBezTo>
                      <a:pt x="2029" y="2971"/>
                      <a:pt x="2020" y="2969"/>
                      <a:pt x="2013" y="2964"/>
                    </a:cubicBezTo>
                    <a:cubicBezTo>
                      <a:pt x="1959" y="2930"/>
                      <a:pt x="2218" y="2736"/>
                      <a:pt x="2271" y="2736"/>
                    </a:cubicBezTo>
                    <a:close/>
                    <a:moveTo>
                      <a:pt x="2914" y="3802"/>
                    </a:moveTo>
                    <a:lnTo>
                      <a:pt x="2914" y="3802"/>
                    </a:lnTo>
                    <a:cubicBezTo>
                      <a:pt x="2915" y="3803"/>
                      <a:pt x="2916" y="3804"/>
                      <a:pt x="2918" y="3805"/>
                    </a:cubicBezTo>
                    <a:lnTo>
                      <a:pt x="2918" y="3805"/>
                    </a:lnTo>
                    <a:cubicBezTo>
                      <a:pt x="2916" y="3804"/>
                      <a:pt x="2915" y="3803"/>
                      <a:pt x="2914" y="3802"/>
                    </a:cubicBezTo>
                    <a:close/>
                    <a:moveTo>
                      <a:pt x="1635" y="0"/>
                    </a:moveTo>
                    <a:lnTo>
                      <a:pt x="33" y="422"/>
                    </a:lnTo>
                    <a:cubicBezTo>
                      <a:pt x="8" y="517"/>
                      <a:pt x="0" y="608"/>
                      <a:pt x="16" y="691"/>
                    </a:cubicBezTo>
                    <a:lnTo>
                      <a:pt x="15" y="689"/>
                    </a:lnTo>
                    <a:lnTo>
                      <a:pt x="15" y="689"/>
                    </a:lnTo>
                    <a:cubicBezTo>
                      <a:pt x="185" y="1020"/>
                      <a:pt x="353" y="1266"/>
                      <a:pt x="451" y="1336"/>
                    </a:cubicBezTo>
                    <a:cubicBezTo>
                      <a:pt x="712" y="1520"/>
                      <a:pt x="1114" y="1550"/>
                      <a:pt x="1114" y="1550"/>
                    </a:cubicBezTo>
                    <a:cubicBezTo>
                      <a:pt x="1546" y="2084"/>
                      <a:pt x="1438" y="2744"/>
                      <a:pt x="1637" y="3138"/>
                    </a:cubicBezTo>
                    <a:cubicBezTo>
                      <a:pt x="1653" y="3169"/>
                      <a:pt x="1704" y="3186"/>
                      <a:pt x="1774" y="3186"/>
                    </a:cubicBezTo>
                    <a:cubicBezTo>
                      <a:pt x="1886" y="3186"/>
                      <a:pt x="2045" y="3143"/>
                      <a:pt x="2180" y="3047"/>
                    </a:cubicBezTo>
                    <a:cubicBezTo>
                      <a:pt x="2326" y="3222"/>
                      <a:pt x="2499" y="3413"/>
                      <a:pt x="2687" y="3595"/>
                    </a:cubicBezTo>
                    <a:cubicBezTo>
                      <a:pt x="2793" y="3515"/>
                      <a:pt x="3075" y="3250"/>
                      <a:pt x="3322" y="2935"/>
                    </a:cubicBezTo>
                    <a:lnTo>
                      <a:pt x="3322" y="2935"/>
                    </a:lnTo>
                    <a:cubicBezTo>
                      <a:pt x="3467" y="3340"/>
                      <a:pt x="3301" y="3736"/>
                      <a:pt x="3143" y="3979"/>
                    </a:cubicBezTo>
                    <a:cubicBezTo>
                      <a:pt x="3068" y="3925"/>
                      <a:pt x="2991" y="3867"/>
                      <a:pt x="2918" y="3805"/>
                    </a:cubicBezTo>
                    <a:lnTo>
                      <a:pt x="2918" y="3805"/>
                    </a:lnTo>
                    <a:cubicBezTo>
                      <a:pt x="3288" y="4118"/>
                      <a:pt x="3701" y="4360"/>
                      <a:pt x="4089" y="4360"/>
                    </a:cubicBezTo>
                    <a:cubicBezTo>
                      <a:pt x="4395" y="4360"/>
                      <a:pt x="4666" y="4246"/>
                      <a:pt x="4907" y="4057"/>
                    </a:cubicBezTo>
                    <a:cubicBezTo>
                      <a:pt x="4904" y="4045"/>
                      <a:pt x="4896" y="4037"/>
                      <a:pt x="4891" y="4028"/>
                    </a:cubicBezTo>
                    <a:cubicBezTo>
                      <a:pt x="4661" y="3361"/>
                      <a:pt x="3854" y="1958"/>
                      <a:pt x="3138" y="832"/>
                    </a:cubicBezTo>
                    <a:cubicBezTo>
                      <a:pt x="3049" y="914"/>
                      <a:pt x="2944" y="963"/>
                      <a:pt x="2819" y="963"/>
                    </a:cubicBezTo>
                    <a:cubicBezTo>
                      <a:pt x="2534" y="963"/>
                      <a:pt x="2149" y="705"/>
                      <a:pt x="163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
              <p:cNvSpPr/>
              <p:nvPr/>
            </p:nvSpPr>
            <p:spPr>
              <a:xfrm>
                <a:off x="1044689" y="2075462"/>
                <a:ext cx="143" cy="143"/>
              </a:xfrm>
              <a:custGeom>
                <a:rect b="b" l="l" r="r" t="t"/>
                <a:pathLst>
                  <a:path extrusionOk="0" h="6" w="6">
                    <a:moveTo>
                      <a:pt x="1" y="1"/>
                    </a:moveTo>
                    <a:lnTo>
                      <a:pt x="1" y="1"/>
                    </a:lnTo>
                    <a:cubicBezTo>
                      <a:pt x="1" y="4"/>
                      <a:pt x="4" y="5"/>
                      <a:pt x="6" y="5"/>
                    </a:cubicBezTo>
                    <a:lnTo>
                      <a:pt x="1" y="1"/>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
              <p:cNvSpPr/>
              <p:nvPr/>
            </p:nvSpPr>
            <p:spPr>
              <a:xfrm>
                <a:off x="808039" y="2270030"/>
                <a:ext cx="89759" cy="92093"/>
              </a:xfrm>
              <a:custGeom>
                <a:rect b="b" l="l" r="r" t="t"/>
                <a:pathLst>
                  <a:path extrusionOk="0" h="3867" w="3769">
                    <a:moveTo>
                      <a:pt x="1117" y="1"/>
                    </a:moveTo>
                    <a:cubicBezTo>
                      <a:pt x="1063" y="1"/>
                      <a:pt x="1009" y="1"/>
                      <a:pt x="956" y="3"/>
                    </a:cubicBezTo>
                    <a:cubicBezTo>
                      <a:pt x="652" y="13"/>
                      <a:pt x="381" y="55"/>
                      <a:pt x="371" y="149"/>
                    </a:cubicBezTo>
                    <a:cubicBezTo>
                      <a:pt x="355" y="290"/>
                      <a:pt x="689" y="399"/>
                      <a:pt x="989" y="477"/>
                    </a:cubicBezTo>
                    <a:cubicBezTo>
                      <a:pt x="1175" y="527"/>
                      <a:pt x="1345" y="567"/>
                      <a:pt x="1408" y="601"/>
                    </a:cubicBezTo>
                    <a:cubicBezTo>
                      <a:pt x="1468" y="634"/>
                      <a:pt x="1501" y="733"/>
                      <a:pt x="1540" y="845"/>
                    </a:cubicBezTo>
                    <a:cubicBezTo>
                      <a:pt x="1353" y="825"/>
                      <a:pt x="1175" y="814"/>
                      <a:pt x="1011" y="807"/>
                    </a:cubicBezTo>
                    <a:cubicBezTo>
                      <a:pt x="925" y="804"/>
                      <a:pt x="843" y="802"/>
                      <a:pt x="767" y="802"/>
                    </a:cubicBezTo>
                    <a:cubicBezTo>
                      <a:pt x="505" y="802"/>
                      <a:pt x="313" y="822"/>
                      <a:pt x="246" y="861"/>
                    </a:cubicBezTo>
                    <a:cubicBezTo>
                      <a:pt x="0" y="1003"/>
                      <a:pt x="165" y="1462"/>
                      <a:pt x="360" y="1648"/>
                    </a:cubicBezTo>
                    <a:cubicBezTo>
                      <a:pt x="233" y="1961"/>
                      <a:pt x="383" y="2292"/>
                      <a:pt x="579" y="2441"/>
                    </a:cubicBezTo>
                    <a:cubicBezTo>
                      <a:pt x="417" y="2807"/>
                      <a:pt x="687" y="3078"/>
                      <a:pt x="966" y="3151"/>
                    </a:cubicBezTo>
                    <a:cubicBezTo>
                      <a:pt x="851" y="3439"/>
                      <a:pt x="966" y="3741"/>
                      <a:pt x="1243" y="3844"/>
                    </a:cubicBezTo>
                    <a:cubicBezTo>
                      <a:pt x="1246" y="3846"/>
                      <a:pt x="1248" y="3846"/>
                      <a:pt x="1251" y="3848"/>
                    </a:cubicBezTo>
                    <a:cubicBezTo>
                      <a:pt x="1274" y="3856"/>
                      <a:pt x="1311" y="3861"/>
                      <a:pt x="1352" y="3864"/>
                    </a:cubicBezTo>
                    <a:cubicBezTo>
                      <a:pt x="1377" y="3866"/>
                      <a:pt x="1407" y="3867"/>
                      <a:pt x="1439" y="3867"/>
                    </a:cubicBezTo>
                    <a:cubicBezTo>
                      <a:pt x="1613" y="3867"/>
                      <a:pt x="1875" y="3837"/>
                      <a:pt x="2164" y="3780"/>
                    </a:cubicBezTo>
                    <a:cubicBezTo>
                      <a:pt x="2407" y="3731"/>
                      <a:pt x="2666" y="3661"/>
                      <a:pt x="2911" y="3572"/>
                    </a:cubicBezTo>
                    <a:cubicBezTo>
                      <a:pt x="3267" y="3446"/>
                      <a:pt x="3590" y="3277"/>
                      <a:pt x="3768" y="3070"/>
                    </a:cubicBezTo>
                    <a:cubicBezTo>
                      <a:pt x="2907" y="3037"/>
                      <a:pt x="2781" y="1336"/>
                      <a:pt x="3394" y="1266"/>
                    </a:cubicBezTo>
                    <a:cubicBezTo>
                      <a:pt x="3037" y="658"/>
                      <a:pt x="2353" y="263"/>
                      <a:pt x="1886" y="102"/>
                    </a:cubicBezTo>
                    <a:cubicBezTo>
                      <a:pt x="1765" y="60"/>
                      <a:pt x="1656" y="34"/>
                      <a:pt x="1574" y="23"/>
                    </a:cubicBezTo>
                    <a:cubicBezTo>
                      <a:pt x="1449" y="9"/>
                      <a:pt x="1284" y="1"/>
                      <a:pt x="111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
              <p:cNvSpPr/>
              <p:nvPr/>
            </p:nvSpPr>
            <p:spPr>
              <a:xfrm>
                <a:off x="1230731" y="2423947"/>
                <a:ext cx="90902" cy="4501"/>
              </a:xfrm>
              <a:custGeom>
                <a:rect b="b" l="l" r="r" t="t"/>
                <a:pathLst>
                  <a:path extrusionOk="0" h="189" w="3817">
                    <a:moveTo>
                      <a:pt x="3817" y="0"/>
                    </a:moveTo>
                    <a:lnTo>
                      <a:pt x="3817" y="0"/>
                    </a:lnTo>
                    <a:cubicBezTo>
                      <a:pt x="2309" y="116"/>
                      <a:pt x="1008" y="188"/>
                      <a:pt x="235" y="188"/>
                    </a:cubicBezTo>
                    <a:cubicBezTo>
                      <a:pt x="150" y="188"/>
                      <a:pt x="72" y="187"/>
                      <a:pt x="0" y="185"/>
                    </a:cubicBezTo>
                    <a:lnTo>
                      <a:pt x="0" y="185"/>
                    </a:lnTo>
                    <a:cubicBezTo>
                      <a:pt x="76" y="187"/>
                      <a:pt x="159" y="188"/>
                      <a:pt x="250" y="188"/>
                    </a:cubicBezTo>
                    <a:cubicBezTo>
                      <a:pt x="1026" y="188"/>
                      <a:pt x="2320" y="115"/>
                      <a:pt x="3817"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
              <p:cNvSpPr/>
              <p:nvPr/>
            </p:nvSpPr>
            <p:spPr>
              <a:xfrm>
                <a:off x="1648065" y="2215375"/>
                <a:ext cx="25292" cy="126958"/>
              </a:xfrm>
              <a:custGeom>
                <a:rect b="b" l="l" r="r" t="t"/>
                <a:pathLst>
                  <a:path extrusionOk="0" h="5331" w="1062">
                    <a:moveTo>
                      <a:pt x="247" y="0"/>
                    </a:moveTo>
                    <a:cubicBezTo>
                      <a:pt x="409" y="338"/>
                      <a:pt x="538" y="663"/>
                      <a:pt x="642" y="978"/>
                    </a:cubicBezTo>
                    <a:cubicBezTo>
                      <a:pt x="642" y="976"/>
                      <a:pt x="640" y="971"/>
                      <a:pt x="640" y="970"/>
                    </a:cubicBezTo>
                    <a:cubicBezTo>
                      <a:pt x="538" y="657"/>
                      <a:pt x="409" y="336"/>
                      <a:pt x="247" y="0"/>
                    </a:cubicBezTo>
                    <a:close/>
                    <a:moveTo>
                      <a:pt x="642" y="978"/>
                    </a:moveTo>
                    <a:cubicBezTo>
                      <a:pt x="642" y="979"/>
                      <a:pt x="642" y="981"/>
                      <a:pt x="644" y="986"/>
                    </a:cubicBezTo>
                    <a:cubicBezTo>
                      <a:pt x="754" y="1328"/>
                      <a:pt x="829" y="1657"/>
                      <a:pt x="873" y="1973"/>
                    </a:cubicBezTo>
                    <a:lnTo>
                      <a:pt x="873" y="1973"/>
                    </a:lnTo>
                    <a:cubicBezTo>
                      <a:pt x="829" y="1654"/>
                      <a:pt x="753" y="1323"/>
                      <a:pt x="642" y="978"/>
                    </a:cubicBezTo>
                    <a:close/>
                    <a:moveTo>
                      <a:pt x="873" y="1973"/>
                    </a:moveTo>
                    <a:cubicBezTo>
                      <a:pt x="1060" y="3337"/>
                      <a:pt x="664" y="4454"/>
                      <a:pt x="0" y="5331"/>
                    </a:cubicBezTo>
                    <a:cubicBezTo>
                      <a:pt x="665" y="4454"/>
                      <a:pt x="1061" y="3337"/>
                      <a:pt x="873" y="197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
              <p:cNvSpPr/>
              <p:nvPr/>
            </p:nvSpPr>
            <p:spPr>
              <a:xfrm>
                <a:off x="1452235" y="2207040"/>
                <a:ext cx="200760" cy="26006"/>
              </a:xfrm>
              <a:custGeom>
                <a:rect b="b" l="l" r="r" t="t"/>
                <a:pathLst>
                  <a:path extrusionOk="0" h="1092" w="8430">
                    <a:moveTo>
                      <a:pt x="7970" y="1"/>
                    </a:moveTo>
                    <a:cubicBezTo>
                      <a:pt x="7970" y="1"/>
                      <a:pt x="7970" y="1"/>
                      <a:pt x="7969" y="1"/>
                    </a:cubicBezTo>
                    <a:lnTo>
                      <a:pt x="7969" y="1"/>
                    </a:lnTo>
                    <a:cubicBezTo>
                      <a:pt x="8080" y="1"/>
                      <a:pt x="8187" y="2"/>
                      <a:pt x="8290" y="5"/>
                    </a:cubicBezTo>
                    <a:lnTo>
                      <a:pt x="8291" y="5"/>
                    </a:lnTo>
                    <a:cubicBezTo>
                      <a:pt x="8188" y="2"/>
                      <a:pt x="8081" y="1"/>
                      <a:pt x="7970" y="1"/>
                    </a:cubicBezTo>
                    <a:close/>
                    <a:moveTo>
                      <a:pt x="8291" y="5"/>
                    </a:moveTo>
                    <a:lnTo>
                      <a:pt x="8304" y="30"/>
                    </a:lnTo>
                    <a:cubicBezTo>
                      <a:pt x="8348" y="112"/>
                      <a:pt x="8389" y="193"/>
                      <a:pt x="8429" y="274"/>
                    </a:cubicBezTo>
                    <a:cubicBezTo>
                      <a:pt x="8385" y="185"/>
                      <a:pt x="8340" y="96"/>
                      <a:pt x="8291" y="5"/>
                    </a:cubicBezTo>
                    <a:close/>
                    <a:moveTo>
                      <a:pt x="7968" y="1"/>
                    </a:moveTo>
                    <a:cubicBezTo>
                      <a:pt x="6090" y="1"/>
                      <a:pt x="3153" y="412"/>
                      <a:pt x="0" y="1091"/>
                    </a:cubicBezTo>
                    <a:cubicBezTo>
                      <a:pt x="3154" y="412"/>
                      <a:pt x="6092" y="1"/>
                      <a:pt x="7969" y="1"/>
                    </a:cubicBezTo>
                    <a:lnTo>
                      <a:pt x="7969" y="1"/>
                    </a:lnTo>
                    <a:cubicBezTo>
                      <a:pt x="7969" y="1"/>
                      <a:pt x="7969" y="1"/>
                      <a:pt x="796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
              <p:cNvSpPr/>
              <p:nvPr/>
            </p:nvSpPr>
            <p:spPr>
              <a:xfrm>
                <a:off x="1652971" y="2213565"/>
                <a:ext cx="953" cy="1834"/>
              </a:xfrm>
              <a:custGeom>
                <a:rect b="b" l="l" r="r" t="t"/>
                <a:pathLst>
                  <a:path extrusionOk="0" h="77" w="40">
                    <a:moveTo>
                      <a:pt x="0" y="0"/>
                    </a:moveTo>
                    <a:lnTo>
                      <a:pt x="0" y="0"/>
                    </a:lnTo>
                    <a:cubicBezTo>
                      <a:pt x="13" y="26"/>
                      <a:pt x="28" y="52"/>
                      <a:pt x="39" y="76"/>
                    </a:cubicBezTo>
                    <a:cubicBezTo>
                      <a:pt x="28" y="51"/>
                      <a:pt x="13" y="26"/>
                      <a:pt x="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
              <p:cNvSpPr/>
              <p:nvPr/>
            </p:nvSpPr>
            <p:spPr>
              <a:xfrm>
                <a:off x="1304439" y="2623397"/>
                <a:ext cx="91378" cy="77994"/>
              </a:xfrm>
              <a:custGeom>
                <a:rect b="b" l="l" r="r" t="t"/>
                <a:pathLst>
                  <a:path extrusionOk="0" h="3275" w="3837">
                    <a:moveTo>
                      <a:pt x="2014" y="1"/>
                    </a:moveTo>
                    <a:cubicBezTo>
                      <a:pt x="2014" y="1"/>
                      <a:pt x="2014" y="2"/>
                      <a:pt x="2015" y="2"/>
                    </a:cubicBezTo>
                    <a:lnTo>
                      <a:pt x="2015" y="2"/>
                    </a:lnTo>
                    <a:cubicBezTo>
                      <a:pt x="2014" y="2"/>
                      <a:pt x="2014" y="1"/>
                      <a:pt x="2014" y="1"/>
                    </a:cubicBezTo>
                    <a:close/>
                    <a:moveTo>
                      <a:pt x="2015" y="2"/>
                    </a:moveTo>
                    <a:cubicBezTo>
                      <a:pt x="2015" y="2"/>
                      <a:pt x="2015" y="3"/>
                      <a:pt x="2015" y="3"/>
                    </a:cubicBezTo>
                    <a:lnTo>
                      <a:pt x="2015" y="3"/>
                    </a:lnTo>
                    <a:cubicBezTo>
                      <a:pt x="2015" y="3"/>
                      <a:pt x="2015" y="2"/>
                      <a:pt x="2015" y="2"/>
                    </a:cubicBezTo>
                    <a:cubicBezTo>
                      <a:pt x="2015" y="2"/>
                      <a:pt x="2015" y="2"/>
                      <a:pt x="2015" y="2"/>
                    </a:cubicBezTo>
                    <a:close/>
                    <a:moveTo>
                      <a:pt x="2015" y="3"/>
                    </a:moveTo>
                    <a:cubicBezTo>
                      <a:pt x="1944" y="66"/>
                      <a:pt x="1869" y="126"/>
                      <a:pt x="1795" y="184"/>
                    </a:cubicBezTo>
                    <a:cubicBezTo>
                      <a:pt x="1792" y="187"/>
                      <a:pt x="1790" y="189"/>
                      <a:pt x="1788" y="189"/>
                    </a:cubicBezTo>
                    <a:cubicBezTo>
                      <a:pt x="1779" y="197"/>
                      <a:pt x="1767" y="205"/>
                      <a:pt x="1756" y="213"/>
                    </a:cubicBezTo>
                    <a:cubicBezTo>
                      <a:pt x="1740" y="228"/>
                      <a:pt x="1722" y="239"/>
                      <a:pt x="1702" y="250"/>
                    </a:cubicBezTo>
                    <a:cubicBezTo>
                      <a:pt x="1440" y="451"/>
                      <a:pt x="1163" y="630"/>
                      <a:pt x="871" y="784"/>
                    </a:cubicBezTo>
                    <a:cubicBezTo>
                      <a:pt x="591" y="934"/>
                      <a:pt x="301" y="1064"/>
                      <a:pt x="1" y="1169"/>
                    </a:cubicBezTo>
                    <a:cubicBezTo>
                      <a:pt x="450" y="1649"/>
                      <a:pt x="856" y="2083"/>
                      <a:pt x="1208" y="2451"/>
                    </a:cubicBezTo>
                    <a:cubicBezTo>
                      <a:pt x="1218" y="2451"/>
                      <a:pt x="1227" y="2451"/>
                      <a:pt x="1236" y="2451"/>
                    </a:cubicBezTo>
                    <a:cubicBezTo>
                      <a:pt x="1873" y="2451"/>
                      <a:pt x="2177" y="2885"/>
                      <a:pt x="2258" y="2992"/>
                    </a:cubicBezTo>
                    <a:cubicBezTo>
                      <a:pt x="2323" y="3077"/>
                      <a:pt x="2589" y="3275"/>
                      <a:pt x="2907" y="3275"/>
                    </a:cubicBezTo>
                    <a:cubicBezTo>
                      <a:pt x="2993" y="3275"/>
                      <a:pt x="3082" y="3260"/>
                      <a:pt x="3172" y="3226"/>
                    </a:cubicBezTo>
                    <a:cubicBezTo>
                      <a:pt x="3208" y="3211"/>
                      <a:pt x="3239" y="3195"/>
                      <a:pt x="3271" y="3179"/>
                    </a:cubicBezTo>
                    <a:cubicBezTo>
                      <a:pt x="3271" y="3179"/>
                      <a:pt x="3273" y="3179"/>
                      <a:pt x="3273" y="3176"/>
                    </a:cubicBezTo>
                    <a:cubicBezTo>
                      <a:pt x="3837" y="2882"/>
                      <a:pt x="3458" y="2276"/>
                      <a:pt x="3537" y="2005"/>
                    </a:cubicBezTo>
                    <a:cubicBezTo>
                      <a:pt x="2991" y="1356"/>
                      <a:pt x="2486" y="684"/>
                      <a:pt x="2015" y="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
              <p:cNvSpPr/>
              <p:nvPr/>
            </p:nvSpPr>
            <p:spPr>
              <a:xfrm>
                <a:off x="1232398" y="2432211"/>
                <a:ext cx="82638" cy="132673"/>
              </a:xfrm>
              <a:custGeom>
                <a:rect b="b" l="l" r="r" t="t"/>
                <a:pathLst>
                  <a:path extrusionOk="0" h="5571" w="3470">
                    <a:moveTo>
                      <a:pt x="2" y="0"/>
                    </a:moveTo>
                    <a:lnTo>
                      <a:pt x="0" y="2"/>
                    </a:lnTo>
                    <a:cubicBezTo>
                      <a:pt x="626" y="804"/>
                      <a:pt x="1227" y="1760"/>
                      <a:pt x="1846" y="2804"/>
                    </a:cubicBezTo>
                    <a:cubicBezTo>
                      <a:pt x="1935" y="2953"/>
                      <a:pt x="2024" y="3105"/>
                      <a:pt x="2113" y="3259"/>
                    </a:cubicBezTo>
                    <a:cubicBezTo>
                      <a:pt x="2248" y="3488"/>
                      <a:pt x="2384" y="3721"/>
                      <a:pt x="2522" y="3956"/>
                    </a:cubicBezTo>
                    <a:cubicBezTo>
                      <a:pt x="2384" y="3721"/>
                      <a:pt x="2248" y="3486"/>
                      <a:pt x="2115" y="3258"/>
                    </a:cubicBezTo>
                    <a:cubicBezTo>
                      <a:pt x="2026" y="3105"/>
                      <a:pt x="1937" y="2953"/>
                      <a:pt x="1848" y="2804"/>
                    </a:cubicBezTo>
                    <a:cubicBezTo>
                      <a:pt x="1230" y="1759"/>
                      <a:pt x="627" y="802"/>
                      <a:pt x="2" y="0"/>
                    </a:cubicBezTo>
                    <a:close/>
                    <a:moveTo>
                      <a:pt x="2522" y="3956"/>
                    </a:moveTo>
                    <a:lnTo>
                      <a:pt x="2522" y="3956"/>
                    </a:lnTo>
                    <a:cubicBezTo>
                      <a:pt x="2828" y="4483"/>
                      <a:pt x="3142" y="5024"/>
                      <a:pt x="3470" y="5570"/>
                    </a:cubicBezTo>
                    <a:cubicBezTo>
                      <a:pt x="3144" y="5024"/>
                      <a:pt x="2830" y="4484"/>
                      <a:pt x="2522" y="3956"/>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
              <p:cNvSpPr/>
              <p:nvPr/>
            </p:nvSpPr>
            <p:spPr>
              <a:xfrm>
                <a:off x="1167693" y="2498964"/>
                <a:ext cx="114741" cy="128410"/>
              </a:xfrm>
              <a:custGeom>
                <a:rect b="b" l="l" r="r" t="t"/>
                <a:pathLst>
                  <a:path extrusionOk="0" h="5392" w="4818">
                    <a:moveTo>
                      <a:pt x="1" y="1"/>
                    </a:moveTo>
                    <a:cubicBezTo>
                      <a:pt x="320" y="374"/>
                      <a:pt x="657" y="761"/>
                      <a:pt x="1001" y="1153"/>
                    </a:cubicBezTo>
                    <a:cubicBezTo>
                      <a:pt x="1300" y="1495"/>
                      <a:pt x="1606" y="1841"/>
                      <a:pt x="1915" y="2188"/>
                    </a:cubicBezTo>
                    <a:lnTo>
                      <a:pt x="1915" y="2188"/>
                    </a:lnTo>
                    <a:cubicBezTo>
                      <a:pt x="1606" y="1841"/>
                      <a:pt x="1301" y="1495"/>
                      <a:pt x="1002" y="1153"/>
                    </a:cubicBezTo>
                    <a:cubicBezTo>
                      <a:pt x="657" y="761"/>
                      <a:pt x="322" y="375"/>
                      <a:pt x="1" y="1"/>
                    </a:cubicBezTo>
                    <a:close/>
                    <a:moveTo>
                      <a:pt x="1915" y="2188"/>
                    </a:moveTo>
                    <a:cubicBezTo>
                      <a:pt x="2419" y="2756"/>
                      <a:pt x="2932" y="3326"/>
                      <a:pt x="3437" y="3881"/>
                    </a:cubicBezTo>
                    <a:cubicBezTo>
                      <a:pt x="2932" y="3325"/>
                      <a:pt x="2419" y="2755"/>
                      <a:pt x="1915" y="2188"/>
                    </a:cubicBezTo>
                    <a:close/>
                    <a:moveTo>
                      <a:pt x="3437" y="3881"/>
                    </a:moveTo>
                    <a:cubicBezTo>
                      <a:pt x="3570" y="4029"/>
                      <a:pt x="3704" y="4176"/>
                      <a:pt x="3835" y="4320"/>
                    </a:cubicBezTo>
                    <a:cubicBezTo>
                      <a:pt x="3704" y="4174"/>
                      <a:pt x="3570" y="4029"/>
                      <a:pt x="3437" y="3881"/>
                    </a:cubicBezTo>
                    <a:close/>
                    <a:moveTo>
                      <a:pt x="3835" y="4320"/>
                    </a:moveTo>
                    <a:cubicBezTo>
                      <a:pt x="4169" y="4686"/>
                      <a:pt x="4500" y="5047"/>
                      <a:pt x="4817" y="5391"/>
                    </a:cubicBezTo>
                    <a:cubicBezTo>
                      <a:pt x="4500" y="5047"/>
                      <a:pt x="4171" y="4688"/>
                      <a:pt x="3835" y="432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
              <p:cNvSpPr/>
              <p:nvPr/>
            </p:nvSpPr>
            <p:spPr>
              <a:xfrm>
                <a:off x="1095843" y="2263005"/>
                <a:ext cx="16575" cy="22743"/>
              </a:xfrm>
              <a:custGeom>
                <a:rect b="b" l="l" r="r" t="t"/>
                <a:pathLst>
                  <a:path extrusionOk="0" h="955" w="696">
                    <a:moveTo>
                      <a:pt x="52" y="0"/>
                    </a:moveTo>
                    <a:cubicBezTo>
                      <a:pt x="38" y="0"/>
                      <a:pt x="25" y="5"/>
                      <a:pt x="15" y="16"/>
                    </a:cubicBezTo>
                    <a:cubicBezTo>
                      <a:pt x="0" y="33"/>
                      <a:pt x="0" y="51"/>
                      <a:pt x="7" y="68"/>
                    </a:cubicBezTo>
                    <a:cubicBezTo>
                      <a:pt x="12" y="80"/>
                      <a:pt x="13" y="89"/>
                      <a:pt x="21" y="98"/>
                    </a:cubicBezTo>
                    <a:cubicBezTo>
                      <a:pt x="29" y="104"/>
                      <a:pt x="36" y="112"/>
                      <a:pt x="41" y="119"/>
                    </a:cubicBezTo>
                    <a:cubicBezTo>
                      <a:pt x="243" y="297"/>
                      <a:pt x="402" y="514"/>
                      <a:pt x="511" y="762"/>
                    </a:cubicBezTo>
                    <a:cubicBezTo>
                      <a:pt x="514" y="764"/>
                      <a:pt x="514" y="768"/>
                      <a:pt x="516" y="770"/>
                    </a:cubicBezTo>
                    <a:cubicBezTo>
                      <a:pt x="535" y="819"/>
                      <a:pt x="559" y="866"/>
                      <a:pt x="575" y="916"/>
                    </a:cubicBezTo>
                    <a:cubicBezTo>
                      <a:pt x="584" y="940"/>
                      <a:pt x="606" y="955"/>
                      <a:pt x="631" y="955"/>
                    </a:cubicBezTo>
                    <a:cubicBezTo>
                      <a:pt x="637" y="955"/>
                      <a:pt x="644" y="955"/>
                      <a:pt x="648" y="950"/>
                    </a:cubicBezTo>
                    <a:cubicBezTo>
                      <a:pt x="679" y="940"/>
                      <a:pt x="695" y="908"/>
                      <a:pt x="686" y="877"/>
                    </a:cubicBezTo>
                    <a:cubicBezTo>
                      <a:pt x="671" y="837"/>
                      <a:pt x="653" y="801"/>
                      <a:pt x="637" y="762"/>
                    </a:cubicBezTo>
                    <a:cubicBezTo>
                      <a:pt x="619" y="717"/>
                      <a:pt x="603" y="671"/>
                      <a:pt x="582" y="627"/>
                    </a:cubicBezTo>
                    <a:cubicBezTo>
                      <a:pt x="475" y="415"/>
                      <a:pt x="328" y="224"/>
                      <a:pt x="146" y="59"/>
                    </a:cubicBezTo>
                    <a:cubicBezTo>
                      <a:pt x="128" y="42"/>
                      <a:pt x="114" y="25"/>
                      <a:pt x="96" y="10"/>
                    </a:cubicBezTo>
                    <a:cubicBezTo>
                      <a:pt x="93" y="7"/>
                      <a:pt x="84" y="7"/>
                      <a:pt x="80" y="5"/>
                    </a:cubicBezTo>
                    <a:cubicBezTo>
                      <a:pt x="71" y="2"/>
                      <a:pt x="61" y="0"/>
                      <a:pt x="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
              <p:cNvSpPr/>
              <p:nvPr/>
            </p:nvSpPr>
            <p:spPr>
              <a:xfrm>
                <a:off x="1183602" y="2217899"/>
                <a:ext cx="398092" cy="407641"/>
              </a:xfrm>
              <a:custGeom>
                <a:rect b="b" l="l" r="r" t="t"/>
                <a:pathLst>
                  <a:path extrusionOk="0" h="17117" w="16716">
                    <a:moveTo>
                      <a:pt x="15311" y="1"/>
                    </a:moveTo>
                    <a:cubicBezTo>
                      <a:pt x="15295" y="1"/>
                      <a:pt x="15280" y="7"/>
                      <a:pt x="15269" y="18"/>
                    </a:cubicBezTo>
                    <a:cubicBezTo>
                      <a:pt x="14901" y="413"/>
                      <a:pt x="14680" y="945"/>
                      <a:pt x="14637" y="1487"/>
                    </a:cubicBezTo>
                    <a:cubicBezTo>
                      <a:pt x="14611" y="1810"/>
                      <a:pt x="14648" y="2136"/>
                      <a:pt x="14753" y="2439"/>
                    </a:cubicBezTo>
                    <a:cubicBezTo>
                      <a:pt x="14933" y="2964"/>
                      <a:pt x="15312" y="3411"/>
                      <a:pt x="15784" y="3705"/>
                    </a:cubicBezTo>
                    <a:cubicBezTo>
                      <a:pt x="14795" y="4520"/>
                      <a:pt x="11789" y="5393"/>
                      <a:pt x="8575" y="6050"/>
                    </a:cubicBezTo>
                    <a:cubicBezTo>
                      <a:pt x="5533" y="6671"/>
                      <a:pt x="2305" y="7098"/>
                      <a:pt x="430" y="7098"/>
                    </a:cubicBezTo>
                    <a:cubicBezTo>
                      <a:pt x="300" y="7098"/>
                      <a:pt x="176" y="7096"/>
                      <a:pt x="59" y="7092"/>
                    </a:cubicBezTo>
                    <a:cubicBezTo>
                      <a:pt x="56" y="7092"/>
                      <a:pt x="54" y="7095"/>
                      <a:pt x="49" y="7095"/>
                    </a:cubicBezTo>
                    <a:cubicBezTo>
                      <a:pt x="46" y="7095"/>
                      <a:pt x="41" y="7097"/>
                      <a:pt x="39" y="7097"/>
                    </a:cubicBezTo>
                    <a:cubicBezTo>
                      <a:pt x="30" y="7101"/>
                      <a:pt x="22" y="7106"/>
                      <a:pt x="15" y="7114"/>
                    </a:cubicBezTo>
                    <a:lnTo>
                      <a:pt x="13" y="7118"/>
                    </a:lnTo>
                    <a:cubicBezTo>
                      <a:pt x="13" y="7119"/>
                      <a:pt x="10" y="7119"/>
                      <a:pt x="9" y="7119"/>
                    </a:cubicBezTo>
                    <a:lnTo>
                      <a:pt x="9" y="7121"/>
                    </a:lnTo>
                    <a:lnTo>
                      <a:pt x="7" y="7122"/>
                    </a:lnTo>
                    <a:cubicBezTo>
                      <a:pt x="1" y="7135"/>
                      <a:pt x="1" y="7147"/>
                      <a:pt x="2" y="7160"/>
                    </a:cubicBezTo>
                    <a:cubicBezTo>
                      <a:pt x="2" y="7163"/>
                      <a:pt x="5" y="7166"/>
                      <a:pt x="7" y="7169"/>
                    </a:cubicBezTo>
                    <a:cubicBezTo>
                      <a:pt x="9" y="7174"/>
                      <a:pt x="9" y="7179"/>
                      <a:pt x="13" y="7184"/>
                    </a:cubicBezTo>
                    <a:cubicBezTo>
                      <a:pt x="365" y="7662"/>
                      <a:pt x="761" y="8216"/>
                      <a:pt x="1177" y="8816"/>
                    </a:cubicBezTo>
                    <a:cubicBezTo>
                      <a:pt x="1822" y="9745"/>
                      <a:pt x="2519" y="10775"/>
                      <a:pt x="3193" y="11803"/>
                    </a:cubicBezTo>
                    <a:cubicBezTo>
                      <a:pt x="3420" y="12146"/>
                      <a:pt x="3645" y="12492"/>
                      <a:pt x="3866" y="12832"/>
                    </a:cubicBezTo>
                    <a:cubicBezTo>
                      <a:pt x="3892" y="12874"/>
                      <a:pt x="3919" y="12915"/>
                      <a:pt x="3947" y="12955"/>
                    </a:cubicBezTo>
                    <a:cubicBezTo>
                      <a:pt x="4856" y="14359"/>
                      <a:pt x="5668" y="15660"/>
                      <a:pt x="6183" y="16543"/>
                    </a:cubicBezTo>
                    <a:cubicBezTo>
                      <a:pt x="6187" y="16551"/>
                      <a:pt x="6191" y="16559"/>
                      <a:pt x="6198" y="16567"/>
                    </a:cubicBezTo>
                    <a:cubicBezTo>
                      <a:pt x="6250" y="16657"/>
                      <a:pt x="6298" y="16741"/>
                      <a:pt x="6344" y="16822"/>
                    </a:cubicBezTo>
                    <a:cubicBezTo>
                      <a:pt x="6396" y="16916"/>
                      <a:pt x="6446" y="17007"/>
                      <a:pt x="6491" y="17086"/>
                    </a:cubicBezTo>
                    <a:cubicBezTo>
                      <a:pt x="6501" y="17104"/>
                      <a:pt x="6522" y="17117"/>
                      <a:pt x="6541" y="17117"/>
                    </a:cubicBezTo>
                    <a:cubicBezTo>
                      <a:pt x="6551" y="17117"/>
                      <a:pt x="6559" y="17114"/>
                      <a:pt x="6571" y="17109"/>
                    </a:cubicBezTo>
                    <a:cubicBezTo>
                      <a:pt x="6587" y="17101"/>
                      <a:pt x="6595" y="17084"/>
                      <a:pt x="6597" y="17068"/>
                    </a:cubicBezTo>
                    <a:cubicBezTo>
                      <a:pt x="6598" y="17055"/>
                      <a:pt x="6598" y="17041"/>
                      <a:pt x="6592" y="17029"/>
                    </a:cubicBezTo>
                    <a:cubicBezTo>
                      <a:pt x="6559" y="16971"/>
                      <a:pt x="6525" y="16908"/>
                      <a:pt x="6486" y="16841"/>
                    </a:cubicBezTo>
                    <a:cubicBezTo>
                      <a:pt x="6470" y="16812"/>
                      <a:pt x="6454" y="16781"/>
                      <a:pt x="6436" y="16754"/>
                    </a:cubicBezTo>
                    <a:cubicBezTo>
                      <a:pt x="5943" y="15888"/>
                      <a:pt x="5073" y="14487"/>
                      <a:pt x="4083" y="12955"/>
                    </a:cubicBezTo>
                    <a:lnTo>
                      <a:pt x="3924" y="12712"/>
                    </a:lnTo>
                    <a:cubicBezTo>
                      <a:pt x="3730" y="12412"/>
                      <a:pt x="3532" y="12109"/>
                      <a:pt x="3331" y="11803"/>
                    </a:cubicBezTo>
                    <a:cubicBezTo>
                      <a:pt x="2658" y="10782"/>
                      <a:pt x="1963" y="9748"/>
                      <a:pt x="1320" y="8821"/>
                    </a:cubicBezTo>
                    <a:cubicBezTo>
                      <a:pt x="955" y="8294"/>
                      <a:pt x="603" y="7801"/>
                      <a:pt x="286" y="7362"/>
                    </a:cubicBezTo>
                    <a:lnTo>
                      <a:pt x="286" y="7362"/>
                    </a:lnTo>
                    <a:cubicBezTo>
                      <a:pt x="882" y="7759"/>
                      <a:pt x="1412" y="8262"/>
                      <a:pt x="1840" y="8835"/>
                    </a:cubicBezTo>
                    <a:cubicBezTo>
                      <a:pt x="1882" y="8889"/>
                      <a:pt x="1923" y="8946"/>
                      <a:pt x="1963" y="9002"/>
                    </a:cubicBezTo>
                    <a:cubicBezTo>
                      <a:pt x="1976" y="9019"/>
                      <a:pt x="1992" y="9027"/>
                      <a:pt x="2010" y="9027"/>
                    </a:cubicBezTo>
                    <a:cubicBezTo>
                      <a:pt x="2021" y="9027"/>
                      <a:pt x="2033" y="9023"/>
                      <a:pt x="2043" y="9017"/>
                    </a:cubicBezTo>
                    <a:cubicBezTo>
                      <a:pt x="2049" y="9014"/>
                      <a:pt x="2049" y="9007"/>
                      <a:pt x="2052" y="9002"/>
                    </a:cubicBezTo>
                    <a:lnTo>
                      <a:pt x="2055" y="9001"/>
                    </a:lnTo>
                    <a:cubicBezTo>
                      <a:pt x="2067" y="8983"/>
                      <a:pt x="2072" y="8959"/>
                      <a:pt x="2057" y="8938"/>
                    </a:cubicBezTo>
                    <a:cubicBezTo>
                      <a:pt x="2034" y="8905"/>
                      <a:pt x="2008" y="8873"/>
                      <a:pt x="1984" y="8840"/>
                    </a:cubicBezTo>
                    <a:cubicBezTo>
                      <a:pt x="1521" y="8200"/>
                      <a:pt x="928" y="7644"/>
                      <a:pt x="265" y="7216"/>
                    </a:cubicBezTo>
                    <a:lnTo>
                      <a:pt x="265" y="7216"/>
                    </a:lnTo>
                    <a:cubicBezTo>
                      <a:pt x="318" y="7217"/>
                      <a:pt x="372" y="7218"/>
                      <a:pt x="428" y="7218"/>
                    </a:cubicBezTo>
                    <a:cubicBezTo>
                      <a:pt x="2280" y="7218"/>
                      <a:pt x="5446" y="6801"/>
                      <a:pt x="8460" y="6191"/>
                    </a:cubicBezTo>
                    <a:cubicBezTo>
                      <a:pt x="11784" y="5518"/>
                      <a:pt x="14917" y="4610"/>
                      <a:pt x="15893" y="3768"/>
                    </a:cubicBezTo>
                    <a:cubicBezTo>
                      <a:pt x="16128" y="3897"/>
                      <a:pt x="16384" y="3995"/>
                      <a:pt x="16649" y="4038"/>
                    </a:cubicBezTo>
                    <a:lnTo>
                      <a:pt x="16657" y="4038"/>
                    </a:lnTo>
                    <a:cubicBezTo>
                      <a:pt x="16685" y="4038"/>
                      <a:pt x="16709" y="4017"/>
                      <a:pt x="16714" y="3990"/>
                    </a:cubicBezTo>
                    <a:cubicBezTo>
                      <a:pt x="16716" y="3952"/>
                      <a:pt x="16695" y="3925"/>
                      <a:pt x="16662" y="3918"/>
                    </a:cubicBezTo>
                    <a:cubicBezTo>
                      <a:pt x="15850" y="3789"/>
                      <a:pt x="15128" y="3178"/>
                      <a:pt x="14860" y="2400"/>
                    </a:cubicBezTo>
                    <a:cubicBezTo>
                      <a:pt x="14755" y="2094"/>
                      <a:pt x="14724" y="1763"/>
                      <a:pt x="14758" y="1439"/>
                    </a:cubicBezTo>
                    <a:cubicBezTo>
                      <a:pt x="14810" y="941"/>
                      <a:pt x="15014" y="460"/>
                      <a:pt x="15353" y="97"/>
                    </a:cubicBezTo>
                    <a:cubicBezTo>
                      <a:pt x="15374" y="76"/>
                      <a:pt x="15372" y="39"/>
                      <a:pt x="15350" y="16"/>
                    </a:cubicBezTo>
                    <a:cubicBezTo>
                      <a:pt x="15339" y="6"/>
                      <a:pt x="15325" y="1"/>
                      <a:pt x="15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
              <p:cNvSpPr/>
              <p:nvPr/>
            </p:nvSpPr>
            <p:spPr>
              <a:xfrm>
                <a:off x="1445590" y="2958236"/>
                <a:ext cx="65515" cy="58204"/>
              </a:xfrm>
              <a:custGeom>
                <a:rect b="b" l="l" r="r" t="t"/>
                <a:pathLst>
                  <a:path extrusionOk="0" h="2444" w="2751">
                    <a:moveTo>
                      <a:pt x="2137" y="1"/>
                    </a:moveTo>
                    <a:cubicBezTo>
                      <a:pt x="2127" y="1"/>
                      <a:pt x="2117" y="3"/>
                      <a:pt x="2107" y="6"/>
                    </a:cubicBezTo>
                    <a:cubicBezTo>
                      <a:pt x="2104" y="6"/>
                      <a:pt x="2102" y="9"/>
                      <a:pt x="2101" y="9"/>
                    </a:cubicBezTo>
                    <a:cubicBezTo>
                      <a:pt x="1435" y="269"/>
                      <a:pt x="796" y="906"/>
                      <a:pt x="1119" y="1862"/>
                    </a:cubicBezTo>
                    <a:lnTo>
                      <a:pt x="0" y="2295"/>
                    </a:lnTo>
                    <a:lnTo>
                      <a:pt x="67" y="2444"/>
                    </a:lnTo>
                    <a:lnTo>
                      <a:pt x="2687" y="1432"/>
                    </a:lnTo>
                    <a:cubicBezTo>
                      <a:pt x="2731" y="1416"/>
                      <a:pt x="2751" y="1371"/>
                      <a:pt x="2734" y="1329"/>
                    </a:cubicBezTo>
                    <a:cubicBezTo>
                      <a:pt x="2722" y="1295"/>
                      <a:pt x="2691" y="1275"/>
                      <a:pt x="2658" y="1275"/>
                    </a:cubicBezTo>
                    <a:cubicBezTo>
                      <a:pt x="2649" y="1275"/>
                      <a:pt x="2639" y="1276"/>
                      <a:pt x="2629" y="1280"/>
                    </a:cubicBezTo>
                    <a:lnTo>
                      <a:pt x="1269" y="1804"/>
                    </a:lnTo>
                    <a:cubicBezTo>
                      <a:pt x="989" y="958"/>
                      <a:pt x="1537" y="400"/>
                      <a:pt x="2166" y="159"/>
                    </a:cubicBezTo>
                    <a:cubicBezTo>
                      <a:pt x="2167" y="159"/>
                      <a:pt x="2167" y="157"/>
                      <a:pt x="2169" y="157"/>
                    </a:cubicBezTo>
                    <a:cubicBezTo>
                      <a:pt x="2208" y="139"/>
                      <a:pt x="2227" y="94"/>
                      <a:pt x="2213" y="53"/>
                    </a:cubicBezTo>
                    <a:cubicBezTo>
                      <a:pt x="2200" y="21"/>
                      <a:pt x="2169" y="1"/>
                      <a:pt x="21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
              <p:cNvSpPr/>
              <p:nvPr/>
            </p:nvSpPr>
            <p:spPr>
              <a:xfrm>
                <a:off x="1338899" y="3017035"/>
                <a:ext cx="97499" cy="40200"/>
              </a:xfrm>
              <a:custGeom>
                <a:rect b="b" l="l" r="r" t="t"/>
                <a:pathLst>
                  <a:path extrusionOk="0" h="1688" w="4094">
                    <a:moveTo>
                      <a:pt x="4027" y="1"/>
                    </a:moveTo>
                    <a:lnTo>
                      <a:pt x="90" y="1519"/>
                    </a:lnTo>
                    <a:lnTo>
                      <a:pt x="64" y="1529"/>
                    </a:lnTo>
                    <a:cubicBezTo>
                      <a:pt x="20" y="1545"/>
                      <a:pt x="1" y="1592"/>
                      <a:pt x="17" y="1634"/>
                    </a:cubicBezTo>
                    <a:cubicBezTo>
                      <a:pt x="29" y="1667"/>
                      <a:pt x="59" y="1688"/>
                      <a:pt x="93" y="1688"/>
                    </a:cubicBezTo>
                    <a:cubicBezTo>
                      <a:pt x="100" y="1688"/>
                      <a:pt x="105" y="1684"/>
                      <a:pt x="110" y="1684"/>
                    </a:cubicBezTo>
                    <a:cubicBezTo>
                      <a:pt x="114" y="1684"/>
                      <a:pt x="121" y="1684"/>
                      <a:pt x="124" y="1683"/>
                    </a:cubicBezTo>
                    <a:lnTo>
                      <a:pt x="4093" y="151"/>
                    </a:lnTo>
                    <a:lnTo>
                      <a:pt x="4027" y="1"/>
                    </a:ln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
              <p:cNvSpPr/>
              <p:nvPr/>
            </p:nvSpPr>
            <p:spPr>
              <a:xfrm>
                <a:off x="1407082" y="2973287"/>
                <a:ext cx="10812" cy="5978"/>
              </a:xfrm>
              <a:custGeom>
                <a:rect b="b" l="l" r="r" t="t"/>
                <a:pathLst>
                  <a:path extrusionOk="0" h="251" w="454">
                    <a:moveTo>
                      <a:pt x="84" y="1"/>
                    </a:moveTo>
                    <a:cubicBezTo>
                      <a:pt x="44" y="1"/>
                      <a:pt x="9" y="31"/>
                      <a:pt x="5" y="74"/>
                    </a:cubicBezTo>
                    <a:cubicBezTo>
                      <a:pt x="0" y="115"/>
                      <a:pt x="26" y="151"/>
                      <a:pt x="65" y="162"/>
                    </a:cubicBezTo>
                    <a:cubicBezTo>
                      <a:pt x="66" y="161"/>
                      <a:pt x="68" y="160"/>
                      <a:pt x="69" y="160"/>
                    </a:cubicBezTo>
                    <a:cubicBezTo>
                      <a:pt x="72" y="160"/>
                      <a:pt x="74" y="162"/>
                      <a:pt x="78" y="163"/>
                    </a:cubicBezTo>
                    <a:cubicBezTo>
                      <a:pt x="207" y="178"/>
                      <a:pt x="332" y="207"/>
                      <a:pt x="454" y="251"/>
                    </a:cubicBezTo>
                    <a:lnTo>
                      <a:pt x="366" y="52"/>
                    </a:lnTo>
                    <a:cubicBezTo>
                      <a:pt x="290" y="32"/>
                      <a:pt x="212" y="18"/>
                      <a:pt x="135" y="8"/>
                    </a:cubicBezTo>
                    <a:cubicBezTo>
                      <a:pt x="122" y="5"/>
                      <a:pt x="110" y="1"/>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
              <p:cNvSpPr/>
              <p:nvPr/>
            </p:nvSpPr>
            <p:spPr>
              <a:xfrm>
                <a:off x="1398770" y="2985481"/>
                <a:ext cx="23482" cy="11931"/>
              </a:xfrm>
              <a:custGeom>
                <a:rect b="b" l="l" r="r" t="t"/>
                <a:pathLst>
                  <a:path extrusionOk="0" h="501" w="986">
                    <a:moveTo>
                      <a:pt x="84" y="1"/>
                    </a:moveTo>
                    <a:cubicBezTo>
                      <a:pt x="43" y="1"/>
                      <a:pt x="10" y="31"/>
                      <a:pt x="5" y="73"/>
                    </a:cubicBezTo>
                    <a:cubicBezTo>
                      <a:pt x="1" y="105"/>
                      <a:pt x="17" y="134"/>
                      <a:pt x="43" y="151"/>
                    </a:cubicBezTo>
                    <a:cubicBezTo>
                      <a:pt x="54" y="157"/>
                      <a:pt x="64" y="162"/>
                      <a:pt x="75" y="164"/>
                    </a:cubicBezTo>
                    <a:cubicBezTo>
                      <a:pt x="356" y="203"/>
                      <a:pt x="621" y="311"/>
                      <a:pt x="845" y="483"/>
                    </a:cubicBezTo>
                    <a:cubicBezTo>
                      <a:pt x="858" y="496"/>
                      <a:pt x="874" y="501"/>
                      <a:pt x="892" y="501"/>
                    </a:cubicBezTo>
                    <a:cubicBezTo>
                      <a:pt x="916" y="501"/>
                      <a:pt x="941" y="489"/>
                      <a:pt x="957" y="468"/>
                    </a:cubicBezTo>
                    <a:cubicBezTo>
                      <a:pt x="986" y="431"/>
                      <a:pt x="978" y="381"/>
                      <a:pt x="942" y="353"/>
                    </a:cubicBezTo>
                    <a:cubicBezTo>
                      <a:pt x="714" y="178"/>
                      <a:pt x="443" y="63"/>
                      <a:pt x="159" y="13"/>
                    </a:cubicBezTo>
                    <a:cubicBezTo>
                      <a:pt x="138" y="10"/>
                      <a:pt x="116" y="3"/>
                      <a:pt x="96" y="2"/>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
              <p:cNvSpPr/>
              <p:nvPr/>
            </p:nvSpPr>
            <p:spPr>
              <a:xfrm>
                <a:off x="1388577" y="2996150"/>
                <a:ext cx="20981" cy="12312"/>
              </a:xfrm>
              <a:custGeom>
                <a:rect b="b" l="l" r="r" t="t"/>
                <a:pathLst>
                  <a:path extrusionOk="0" h="517" w="881">
                    <a:moveTo>
                      <a:pt x="91" y="0"/>
                    </a:moveTo>
                    <a:cubicBezTo>
                      <a:pt x="58" y="0"/>
                      <a:pt x="26" y="21"/>
                      <a:pt x="14" y="53"/>
                    </a:cubicBezTo>
                    <a:cubicBezTo>
                      <a:pt x="1" y="85"/>
                      <a:pt x="12" y="121"/>
                      <a:pt x="38" y="143"/>
                    </a:cubicBezTo>
                    <a:cubicBezTo>
                      <a:pt x="44" y="150"/>
                      <a:pt x="53" y="155"/>
                      <a:pt x="61" y="158"/>
                    </a:cubicBezTo>
                    <a:cubicBezTo>
                      <a:pt x="299" y="249"/>
                      <a:pt x="527" y="365"/>
                      <a:pt x="743" y="503"/>
                    </a:cubicBezTo>
                    <a:cubicBezTo>
                      <a:pt x="758" y="511"/>
                      <a:pt x="771" y="516"/>
                      <a:pt x="787" y="516"/>
                    </a:cubicBezTo>
                    <a:cubicBezTo>
                      <a:pt x="814" y="516"/>
                      <a:pt x="840" y="503"/>
                      <a:pt x="856" y="479"/>
                    </a:cubicBezTo>
                    <a:cubicBezTo>
                      <a:pt x="881" y="442"/>
                      <a:pt x="869" y="390"/>
                      <a:pt x="832" y="365"/>
                    </a:cubicBezTo>
                    <a:cubicBezTo>
                      <a:pt x="621" y="231"/>
                      <a:pt x="396" y="114"/>
                      <a:pt x="161" y="24"/>
                    </a:cubicBezTo>
                    <a:cubicBezTo>
                      <a:pt x="147" y="17"/>
                      <a:pt x="134" y="9"/>
                      <a:pt x="119" y="6"/>
                    </a:cubicBezTo>
                    <a:cubicBezTo>
                      <a:pt x="110" y="2"/>
                      <a:pt x="100" y="0"/>
                      <a:pt x="9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
              <p:cNvSpPr/>
              <p:nvPr/>
            </p:nvSpPr>
            <p:spPr>
              <a:xfrm>
                <a:off x="1258095" y="2693628"/>
                <a:ext cx="172302" cy="98951"/>
              </a:xfrm>
              <a:custGeom>
                <a:rect b="b" l="l" r="r" t="t"/>
                <a:pathLst>
                  <a:path extrusionOk="0" h="4155" w="7235">
                    <a:moveTo>
                      <a:pt x="6618" y="1"/>
                    </a:moveTo>
                    <a:cubicBezTo>
                      <a:pt x="6609" y="1"/>
                      <a:pt x="6599" y="2"/>
                      <a:pt x="6590" y="6"/>
                    </a:cubicBezTo>
                    <a:cubicBezTo>
                      <a:pt x="6588" y="6"/>
                      <a:pt x="6587" y="8"/>
                      <a:pt x="6585" y="8"/>
                    </a:cubicBezTo>
                    <a:cubicBezTo>
                      <a:pt x="6190" y="162"/>
                      <a:pt x="5872" y="411"/>
                      <a:pt x="5690" y="713"/>
                    </a:cubicBezTo>
                    <a:cubicBezTo>
                      <a:pt x="5609" y="847"/>
                      <a:pt x="5558" y="992"/>
                      <a:pt x="5532" y="1141"/>
                    </a:cubicBezTo>
                    <a:lnTo>
                      <a:pt x="5532" y="1145"/>
                    </a:lnTo>
                    <a:cubicBezTo>
                      <a:pt x="5493" y="1372"/>
                      <a:pt x="5517" y="1614"/>
                      <a:pt x="5600" y="1863"/>
                    </a:cubicBezTo>
                    <a:lnTo>
                      <a:pt x="2441" y="3082"/>
                    </a:lnTo>
                    <a:lnTo>
                      <a:pt x="958" y="3653"/>
                    </a:lnTo>
                    <a:lnTo>
                      <a:pt x="89" y="3986"/>
                    </a:lnTo>
                    <a:lnTo>
                      <a:pt x="64" y="3998"/>
                    </a:lnTo>
                    <a:cubicBezTo>
                      <a:pt x="21" y="4014"/>
                      <a:pt x="0" y="4061"/>
                      <a:pt x="17" y="4103"/>
                    </a:cubicBezTo>
                    <a:cubicBezTo>
                      <a:pt x="30" y="4136"/>
                      <a:pt x="59" y="4155"/>
                      <a:pt x="94" y="4155"/>
                    </a:cubicBezTo>
                    <a:cubicBezTo>
                      <a:pt x="99" y="4155"/>
                      <a:pt x="104" y="4153"/>
                      <a:pt x="111" y="4153"/>
                    </a:cubicBezTo>
                    <a:cubicBezTo>
                      <a:pt x="114" y="4153"/>
                      <a:pt x="120" y="4153"/>
                      <a:pt x="124" y="4152"/>
                    </a:cubicBezTo>
                    <a:lnTo>
                      <a:pt x="1086" y="3781"/>
                    </a:lnTo>
                    <a:lnTo>
                      <a:pt x="2519" y="3228"/>
                    </a:lnTo>
                    <a:lnTo>
                      <a:pt x="5734" y="1987"/>
                    </a:lnTo>
                    <a:lnTo>
                      <a:pt x="5791" y="1964"/>
                    </a:lnTo>
                    <a:lnTo>
                      <a:pt x="5793" y="1964"/>
                    </a:lnTo>
                    <a:lnTo>
                      <a:pt x="7172" y="1431"/>
                    </a:lnTo>
                    <a:cubicBezTo>
                      <a:pt x="7214" y="1415"/>
                      <a:pt x="7235" y="1368"/>
                      <a:pt x="7219" y="1325"/>
                    </a:cubicBezTo>
                    <a:cubicBezTo>
                      <a:pt x="7206" y="1293"/>
                      <a:pt x="7175" y="1273"/>
                      <a:pt x="7143" y="1273"/>
                    </a:cubicBezTo>
                    <a:cubicBezTo>
                      <a:pt x="7133" y="1273"/>
                      <a:pt x="7123" y="1275"/>
                      <a:pt x="7113" y="1278"/>
                    </a:cubicBezTo>
                    <a:lnTo>
                      <a:pt x="5754" y="1803"/>
                    </a:lnTo>
                    <a:cubicBezTo>
                      <a:pt x="5630" y="1432"/>
                      <a:pt x="5655" y="1092"/>
                      <a:pt x="5833" y="797"/>
                    </a:cubicBezTo>
                    <a:cubicBezTo>
                      <a:pt x="5995" y="525"/>
                      <a:pt x="6285" y="298"/>
                      <a:pt x="6650" y="159"/>
                    </a:cubicBezTo>
                    <a:cubicBezTo>
                      <a:pt x="6651" y="159"/>
                      <a:pt x="6651" y="157"/>
                      <a:pt x="6653" y="157"/>
                    </a:cubicBezTo>
                    <a:cubicBezTo>
                      <a:pt x="6692" y="137"/>
                      <a:pt x="6711" y="94"/>
                      <a:pt x="6695" y="53"/>
                    </a:cubicBezTo>
                    <a:cubicBezTo>
                      <a:pt x="6683" y="21"/>
                      <a:pt x="6651" y="1"/>
                      <a:pt x="6618"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
              <p:cNvSpPr/>
              <p:nvPr/>
            </p:nvSpPr>
            <p:spPr>
              <a:xfrm>
                <a:off x="1326372" y="2708655"/>
                <a:ext cx="25292" cy="11836"/>
              </a:xfrm>
              <a:custGeom>
                <a:rect b="b" l="l" r="r" t="t"/>
                <a:pathLst>
                  <a:path extrusionOk="0" h="497" w="1062">
                    <a:moveTo>
                      <a:pt x="87" y="0"/>
                    </a:moveTo>
                    <a:cubicBezTo>
                      <a:pt x="45" y="0"/>
                      <a:pt x="10" y="31"/>
                      <a:pt x="7" y="74"/>
                    </a:cubicBezTo>
                    <a:cubicBezTo>
                      <a:pt x="0" y="113"/>
                      <a:pt x="26" y="148"/>
                      <a:pt x="65" y="160"/>
                    </a:cubicBezTo>
                    <a:cubicBezTo>
                      <a:pt x="68" y="161"/>
                      <a:pt x="73" y="164"/>
                      <a:pt x="76" y="164"/>
                    </a:cubicBezTo>
                    <a:cubicBezTo>
                      <a:pt x="379" y="198"/>
                      <a:pt x="671" y="307"/>
                      <a:pt x="922" y="482"/>
                    </a:cubicBezTo>
                    <a:cubicBezTo>
                      <a:pt x="935" y="492"/>
                      <a:pt x="952" y="497"/>
                      <a:pt x="968" y="497"/>
                    </a:cubicBezTo>
                    <a:cubicBezTo>
                      <a:pt x="995" y="497"/>
                      <a:pt x="1020" y="484"/>
                      <a:pt x="1036" y="461"/>
                    </a:cubicBezTo>
                    <a:cubicBezTo>
                      <a:pt x="1062" y="425"/>
                      <a:pt x="1052" y="375"/>
                      <a:pt x="1015" y="348"/>
                    </a:cubicBezTo>
                    <a:cubicBezTo>
                      <a:pt x="754" y="166"/>
                      <a:pt x="449" y="51"/>
                      <a:pt x="133" y="7"/>
                    </a:cubicBezTo>
                    <a:cubicBezTo>
                      <a:pt x="122" y="6"/>
                      <a:pt x="107" y="1"/>
                      <a:pt x="96" y="1"/>
                    </a:cubicBezTo>
                    <a:cubicBezTo>
                      <a:pt x="93" y="0"/>
                      <a:pt x="90" y="0"/>
                      <a:pt x="87"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
              <p:cNvSpPr/>
              <p:nvPr/>
            </p:nvSpPr>
            <p:spPr>
              <a:xfrm>
                <a:off x="1318109" y="2720872"/>
                <a:ext cx="23482" cy="11908"/>
              </a:xfrm>
              <a:custGeom>
                <a:rect b="b" l="l" r="r" t="t"/>
                <a:pathLst>
                  <a:path extrusionOk="0" h="500" w="986">
                    <a:moveTo>
                      <a:pt x="84" y="1"/>
                    </a:moveTo>
                    <a:cubicBezTo>
                      <a:pt x="44" y="1"/>
                      <a:pt x="10" y="31"/>
                      <a:pt x="5" y="71"/>
                    </a:cubicBezTo>
                    <a:cubicBezTo>
                      <a:pt x="0" y="105"/>
                      <a:pt x="17" y="134"/>
                      <a:pt x="43" y="151"/>
                    </a:cubicBezTo>
                    <a:cubicBezTo>
                      <a:pt x="47" y="157"/>
                      <a:pt x="59" y="162"/>
                      <a:pt x="72" y="164"/>
                    </a:cubicBezTo>
                    <a:cubicBezTo>
                      <a:pt x="351" y="202"/>
                      <a:pt x="616" y="311"/>
                      <a:pt x="842" y="483"/>
                    </a:cubicBezTo>
                    <a:cubicBezTo>
                      <a:pt x="856" y="496"/>
                      <a:pt x="874" y="499"/>
                      <a:pt x="892" y="499"/>
                    </a:cubicBezTo>
                    <a:cubicBezTo>
                      <a:pt x="916" y="499"/>
                      <a:pt x="940" y="489"/>
                      <a:pt x="957" y="467"/>
                    </a:cubicBezTo>
                    <a:cubicBezTo>
                      <a:pt x="986" y="431"/>
                      <a:pt x="978" y="381"/>
                      <a:pt x="942" y="353"/>
                    </a:cubicBezTo>
                    <a:cubicBezTo>
                      <a:pt x="714" y="178"/>
                      <a:pt x="443" y="61"/>
                      <a:pt x="159" y="13"/>
                    </a:cubicBezTo>
                    <a:cubicBezTo>
                      <a:pt x="138" y="10"/>
                      <a:pt x="116" y="3"/>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
              <p:cNvSpPr/>
              <p:nvPr/>
            </p:nvSpPr>
            <p:spPr>
              <a:xfrm>
                <a:off x="1307916" y="2731422"/>
                <a:ext cx="20981" cy="12336"/>
              </a:xfrm>
              <a:custGeom>
                <a:rect b="b" l="l" r="r" t="t"/>
                <a:pathLst>
                  <a:path extrusionOk="0" h="518" w="881">
                    <a:moveTo>
                      <a:pt x="89" y="0"/>
                    </a:moveTo>
                    <a:cubicBezTo>
                      <a:pt x="56" y="0"/>
                      <a:pt x="26" y="20"/>
                      <a:pt x="14" y="53"/>
                    </a:cubicBezTo>
                    <a:cubicBezTo>
                      <a:pt x="1" y="85"/>
                      <a:pt x="10" y="121"/>
                      <a:pt x="38" y="144"/>
                    </a:cubicBezTo>
                    <a:cubicBezTo>
                      <a:pt x="44" y="152"/>
                      <a:pt x="49" y="158"/>
                      <a:pt x="61" y="160"/>
                    </a:cubicBezTo>
                    <a:cubicBezTo>
                      <a:pt x="299" y="250"/>
                      <a:pt x="527" y="369"/>
                      <a:pt x="743" y="507"/>
                    </a:cubicBezTo>
                    <a:cubicBezTo>
                      <a:pt x="757" y="515"/>
                      <a:pt x="770" y="518"/>
                      <a:pt x="787" y="518"/>
                    </a:cubicBezTo>
                    <a:cubicBezTo>
                      <a:pt x="814" y="518"/>
                      <a:pt x="840" y="507"/>
                      <a:pt x="856" y="482"/>
                    </a:cubicBezTo>
                    <a:cubicBezTo>
                      <a:pt x="881" y="443"/>
                      <a:pt x="871" y="393"/>
                      <a:pt x="832" y="369"/>
                    </a:cubicBezTo>
                    <a:cubicBezTo>
                      <a:pt x="621" y="233"/>
                      <a:pt x="396" y="118"/>
                      <a:pt x="161" y="24"/>
                    </a:cubicBezTo>
                    <a:cubicBezTo>
                      <a:pt x="146" y="19"/>
                      <a:pt x="133" y="11"/>
                      <a:pt x="119" y="6"/>
                    </a:cubicBezTo>
                    <a:cubicBezTo>
                      <a:pt x="109" y="2"/>
                      <a:pt x="99" y="0"/>
                      <a:pt x="89"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
              <p:cNvSpPr/>
              <p:nvPr/>
            </p:nvSpPr>
            <p:spPr>
              <a:xfrm>
                <a:off x="1469167" y="2961928"/>
                <a:ext cx="39057" cy="39271"/>
              </a:xfrm>
              <a:custGeom>
                <a:rect b="b" l="l" r="r" t="t"/>
                <a:pathLst>
                  <a:path extrusionOk="0" h="1649" w="1640">
                    <a:moveTo>
                      <a:pt x="1179" y="0"/>
                    </a:moveTo>
                    <a:cubicBezTo>
                      <a:pt x="1177" y="0"/>
                      <a:pt x="1177" y="2"/>
                      <a:pt x="1176" y="2"/>
                    </a:cubicBezTo>
                    <a:cubicBezTo>
                      <a:pt x="550" y="245"/>
                      <a:pt x="1" y="803"/>
                      <a:pt x="283" y="1649"/>
                    </a:cubicBezTo>
                    <a:lnTo>
                      <a:pt x="1639" y="1125"/>
                    </a:lnTo>
                    <a:cubicBezTo>
                      <a:pt x="1500" y="757"/>
                      <a:pt x="1344" y="363"/>
                      <a:pt x="1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
              <p:cNvSpPr/>
              <p:nvPr/>
            </p:nvSpPr>
            <p:spPr>
              <a:xfrm>
                <a:off x="1447162" y="2992387"/>
                <a:ext cx="65682" cy="32317"/>
              </a:xfrm>
              <a:custGeom>
                <a:rect b="b" l="l" r="r" t="t"/>
                <a:pathLst>
                  <a:path extrusionOk="0" h="1357" w="2758">
                    <a:moveTo>
                      <a:pt x="2621" y="0"/>
                    </a:moveTo>
                    <a:lnTo>
                      <a:pt x="1" y="1010"/>
                    </a:lnTo>
                    <a:lnTo>
                      <a:pt x="155" y="1356"/>
                    </a:lnTo>
                    <a:lnTo>
                      <a:pt x="2758" y="353"/>
                    </a:lnTo>
                    <a:cubicBezTo>
                      <a:pt x="2715" y="243"/>
                      <a:pt x="2668" y="123"/>
                      <a:pt x="26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
              <p:cNvSpPr/>
              <p:nvPr/>
            </p:nvSpPr>
            <p:spPr>
              <a:xfrm>
                <a:off x="1328683" y="2847639"/>
                <a:ext cx="166991" cy="165324"/>
              </a:xfrm>
              <a:custGeom>
                <a:rect b="b" l="l" r="r" t="t"/>
                <a:pathLst>
                  <a:path extrusionOk="0" h="6942" w="7012">
                    <a:moveTo>
                      <a:pt x="2456" y="1"/>
                    </a:moveTo>
                    <a:cubicBezTo>
                      <a:pt x="2331" y="1"/>
                      <a:pt x="2213" y="12"/>
                      <a:pt x="2094" y="30"/>
                    </a:cubicBezTo>
                    <a:lnTo>
                      <a:pt x="2419" y="715"/>
                    </a:lnTo>
                    <a:lnTo>
                      <a:pt x="2453" y="788"/>
                    </a:lnTo>
                    <a:lnTo>
                      <a:pt x="2456" y="788"/>
                    </a:lnTo>
                    <a:cubicBezTo>
                      <a:pt x="2921" y="788"/>
                      <a:pt x="3342" y="981"/>
                      <a:pt x="3644" y="1289"/>
                    </a:cubicBezTo>
                    <a:cubicBezTo>
                      <a:pt x="3715" y="1359"/>
                      <a:pt x="3778" y="1438"/>
                      <a:pt x="3835" y="1521"/>
                    </a:cubicBezTo>
                    <a:cubicBezTo>
                      <a:pt x="3906" y="1626"/>
                      <a:pt x="3965" y="1743"/>
                      <a:pt x="4012" y="1861"/>
                    </a:cubicBezTo>
                    <a:cubicBezTo>
                      <a:pt x="4081" y="2046"/>
                      <a:pt x="4122" y="2247"/>
                      <a:pt x="4122" y="2458"/>
                    </a:cubicBezTo>
                    <a:cubicBezTo>
                      <a:pt x="4122" y="2658"/>
                      <a:pt x="4086" y="2848"/>
                      <a:pt x="4021" y="3026"/>
                    </a:cubicBezTo>
                    <a:cubicBezTo>
                      <a:pt x="3914" y="3318"/>
                      <a:pt x="3730" y="3571"/>
                      <a:pt x="3493" y="3762"/>
                    </a:cubicBezTo>
                    <a:cubicBezTo>
                      <a:pt x="3465" y="3782"/>
                      <a:pt x="3440" y="3803"/>
                      <a:pt x="3414" y="3820"/>
                    </a:cubicBezTo>
                    <a:cubicBezTo>
                      <a:pt x="3308" y="3895"/>
                      <a:pt x="3193" y="3958"/>
                      <a:pt x="3068" y="4007"/>
                    </a:cubicBezTo>
                    <a:cubicBezTo>
                      <a:pt x="2879" y="4081"/>
                      <a:pt x="2671" y="4125"/>
                      <a:pt x="2456" y="4125"/>
                    </a:cubicBezTo>
                    <a:cubicBezTo>
                      <a:pt x="1535" y="4125"/>
                      <a:pt x="787" y="3375"/>
                      <a:pt x="787" y="2456"/>
                    </a:cubicBezTo>
                    <a:cubicBezTo>
                      <a:pt x="787" y="2206"/>
                      <a:pt x="843" y="1970"/>
                      <a:pt x="940" y="1759"/>
                    </a:cubicBezTo>
                    <a:cubicBezTo>
                      <a:pt x="1112" y="1386"/>
                      <a:pt x="1415" y="1088"/>
                      <a:pt x="1793" y="924"/>
                    </a:cubicBezTo>
                    <a:cubicBezTo>
                      <a:pt x="1843" y="902"/>
                      <a:pt x="1897" y="881"/>
                      <a:pt x="1950" y="864"/>
                    </a:cubicBezTo>
                    <a:lnTo>
                      <a:pt x="1926" y="813"/>
                    </a:lnTo>
                    <a:lnTo>
                      <a:pt x="1615" y="151"/>
                    </a:lnTo>
                    <a:cubicBezTo>
                      <a:pt x="1548" y="176"/>
                      <a:pt x="1480" y="205"/>
                      <a:pt x="1415" y="236"/>
                    </a:cubicBezTo>
                    <a:cubicBezTo>
                      <a:pt x="1333" y="273"/>
                      <a:pt x="1253" y="317"/>
                      <a:pt x="1177" y="365"/>
                    </a:cubicBezTo>
                    <a:cubicBezTo>
                      <a:pt x="845" y="569"/>
                      <a:pt x="564" y="848"/>
                      <a:pt x="362" y="1180"/>
                    </a:cubicBezTo>
                    <a:cubicBezTo>
                      <a:pt x="135" y="1553"/>
                      <a:pt x="1" y="1989"/>
                      <a:pt x="1" y="2458"/>
                    </a:cubicBezTo>
                    <a:cubicBezTo>
                      <a:pt x="1" y="3811"/>
                      <a:pt x="1103" y="4913"/>
                      <a:pt x="2456" y="4913"/>
                    </a:cubicBezTo>
                    <a:cubicBezTo>
                      <a:pt x="2710" y="4913"/>
                      <a:pt x="2955" y="4874"/>
                      <a:pt x="3187" y="4801"/>
                    </a:cubicBezTo>
                    <a:cubicBezTo>
                      <a:pt x="3245" y="4935"/>
                      <a:pt x="3341" y="5073"/>
                      <a:pt x="3454" y="5190"/>
                    </a:cubicBezTo>
                    <a:cubicBezTo>
                      <a:pt x="3448" y="5221"/>
                      <a:pt x="3436" y="5255"/>
                      <a:pt x="3423" y="5287"/>
                    </a:cubicBezTo>
                    <a:cubicBezTo>
                      <a:pt x="3503" y="5297"/>
                      <a:pt x="3579" y="5311"/>
                      <a:pt x="3657" y="5333"/>
                    </a:cubicBezTo>
                    <a:lnTo>
                      <a:pt x="3388" y="4726"/>
                    </a:lnTo>
                    <a:cubicBezTo>
                      <a:pt x="3535" y="4665"/>
                      <a:pt x="3675" y="4590"/>
                      <a:pt x="3806" y="4503"/>
                    </a:cubicBezTo>
                    <a:cubicBezTo>
                      <a:pt x="3811" y="4501"/>
                      <a:pt x="3814" y="4500"/>
                      <a:pt x="3819" y="4495"/>
                    </a:cubicBezTo>
                    <a:lnTo>
                      <a:pt x="3871" y="4615"/>
                    </a:lnTo>
                    <a:lnTo>
                      <a:pt x="4908" y="6942"/>
                    </a:lnTo>
                    <a:lnTo>
                      <a:pt x="6026" y="6511"/>
                    </a:lnTo>
                    <a:cubicBezTo>
                      <a:pt x="5705" y="5548"/>
                      <a:pt x="6345" y="4913"/>
                      <a:pt x="7011" y="4653"/>
                    </a:cubicBezTo>
                    <a:cubicBezTo>
                      <a:pt x="6722" y="4043"/>
                      <a:pt x="6411" y="3567"/>
                      <a:pt x="6113" y="3567"/>
                    </a:cubicBezTo>
                    <a:cubicBezTo>
                      <a:pt x="6080" y="3567"/>
                      <a:pt x="6046" y="3573"/>
                      <a:pt x="6013" y="3585"/>
                    </a:cubicBezTo>
                    <a:cubicBezTo>
                      <a:pt x="5788" y="3673"/>
                      <a:pt x="5952" y="4005"/>
                      <a:pt x="5960" y="4333"/>
                    </a:cubicBezTo>
                    <a:cubicBezTo>
                      <a:pt x="5966" y="4564"/>
                      <a:pt x="5893" y="4791"/>
                      <a:pt x="5545" y="4924"/>
                    </a:cubicBezTo>
                    <a:cubicBezTo>
                      <a:pt x="5454" y="4959"/>
                      <a:pt x="5364" y="4974"/>
                      <a:pt x="5278" y="4974"/>
                    </a:cubicBezTo>
                    <a:cubicBezTo>
                      <a:pt x="4962" y="4974"/>
                      <a:pt x="4697" y="4777"/>
                      <a:pt x="4631" y="4692"/>
                    </a:cubicBezTo>
                    <a:cubicBezTo>
                      <a:pt x="4574" y="4618"/>
                      <a:pt x="4412" y="4396"/>
                      <a:pt x="4112" y="4258"/>
                    </a:cubicBezTo>
                    <a:cubicBezTo>
                      <a:pt x="4467" y="3932"/>
                      <a:pt x="4725" y="3504"/>
                      <a:pt x="4840" y="3020"/>
                    </a:cubicBezTo>
                    <a:cubicBezTo>
                      <a:pt x="4882" y="2838"/>
                      <a:pt x="4908" y="2650"/>
                      <a:pt x="4908" y="2456"/>
                    </a:cubicBezTo>
                    <a:cubicBezTo>
                      <a:pt x="4908" y="2253"/>
                      <a:pt x="4880" y="2056"/>
                      <a:pt x="4833" y="1868"/>
                    </a:cubicBezTo>
                    <a:cubicBezTo>
                      <a:pt x="4777" y="1641"/>
                      <a:pt x="4692" y="1428"/>
                      <a:pt x="4579" y="1232"/>
                    </a:cubicBezTo>
                    <a:cubicBezTo>
                      <a:pt x="4422" y="962"/>
                      <a:pt x="4219" y="727"/>
                      <a:pt x="3979" y="535"/>
                    </a:cubicBezTo>
                    <a:cubicBezTo>
                      <a:pt x="3679" y="296"/>
                      <a:pt x="3323" y="125"/>
                      <a:pt x="2934" y="49"/>
                    </a:cubicBezTo>
                    <a:cubicBezTo>
                      <a:pt x="2777" y="18"/>
                      <a:pt x="2619" y="1"/>
                      <a:pt x="24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
              <p:cNvSpPr/>
              <p:nvPr/>
            </p:nvSpPr>
            <p:spPr>
              <a:xfrm>
                <a:off x="1340685" y="2977050"/>
                <a:ext cx="94045" cy="76208"/>
              </a:xfrm>
              <a:custGeom>
                <a:rect b="b" l="l" r="r" t="t"/>
                <a:pathLst>
                  <a:path extrusionOk="0" h="3200" w="3949">
                    <a:moveTo>
                      <a:pt x="2853" y="1"/>
                    </a:moveTo>
                    <a:cubicBezTo>
                      <a:pt x="2790" y="116"/>
                      <a:pt x="2704" y="240"/>
                      <a:pt x="2595" y="370"/>
                    </a:cubicBezTo>
                    <a:cubicBezTo>
                      <a:pt x="2879" y="419"/>
                      <a:pt x="3151" y="534"/>
                      <a:pt x="3380" y="710"/>
                    </a:cubicBezTo>
                    <a:cubicBezTo>
                      <a:pt x="3417" y="738"/>
                      <a:pt x="3422" y="788"/>
                      <a:pt x="3394" y="824"/>
                    </a:cubicBezTo>
                    <a:cubicBezTo>
                      <a:pt x="3378" y="843"/>
                      <a:pt x="3354" y="856"/>
                      <a:pt x="3329" y="856"/>
                    </a:cubicBezTo>
                    <a:cubicBezTo>
                      <a:pt x="3311" y="856"/>
                      <a:pt x="3295" y="850"/>
                      <a:pt x="3279" y="840"/>
                    </a:cubicBezTo>
                    <a:cubicBezTo>
                      <a:pt x="3054" y="668"/>
                      <a:pt x="2788" y="558"/>
                      <a:pt x="2509" y="519"/>
                    </a:cubicBezTo>
                    <a:cubicBezTo>
                      <a:pt x="2496" y="518"/>
                      <a:pt x="2487" y="514"/>
                      <a:pt x="2475" y="508"/>
                    </a:cubicBezTo>
                    <a:cubicBezTo>
                      <a:pt x="2383" y="613"/>
                      <a:pt x="2279" y="720"/>
                      <a:pt x="2171" y="826"/>
                    </a:cubicBezTo>
                    <a:cubicBezTo>
                      <a:pt x="2402" y="920"/>
                      <a:pt x="2629" y="1031"/>
                      <a:pt x="2840" y="1169"/>
                    </a:cubicBezTo>
                    <a:cubicBezTo>
                      <a:pt x="2879" y="1193"/>
                      <a:pt x="2889" y="1245"/>
                      <a:pt x="2864" y="1284"/>
                    </a:cubicBezTo>
                    <a:cubicBezTo>
                      <a:pt x="2853" y="1305"/>
                      <a:pt x="2827" y="1318"/>
                      <a:pt x="2798" y="1318"/>
                    </a:cubicBezTo>
                    <a:cubicBezTo>
                      <a:pt x="2782" y="1318"/>
                      <a:pt x="2769" y="1313"/>
                      <a:pt x="2754" y="1305"/>
                    </a:cubicBezTo>
                    <a:cubicBezTo>
                      <a:pt x="2538" y="1166"/>
                      <a:pt x="2310" y="1051"/>
                      <a:pt x="2072" y="960"/>
                    </a:cubicBezTo>
                    <a:cubicBezTo>
                      <a:pt x="2064" y="955"/>
                      <a:pt x="2055" y="952"/>
                      <a:pt x="2049" y="945"/>
                    </a:cubicBezTo>
                    <a:cubicBezTo>
                      <a:pt x="1555" y="1414"/>
                      <a:pt x="981" y="1861"/>
                      <a:pt x="671" y="2098"/>
                    </a:cubicBezTo>
                    <a:cubicBezTo>
                      <a:pt x="237" y="2428"/>
                      <a:pt x="1" y="2761"/>
                      <a:pt x="13" y="3200"/>
                    </a:cubicBezTo>
                    <a:lnTo>
                      <a:pt x="3948" y="1683"/>
                    </a:lnTo>
                    <a:lnTo>
                      <a:pt x="3242" y="93"/>
                    </a:lnTo>
                    <a:cubicBezTo>
                      <a:pt x="3120" y="52"/>
                      <a:pt x="2992" y="18"/>
                      <a:pt x="2866" y="5"/>
                    </a:cubicBezTo>
                    <a:cubicBezTo>
                      <a:pt x="2861" y="5"/>
                      <a:pt x="2858" y="2"/>
                      <a:pt x="2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
              <p:cNvSpPr/>
              <p:nvPr/>
            </p:nvSpPr>
            <p:spPr>
              <a:xfrm>
                <a:off x="1341447" y="3020632"/>
                <a:ext cx="98213" cy="45320"/>
              </a:xfrm>
              <a:custGeom>
                <a:rect b="b" l="l" r="r" t="t"/>
                <a:pathLst>
                  <a:path extrusionOk="0" h="1903" w="4124">
                    <a:moveTo>
                      <a:pt x="3988" y="0"/>
                    </a:moveTo>
                    <a:lnTo>
                      <a:pt x="16" y="1530"/>
                    </a:lnTo>
                    <a:cubicBezTo>
                      <a:pt x="11" y="1532"/>
                      <a:pt x="6" y="1532"/>
                      <a:pt x="1" y="1532"/>
                    </a:cubicBezTo>
                    <a:cubicBezTo>
                      <a:pt x="19" y="1647"/>
                      <a:pt x="48" y="1768"/>
                      <a:pt x="100" y="1903"/>
                    </a:cubicBezTo>
                    <a:lnTo>
                      <a:pt x="1388" y="1407"/>
                    </a:lnTo>
                    <a:cubicBezTo>
                      <a:pt x="1413" y="1383"/>
                      <a:pt x="1440" y="1362"/>
                      <a:pt x="1474" y="1350"/>
                    </a:cubicBezTo>
                    <a:lnTo>
                      <a:pt x="4124" y="307"/>
                    </a:lnTo>
                    <a:lnTo>
                      <a:pt x="3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
              <p:cNvSpPr/>
              <p:nvPr/>
            </p:nvSpPr>
            <p:spPr>
              <a:xfrm>
                <a:off x="1541970" y="2697772"/>
                <a:ext cx="118742" cy="193806"/>
              </a:xfrm>
              <a:custGeom>
                <a:rect b="b" l="l" r="r" t="t"/>
                <a:pathLst>
                  <a:path extrusionOk="0" h="8138" w="4986">
                    <a:moveTo>
                      <a:pt x="4750" y="1"/>
                    </a:moveTo>
                    <a:cubicBezTo>
                      <a:pt x="3710" y="665"/>
                      <a:pt x="2794" y="1513"/>
                      <a:pt x="2052" y="2495"/>
                    </a:cubicBezTo>
                    <a:cubicBezTo>
                      <a:pt x="1947" y="2634"/>
                      <a:pt x="1843" y="2778"/>
                      <a:pt x="1744" y="2924"/>
                    </a:cubicBezTo>
                    <a:cubicBezTo>
                      <a:pt x="1559" y="3198"/>
                      <a:pt x="1387" y="3482"/>
                      <a:pt x="1229" y="3772"/>
                    </a:cubicBezTo>
                    <a:cubicBezTo>
                      <a:pt x="1070" y="4064"/>
                      <a:pt x="924" y="4363"/>
                      <a:pt x="794" y="4671"/>
                    </a:cubicBezTo>
                    <a:cubicBezTo>
                      <a:pt x="729" y="4825"/>
                      <a:pt x="666" y="4983"/>
                      <a:pt x="610" y="5138"/>
                    </a:cubicBezTo>
                    <a:cubicBezTo>
                      <a:pt x="494" y="5453"/>
                      <a:pt x="394" y="5773"/>
                      <a:pt x="310" y="6102"/>
                    </a:cubicBezTo>
                    <a:cubicBezTo>
                      <a:pt x="141" y="6759"/>
                      <a:pt x="34" y="7439"/>
                      <a:pt x="0" y="8138"/>
                    </a:cubicBezTo>
                    <a:lnTo>
                      <a:pt x="488" y="8136"/>
                    </a:lnTo>
                    <a:cubicBezTo>
                      <a:pt x="665" y="4903"/>
                      <a:pt x="2415" y="2082"/>
                      <a:pt x="4985" y="429"/>
                    </a:cubicBez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
              <p:cNvSpPr/>
              <p:nvPr/>
            </p:nvSpPr>
            <p:spPr>
              <a:xfrm>
                <a:off x="1749375" y="2864477"/>
                <a:ext cx="76994" cy="79518"/>
              </a:xfrm>
              <a:custGeom>
                <a:rect b="b" l="l" r="r" t="t"/>
                <a:pathLst>
                  <a:path extrusionOk="0" h="3339" w="3233">
                    <a:moveTo>
                      <a:pt x="1563" y="0"/>
                    </a:moveTo>
                    <a:cubicBezTo>
                      <a:pt x="1444" y="0"/>
                      <a:pt x="1331" y="12"/>
                      <a:pt x="1219" y="34"/>
                    </a:cubicBezTo>
                    <a:lnTo>
                      <a:pt x="1511" y="566"/>
                    </a:lnTo>
                    <a:cubicBezTo>
                      <a:pt x="1527" y="566"/>
                      <a:pt x="1543" y="561"/>
                      <a:pt x="1563" y="561"/>
                    </a:cubicBezTo>
                    <a:cubicBezTo>
                      <a:pt x="2174" y="561"/>
                      <a:pt x="2670" y="1057"/>
                      <a:pt x="2670" y="1669"/>
                    </a:cubicBezTo>
                    <a:cubicBezTo>
                      <a:pt x="2670" y="2280"/>
                      <a:pt x="2172" y="2778"/>
                      <a:pt x="1563" y="2778"/>
                    </a:cubicBezTo>
                    <a:cubicBezTo>
                      <a:pt x="1166" y="2778"/>
                      <a:pt x="819" y="2564"/>
                      <a:pt x="623" y="2251"/>
                    </a:cubicBezTo>
                    <a:lnTo>
                      <a:pt x="1" y="2253"/>
                    </a:lnTo>
                    <a:cubicBezTo>
                      <a:pt x="237" y="2887"/>
                      <a:pt x="846" y="3339"/>
                      <a:pt x="1563" y="3339"/>
                    </a:cubicBezTo>
                    <a:cubicBezTo>
                      <a:pt x="2482" y="3339"/>
                      <a:pt x="3232" y="2588"/>
                      <a:pt x="3232" y="1669"/>
                    </a:cubicBezTo>
                    <a:cubicBezTo>
                      <a:pt x="3232" y="749"/>
                      <a:pt x="2482" y="0"/>
                      <a:pt x="1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
              <p:cNvSpPr/>
              <p:nvPr/>
            </p:nvSpPr>
            <p:spPr>
              <a:xfrm>
                <a:off x="1815866" y="2721325"/>
                <a:ext cx="150701" cy="155202"/>
              </a:xfrm>
              <a:custGeom>
                <a:rect b="b" l="l" r="r" t="t"/>
                <a:pathLst>
                  <a:path extrusionOk="0" h="6517" w="6328">
                    <a:moveTo>
                      <a:pt x="1" y="0"/>
                    </a:moveTo>
                    <a:cubicBezTo>
                      <a:pt x="195" y="55"/>
                      <a:pt x="393" y="107"/>
                      <a:pt x="588" y="159"/>
                    </a:cubicBezTo>
                    <a:lnTo>
                      <a:pt x="1153" y="357"/>
                    </a:lnTo>
                    <a:lnTo>
                      <a:pt x="1707" y="590"/>
                    </a:lnTo>
                    <a:lnTo>
                      <a:pt x="2242" y="864"/>
                    </a:lnTo>
                    <a:cubicBezTo>
                      <a:pt x="2939" y="1256"/>
                      <a:pt x="3579" y="1742"/>
                      <a:pt x="4134" y="2316"/>
                    </a:cubicBezTo>
                    <a:cubicBezTo>
                      <a:pt x="4691" y="2885"/>
                      <a:pt x="5159" y="3541"/>
                      <a:pt x="5532" y="4248"/>
                    </a:cubicBezTo>
                    <a:cubicBezTo>
                      <a:pt x="5903" y="4958"/>
                      <a:pt x="6166" y="5723"/>
                      <a:pt x="6328" y="6517"/>
                    </a:cubicBezTo>
                    <a:cubicBezTo>
                      <a:pt x="6304" y="6318"/>
                      <a:pt x="6278" y="6117"/>
                      <a:pt x="6247" y="5914"/>
                    </a:cubicBezTo>
                    <a:lnTo>
                      <a:pt x="6114" y="5318"/>
                    </a:lnTo>
                    <a:cubicBezTo>
                      <a:pt x="6054" y="5123"/>
                      <a:pt x="5988" y="4932"/>
                      <a:pt x="5924" y="4737"/>
                    </a:cubicBezTo>
                    <a:cubicBezTo>
                      <a:pt x="5850" y="4546"/>
                      <a:pt x="5769" y="4360"/>
                      <a:pt x="5689" y="4172"/>
                    </a:cubicBezTo>
                    <a:cubicBezTo>
                      <a:pt x="5347" y="3428"/>
                      <a:pt x="4869" y="2747"/>
                      <a:pt x="4300" y="2156"/>
                    </a:cubicBezTo>
                    <a:cubicBezTo>
                      <a:pt x="3727" y="1569"/>
                      <a:pt x="3061" y="1072"/>
                      <a:pt x="2326" y="707"/>
                    </a:cubicBezTo>
                    <a:lnTo>
                      <a:pt x="1767" y="456"/>
                    </a:lnTo>
                    <a:lnTo>
                      <a:pt x="1192" y="250"/>
                    </a:lnTo>
                    <a:lnTo>
                      <a:pt x="601" y="99"/>
                    </a:lnTo>
                    <a:cubicBezTo>
                      <a:pt x="401" y="64"/>
                      <a:pt x="200" y="3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
              <p:cNvSpPr/>
              <p:nvPr/>
            </p:nvSpPr>
            <p:spPr>
              <a:xfrm>
                <a:off x="638048" y="2659263"/>
                <a:ext cx="489803" cy="489827"/>
              </a:xfrm>
              <a:custGeom>
                <a:rect b="b" l="l" r="r" t="t"/>
                <a:pathLst>
                  <a:path extrusionOk="0" h="20568" w="20567">
                    <a:moveTo>
                      <a:pt x="10284" y="0"/>
                    </a:moveTo>
                    <a:cubicBezTo>
                      <a:pt x="7182" y="0"/>
                      <a:pt x="4399" y="1381"/>
                      <a:pt x="2511" y="3559"/>
                    </a:cubicBezTo>
                    <a:cubicBezTo>
                      <a:pt x="2242" y="3870"/>
                      <a:pt x="1991" y="4196"/>
                      <a:pt x="1759" y="4538"/>
                    </a:cubicBezTo>
                    <a:cubicBezTo>
                      <a:pt x="1574" y="4812"/>
                      <a:pt x="1403" y="5096"/>
                      <a:pt x="1242" y="5387"/>
                    </a:cubicBezTo>
                    <a:cubicBezTo>
                      <a:pt x="1085" y="5679"/>
                      <a:pt x="939" y="5979"/>
                      <a:pt x="809" y="6287"/>
                    </a:cubicBezTo>
                    <a:cubicBezTo>
                      <a:pt x="745" y="6441"/>
                      <a:pt x="681" y="6596"/>
                      <a:pt x="625" y="6754"/>
                    </a:cubicBezTo>
                    <a:cubicBezTo>
                      <a:pt x="510" y="7066"/>
                      <a:pt x="408" y="7389"/>
                      <a:pt x="325" y="7718"/>
                    </a:cubicBezTo>
                    <a:cubicBezTo>
                      <a:pt x="114" y="8538"/>
                      <a:pt x="1" y="9398"/>
                      <a:pt x="1" y="10283"/>
                    </a:cubicBezTo>
                    <a:cubicBezTo>
                      <a:pt x="1" y="15954"/>
                      <a:pt x="4613" y="20568"/>
                      <a:pt x="10284" y="20568"/>
                    </a:cubicBezTo>
                    <a:cubicBezTo>
                      <a:pt x="15954" y="20568"/>
                      <a:pt x="20567" y="15954"/>
                      <a:pt x="20567" y="10283"/>
                    </a:cubicBezTo>
                    <a:cubicBezTo>
                      <a:pt x="20567" y="9398"/>
                      <a:pt x="20453" y="8538"/>
                      <a:pt x="20243" y="7718"/>
                    </a:cubicBezTo>
                    <a:cubicBezTo>
                      <a:pt x="20160" y="7392"/>
                      <a:pt x="20058" y="7070"/>
                      <a:pt x="19943" y="6755"/>
                    </a:cubicBezTo>
                    <a:cubicBezTo>
                      <a:pt x="19884" y="6598"/>
                      <a:pt x="19823" y="6441"/>
                      <a:pt x="19758" y="6290"/>
                    </a:cubicBezTo>
                    <a:cubicBezTo>
                      <a:pt x="19628" y="5982"/>
                      <a:pt x="19482" y="5682"/>
                      <a:pt x="19325" y="5391"/>
                    </a:cubicBezTo>
                    <a:cubicBezTo>
                      <a:pt x="19166" y="5099"/>
                      <a:pt x="18995" y="4815"/>
                      <a:pt x="18808" y="4541"/>
                    </a:cubicBezTo>
                    <a:cubicBezTo>
                      <a:pt x="17568" y="2705"/>
                      <a:pt x="15750" y="1294"/>
                      <a:pt x="13619" y="561"/>
                    </a:cubicBezTo>
                    <a:lnTo>
                      <a:pt x="13484" y="1031"/>
                    </a:lnTo>
                    <a:cubicBezTo>
                      <a:pt x="17317" y="2362"/>
                      <a:pt x="20079" y="6006"/>
                      <a:pt x="20079" y="10286"/>
                    </a:cubicBezTo>
                    <a:cubicBezTo>
                      <a:pt x="20079" y="15686"/>
                      <a:pt x="15685" y="20083"/>
                      <a:pt x="10282" y="20083"/>
                    </a:cubicBezTo>
                    <a:cubicBezTo>
                      <a:pt x="4880" y="20083"/>
                      <a:pt x="485" y="15690"/>
                      <a:pt x="485" y="10286"/>
                    </a:cubicBezTo>
                    <a:cubicBezTo>
                      <a:pt x="485" y="4885"/>
                      <a:pt x="4879" y="490"/>
                      <a:pt x="10282" y="490"/>
                    </a:cubicBezTo>
                    <a:cubicBezTo>
                      <a:pt x="11002" y="490"/>
                      <a:pt x="11700" y="568"/>
                      <a:pt x="12374" y="717"/>
                    </a:cubicBezTo>
                    <a:lnTo>
                      <a:pt x="12509" y="247"/>
                    </a:lnTo>
                    <a:cubicBezTo>
                      <a:pt x="11791" y="88"/>
                      <a:pt x="11047" y="0"/>
                      <a:pt x="10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
              <p:cNvSpPr/>
              <p:nvPr/>
            </p:nvSpPr>
            <p:spPr>
              <a:xfrm>
                <a:off x="843238" y="2864667"/>
                <a:ext cx="79518" cy="79328"/>
              </a:xfrm>
              <a:custGeom>
                <a:rect b="b" l="l" r="r" t="t"/>
                <a:pathLst>
                  <a:path extrusionOk="0" h="3331" w="3339">
                    <a:moveTo>
                      <a:pt x="1527" y="0"/>
                    </a:moveTo>
                    <a:lnTo>
                      <a:pt x="1527" y="0"/>
                    </a:lnTo>
                    <a:cubicBezTo>
                      <a:pt x="673" y="73"/>
                      <a:pt x="0" y="790"/>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8"/>
                      <a:pt x="2778" y="1365"/>
                      <a:pt x="2778" y="1661"/>
                    </a:cubicBezTo>
                    <a:cubicBezTo>
                      <a:pt x="2778" y="2272"/>
                      <a:pt x="2282" y="2770"/>
                      <a:pt x="1669" y="2770"/>
                    </a:cubicBezTo>
                    <a:cubicBezTo>
                      <a:pt x="1058" y="2770"/>
                      <a:pt x="561" y="2272"/>
                      <a:pt x="561" y="1661"/>
                    </a:cubicBezTo>
                    <a:cubicBezTo>
                      <a:pt x="562" y="1161"/>
                      <a:pt x="898"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
              <p:cNvSpPr/>
              <p:nvPr/>
            </p:nvSpPr>
            <p:spPr>
              <a:xfrm>
                <a:off x="945618" y="2729350"/>
                <a:ext cx="117360" cy="147177"/>
              </a:xfrm>
              <a:custGeom>
                <a:rect b="b" l="l" r="r" t="t"/>
                <a:pathLst>
                  <a:path extrusionOk="0" h="6180" w="4928">
                    <a:moveTo>
                      <a:pt x="35" y="0"/>
                    </a:moveTo>
                    <a:lnTo>
                      <a:pt x="1" y="124"/>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1"/>
                      <a:pt x="4877" y="5780"/>
                      <a:pt x="4846" y="5577"/>
                    </a:cubicBezTo>
                    <a:lnTo>
                      <a:pt x="4712" y="4981"/>
                    </a:lnTo>
                    <a:cubicBezTo>
                      <a:pt x="4653" y="4786"/>
                      <a:pt x="4587" y="4595"/>
                      <a:pt x="4524" y="4400"/>
                    </a:cubicBezTo>
                    <a:cubicBezTo>
                      <a:pt x="4449" y="4209"/>
                      <a:pt x="4368" y="4023"/>
                      <a:pt x="4289" y="3835"/>
                    </a:cubicBezTo>
                    <a:cubicBezTo>
                      <a:pt x="3947" y="3091"/>
                      <a:pt x="3469" y="2410"/>
                      <a:pt x="2898" y="1819"/>
                    </a:cubicBezTo>
                    <a:cubicBezTo>
                      <a:pt x="2326" y="1232"/>
                      <a:pt x="1659" y="735"/>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
              <p:cNvSpPr/>
              <p:nvPr/>
            </p:nvSpPr>
            <p:spPr>
              <a:xfrm>
                <a:off x="912206" y="2721325"/>
                <a:ext cx="7502" cy="1977"/>
              </a:xfrm>
              <a:custGeom>
                <a:rect b="b" l="l" r="r" t="t"/>
                <a:pathLst>
                  <a:path extrusionOk="0" h="83" w="315">
                    <a:moveTo>
                      <a:pt x="0" y="0"/>
                    </a:moveTo>
                    <a:cubicBezTo>
                      <a:pt x="102" y="28"/>
                      <a:pt x="204" y="55"/>
                      <a:pt x="308" y="83"/>
                    </a:cubicBezTo>
                    <a:lnTo>
                      <a:pt x="315" y="54"/>
                    </a:lnTo>
                    <a:cubicBezTo>
                      <a:pt x="211" y="34"/>
                      <a:pt x="105"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
              <p:cNvSpPr/>
              <p:nvPr/>
            </p:nvSpPr>
            <p:spPr>
              <a:xfrm>
                <a:off x="702967" y="2952544"/>
                <a:ext cx="254106" cy="136722"/>
              </a:xfrm>
              <a:custGeom>
                <a:rect b="b" l="l" r="r" t="t"/>
                <a:pathLst>
                  <a:path extrusionOk="0" h="5741" w="10670">
                    <a:moveTo>
                      <a:pt x="1" y="1"/>
                    </a:moveTo>
                    <a:cubicBezTo>
                      <a:pt x="273" y="1078"/>
                      <a:pt x="769" y="2119"/>
                      <a:pt x="1498" y="2978"/>
                    </a:cubicBezTo>
                    <a:lnTo>
                      <a:pt x="1772" y="3299"/>
                    </a:lnTo>
                    <a:lnTo>
                      <a:pt x="2072" y="3597"/>
                    </a:lnTo>
                    <a:cubicBezTo>
                      <a:pt x="2169" y="3697"/>
                      <a:pt x="2276" y="3791"/>
                      <a:pt x="2386" y="3880"/>
                    </a:cubicBezTo>
                    <a:cubicBezTo>
                      <a:pt x="2495" y="3969"/>
                      <a:pt x="2599" y="4065"/>
                      <a:pt x="2710" y="4151"/>
                    </a:cubicBezTo>
                    <a:cubicBezTo>
                      <a:pt x="2940"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6"/>
                      <a:pt x="5754" y="5563"/>
                    </a:cubicBezTo>
                    <a:cubicBezTo>
                      <a:pt x="5893" y="5590"/>
                      <a:pt x="6031" y="5621"/>
                      <a:pt x="6170" y="5645"/>
                    </a:cubicBezTo>
                    <a:lnTo>
                      <a:pt x="6589" y="5695"/>
                    </a:lnTo>
                    <a:cubicBezTo>
                      <a:pt x="6869" y="5741"/>
                      <a:pt x="7153" y="5725"/>
                      <a:pt x="7433" y="5736"/>
                    </a:cubicBezTo>
                    <a:cubicBezTo>
                      <a:pt x="7995" y="5728"/>
                      <a:pt x="8556" y="5660"/>
                      <a:pt x="9101" y="5530"/>
                    </a:cubicBezTo>
                    <a:cubicBezTo>
                      <a:pt x="9643" y="5392"/>
                      <a:pt x="10175" y="5203"/>
                      <a:pt x="10669" y="4948"/>
                    </a:cubicBezTo>
                    <a:lnTo>
                      <a:pt x="10669" y="4948"/>
                    </a:lnTo>
                    <a:cubicBezTo>
                      <a:pt x="9692" y="5348"/>
                      <a:pt x="8646" y="5560"/>
                      <a:pt x="7601" y="5560"/>
                    </a:cubicBezTo>
                    <a:cubicBezTo>
                      <a:pt x="7545" y="5560"/>
                      <a:pt x="7488" y="5559"/>
                      <a:pt x="7431" y="5558"/>
                    </a:cubicBezTo>
                    <a:cubicBezTo>
                      <a:pt x="6334" y="5524"/>
                      <a:pt x="5235" y="5300"/>
                      <a:pt x="4247" y="4820"/>
                    </a:cubicBezTo>
                    <a:lnTo>
                      <a:pt x="3879" y="4647"/>
                    </a:lnTo>
                    <a:cubicBezTo>
                      <a:pt x="3757" y="4584"/>
                      <a:pt x="3642" y="4509"/>
                      <a:pt x="3522" y="4441"/>
                    </a:cubicBezTo>
                    <a:cubicBezTo>
                      <a:pt x="3279" y="4311"/>
                      <a:pt x="3064" y="4140"/>
                      <a:pt x="2837" y="3987"/>
                    </a:cubicBezTo>
                    <a:cubicBezTo>
                      <a:pt x="2409" y="3647"/>
                      <a:pt x="1992" y="3286"/>
                      <a:pt x="1634" y="2866"/>
                    </a:cubicBezTo>
                    <a:cubicBezTo>
                      <a:pt x="1441" y="2670"/>
                      <a:pt x="1291" y="2436"/>
                      <a:pt x="1116" y="2221"/>
                    </a:cubicBezTo>
                    <a:lnTo>
                      <a:pt x="890" y="1876"/>
                    </a:lnTo>
                    <a:lnTo>
                      <a:pt x="777" y="1701"/>
                    </a:lnTo>
                    <a:lnTo>
                      <a:pt x="678" y="1519"/>
                    </a:lnTo>
                    <a:cubicBezTo>
                      <a:pt x="388" y="1046"/>
                      <a:pt x="195" y="52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
              <p:cNvSpPr/>
              <p:nvPr/>
            </p:nvSpPr>
            <p:spPr>
              <a:xfrm>
                <a:off x="1044689" y="2059720"/>
                <a:ext cx="18623" cy="24839"/>
              </a:xfrm>
              <a:custGeom>
                <a:rect b="b" l="l" r="r" t="t"/>
                <a:pathLst>
                  <a:path extrusionOk="0" h="1043" w="782">
                    <a:moveTo>
                      <a:pt x="639" y="0"/>
                    </a:moveTo>
                    <a:lnTo>
                      <a:pt x="639" y="0"/>
                    </a:lnTo>
                    <a:cubicBezTo>
                      <a:pt x="388" y="320"/>
                      <a:pt x="106" y="585"/>
                      <a:pt x="1" y="662"/>
                    </a:cubicBezTo>
                    <a:cubicBezTo>
                      <a:pt x="69" y="726"/>
                      <a:pt x="139" y="790"/>
                      <a:pt x="210" y="851"/>
                    </a:cubicBezTo>
                    <a:cubicBezTo>
                      <a:pt x="216" y="856"/>
                      <a:pt x="223" y="863"/>
                      <a:pt x="231" y="867"/>
                    </a:cubicBezTo>
                    <a:cubicBezTo>
                      <a:pt x="306" y="929"/>
                      <a:pt x="380" y="989"/>
                      <a:pt x="459" y="1042"/>
                    </a:cubicBezTo>
                    <a:cubicBezTo>
                      <a:pt x="615" y="799"/>
                      <a:pt x="782" y="407"/>
                      <a:pt x="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
              <p:cNvSpPr/>
              <p:nvPr/>
            </p:nvSpPr>
            <p:spPr>
              <a:xfrm>
                <a:off x="1066765" y="1864532"/>
                <a:ext cx="60347" cy="57656"/>
              </a:xfrm>
              <a:custGeom>
                <a:rect b="b" l="l" r="r" t="t"/>
                <a:pathLst>
                  <a:path extrusionOk="0" h="2421" w="2534">
                    <a:moveTo>
                      <a:pt x="1" y="1"/>
                    </a:moveTo>
                    <a:lnTo>
                      <a:pt x="1" y="1"/>
                    </a:lnTo>
                    <a:cubicBezTo>
                      <a:pt x="1" y="1"/>
                      <a:pt x="1" y="1"/>
                      <a:pt x="2" y="1"/>
                    </a:cubicBezTo>
                    <a:lnTo>
                      <a:pt x="2" y="1"/>
                    </a:lnTo>
                    <a:cubicBezTo>
                      <a:pt x="1" y="1"/>
                      <a:pt x="1" y="1"/>
                      <a:pt x="1" y="1"/>
                    </a:cubicBezTo>
                    <a:close/>
                    <a:moveTo>
                      <a:pt x="2" y="1"/>
                    </a:moveTo>
                    <a:cubicBezTo>
                      <a:pt x="3" y="2"/>
                      <a:pt x="4" y="4"/>
                      <a:pt x="6" y="6"/>
                    </a:cubicBezTo>
                    <a:cubicBezTo>
                      <a:pt x="41" y="25"/>
                      <a:pt x="77" y="48"/>
                      <a:pt x="116" y="71"/>
                    </a:cubicBezTo>
                    <a:cubicBezTo>
                      <a:pt x="118" y="71"/>
                      <a:pt x="118" y="72"/>
                      <a:pt x="119" y="72"/>
                    </a:cubicBezTo>
                    <a:cubicBezTo>
                      <a:pt x="751" y="463"/>
                      <a:pt x="1751" y="1320"/>
                      <a:pt x="2185" y="2254"/>
                    </a:cubicBezTo>
                    <a:lnTo>
                      <a:pt x="2189" y="2255"/>
                    </a:lnTo>
                    <a:cubicBezTo>
                      <a:pt x="2263" y="2294"/>
                      <a:pt x="2338" y="2328"/>
                      <a:pt x="2412" y="2364"/>
                    </a:cubicBezTo>
                    <a:cubicBezTo>
                      <a:pt x="2453" y="2382"/>
                      <a:pt x="2492" y="2404"/>
                      <a:pt x="2532" y="2420"/>
                    </a:cubicBezTo>
                    <a:lnTo>
                      <a:pt x="2534" y="2420"/>
                    </a:lnTo>
                    <a:cubicBezTo>
                      <a:pt x="2456" y="2132"/>
                      <a:pt x="2330" y="1860"/>
                      <a:pt x="2168" y="1605"/>
                    </a:cubicBezTo>
                    <a:cubicBezTo>
                      <a:pt x="1933" y="1237"/>
                      <a:pt x="1621" y="913"/>
                      <a:pt x="1267" y="644"/>
                    </a:cubicBezTo>
                    <a:cubicBezTo>
                      <a:pt x="970" y="421"/>
                      <a:pt x="646" y="239"/>
                      <a:pt x="309" y="106"/>
                    </a:cubicBezTo>
                    <a:cubicBezTo>
                      <a:pt x="301" y="106"/>
                      <a:pt x="296" y="105"/>
                      <a:pt x="289" y="103"/>
                    </a:cubicBezTo>
                    <a:cubicBezTo>
                      <a:pt x="196" y="66"/>
                      <a:pt x="99" y="30"/>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
              <p:cNvSpPr/>
              <p:nvPr/>
            </p:nvSpPr>
            <p:spPr>
              <a:xfrm>
                <a:off x="1029447" y="1890896"/>
                <a:ext cx="51250" cy="48940"/>
              </a:xfrm>
              <a:custGeom>
                <a:rect b="b" l="l" r="r" t="t"/>
                <a:pathLst>
                  <a:path extrusionOk="0" h="2055" w="2152">
                    <a:moveTo>
                      <a:pt x="1" y="1"/>
                    </a:moveTo>
                    <a:cubicBezTo>
                      <a:pt x="2" y="1"/>
                      <a:pt x="4" y="2"/>
                      <a:pt x="5" y="2"/>
                    </a:cubicBezTo>
                    <a:lnTo>
                      <a:pt x="5" y="2"/>
                    </a:lnTo>
                    <a:cubicBezTo>
                      <a:pt x="5" y="2"/>
                      <a:pt x="3" y="1"/>
                      <a:pt x="1" y="1"/>
                    </a:cubicBezTo>
                    <a:close/>
                    <a:moveTo>
                      <a:pt x="5" y="2"/>
                    </a:moveTo>
                    <a:cubicBezTo>
                      <a:pt x="5" y="2"/>
                      <a:pt x="6" y="2"/>
                      <a:pt x="6" y="2"/>
                    </a:cubicBezTo>
                    <a:cubicBezTo>
                      <a:pt x="531" y="302"/>
                      <a:pt x="1462" y="1070"/>
                      <a:pt x="1855" y="1913"/>
                    </a:cubicBezTo>
                    <a:cubicBezTo>
                      <a:pt x="1920" y="1949"/>
                      <a:pt x="1984" y="1978"/>
                      <a:pt x="2049" y="2005"/>
                    </a:cubicBezTo>
                    <a:cubicBezTo>
                      <a:pt x="2082" y="2022"/>
                      <a:pt x="2116" y="2038"/>
                      <a:pt x="2148" y="2054"/>
                    </a:cubicBezTo>
                    <a:lnTo>
                      <a:pt x="2151" y="2054"/>
                    </a:lnTo>
                    <a:cubicBezTo>
                      <a:pt x="2083" y="1809"/>
                      <a:pt x="1976" y="1576"/>
                      <a:pt x="1837" y="1362"/>
                    </a:cubicBezTo>
                    <a:cubicBezTo>
                      <a:pt x="1634" y="1046"/>
                      <a:pt x="1367" y="769"/>
                      <a:pt x="1061" y="539"/>
                    </a:cubicBezTo>
                    <a:cubicBezTo>
                      <a:pt x="739" y="300"/>
                      <a:pt x="380" y="116"/>
                      <a:pt x="5"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
              <p:cNvSpPr/>
              <p:nvPr/>
            </p:nvSpPr>
            <p:spPr>
              <a:xfrm>
                <a:off x="996368" y="1920307"/>
                <a:ext cx="40914" cy="39080"/>
              </a:xfrm>
              <a:custGeom>
                <a:rect b="b" l="l" r="r" t="t"/>
                <a:pathLst>
                  <a:path extrusionOk="0" h="1641" w="1718">
                    <a:moveTo>
                      <a:pt x="1" y="1"/>
                    </a:moveTo>
                    <a:lnTo>
                      <a:pt x="1" y="1"/>
                    </a:lnTo>
                    <a:cubicBezTo>
                      <a:pt x="1" y="1"/>
                      <a:pt x="1" y="1"/>
                      <a:pt x="1" y="1"/>
                    </a:cubicBezTo>
                    <a:lnTo>
                      <a:pt x="1" y="1"/>
                    </a:lnTo>
                    <a:cubicBezTo>
                      <a:pt x="1" y="1"/>
                      <a:pt x="1" y="1"/>
                      <a:pt x="1" y="1"/>
                    </a:cubicBezTo>
                    <a:close/>
                    <a:moveTo>
                      <a:pt x="1" y="1"/>
                    </a:moveTo>
                    <a:cubicBezTo>
                      <a:pt x="2" y="2"/>
                      <a:pt x="3" y="4"/>
                      <a:pt x="4" y="4"/>
                    </a:cubicBezTo>
                    <a:cubicBezTo>
                      <a:pt x="424" y="242"/>
                      <a:pt x="1168" y="856"/>
                      <a:pt x="1480" y="1527"/>
                    </a:cubicBezTo>
                    <a:lnTo>
                      <a:pt x="1480" y="1529"/>
                    </a:lnTo>
                    <a:cubicBezTo>
                      <a:pt x="1532" y="1555"/>
                      <a:pt x="1583" y="1579"/>
                      <a:pt x="1636" y="1602"/>
                    </a:cubicBezTo>
                    <a:cubicBezTo>
                      <a:pt x="1662" y="1613"/>
                      <a:pt x="1688" y="1628"/>
                      <a:pt x="1714" y="1641"/>
                    </a:cubicBezTo>
                    <a:lnTo>
                      <a:pt x="1717" y="1641"/>
                    </a:lnTo>
                    <a:cubicBezTo>
                      <a:pt x="1662" y="1443"/>
                      <a:pt x="1576" y="1260"/>
                      <a:pt x="1467" y="1086"/>
                    </a:cubicBezTo>
                    <a:cubicBezTo>
                      <a:pt x="1299" y="830"/>
                      <a:pt x="1080" y="604"/>
                      <a:pt x="831" y="419"/>
                    </a:cubicBezTo>
                    <a:cubicBezTo>
                      <a:pt x="578" y="233"/>
                      <a:pt x="293" y="8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
              <p:cNvSpPr/>
              <p:nvPr/>
            </p:nvSpPr>
            <p:spPr>
              <a:xfrm>
                <a:off x="1001536" y="1877583"/>
                <a:ext cx="1858" cy="1953"/>
              </a:xfrm>
              <a:custGeom>
                <a:rect b="b" l="l" r="r" t="t"/>
                <a:pathLst>
                  <a:path extrusionOk="0" h="82" w="78">
                    <a:moveTo>
                      <a:pt x="77" y="1"/>
                    </a:moveTo>
                    <a:lnTo>
                      <a:pt x="77" y="1"/>
                    </a:lnTo>
                    <a:cubicBezTo>
                      <a:pt x="69" y="7"/>
                      <a:pt x="61" y="15"/>
                      <a:pt x="55" y="24"/>
                    </a:cubicBezTo>
                    <a:lnTo>
                      <a:pt x="55" y="24"/>
                    </a:lnTo>
                    <a:cubicBezTo>
                      <a:pt x="63" y="16"/>
                      <a:pt x="70" y="8"/>
                      <a:pt x="77" y="1"/>
                    </a:cubicBezTo>
                    <a:close/>
                    <a:moveTo>
                      <a:pt x="55" y="24"/>
                    </a:moveTo>
                    <a:cubicBezTo>
                      <a:pt x="52" y="27"/>
                      <a:pt x="48" y="30"/>
                      <a:pt x="45" y="33"/>
                    </a:cubicBezTo>
                    <a:cubicBezTo>
                      <a:pt x="28" y="49"/>
                      <a:pt x="14" y="65"/>
                      <a:pt x="1" y="82"/>
                    </a:cubicBezTo>
                    <a:cubicBezTo>
                      <a:pt x="19" y="64"/>
                      <a:pt x="37" y="43"/>
                      <a:pt x="54" y="25"/>
                    </a:cubicBezTo>
                    <a:cubicBezTo>
                      <a:pt x="55" y="25"/>
                      <a:pt x="55" y="24"/>
                      <a:pt x="55" y="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
              <p:cNvSpPr/>
              <p:nvPr/>
            </p:nvSpPr>
            <p:spPr>
              <a:xfrm>
                <a:off x="1033424" y="1853030"/>
                <a:ext cx="1572" cy="1000"/>
              </a:xfrm>
              <a:custGeom>
                <a:rect b="b" l="l" r="r" t="t"/>
                <a:pathLst>
                  <a:path extrusionOk="0" h="42" w="66">
                    <a:moveTo>
                      <a:pt x="65" y="1"/>
                    </a:moveTo>
                    <a:cubicBezTo>
                      <a:pt x="64" y="2"/>
                      <a:pt x="62" y="2"/>
                      <a:pt x="60" y="3"/>
                    </a:cubicBezTo>
                    <a:lnTo>
                      <a:pt x="60" y="3"/>
                    </a:lnTo>
                    <a:cubicBezTo>
                      <a:pt x="62" y="2"/>
                      <a:pt x="64" y="2"/>
                      <a:pt x="65" y="1"/>
                    </a:cubicBezTo>
                    <a:close/>
                    <a:moveTo>
                      <a:pt x="60" y="3"/>
                    </a:moveTo>
                    <a:lnTo>
                      <a:pt x="60" y="3"/>
                    </a:lnTo>
                    <a:cubicBezTo>
                      <a:pt x="54" y="7"/>
                      <a:pt x="47" y="11"/>
                      <a:pt x="41" y="16"/>
                    </a:cubicBezTo>
                    <a:lnTo>
                      <a:pt x="41" y="16"/>
                    </a:lnTo>
                    <a:cubicBezTo>
                      <a:pt x="42" y="15"/>
                      <a:pt x="43" y="15"/>
                      <a:pt x="44" y="14"/>
                    </a:cubicBezTo>
                    <a:cubicBezTo>
                      <a:pt x="49" y="10"/>
                      <a:pt x="54" y="6"/>
                      <a:pt x="60" y="3"/>
                    </a:cubicBezTo>
                    <a:close/>
                    <a:moveTo>
                      <a:pt x="41" y="16"/>
                    </a:moveTo>
                    <a:lnTo>
                      <a:pt x="41" y="16"/>
                    </a:lnTo>
                    <a:cubicBezTo>
                      <a:pt x="39" y="18"/>
                      <a:pt x="37" y="19"/>
                      <a:pt x="35" y="20"/>
                    </a:cubicBezTo>
                    <a:lnTo>
                      <a:pt x="35" y="20"/>
                    </a:lnTo>
                    <a:cubicBezTo>
                      <a:pt x="36" y="19"/>
                      <a:pt x="38" y="18"/>
                      <a:pt x="39" y="17"/>
                    </a:cubicBezTo>
                    <a:cubicBezTo>
                      <a:pt x="40" y="17"/>
                      <a:pt x="40" y="17"/>
                      <a:pt x="41" y="16"/>
                    </a:cubicBezTo>
                    <a:close/>
                    <a:moveTo>
                      <a:pt x="35" y="20"/>
                    </a:moveTo>
                    <a:lnTo>
                      <a:pt x="35" y="20"/>
                    </a:lnTo>
                    <a:cubicBezTo>
                      <a:pt x="23" y="27"/>
                      <a:pt x="11" y="34"/>
                      <a:pt x="1" y="41"/>
                    </a:cubicBezTo>
                    <a:cubicBezTo>
                      <a:pt x="12" y="35"/>
                      <a:pt x="24" y="27"/>
                      <a:pt x="35" y="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
              <p:cNvSpPr/>
              <p:nvPr/>
            </p:nvSpPr>
            <p:spPr>
              <a:xfrm>
                <a:off x="971719" y="1919997"/>
                <a:ext cx="143" cy="214"/>
              </a:xfrm>
              <a:custGeom>
                <a:rect b="b" l="l" r="r" t="t"/>
                <a:pathLst>
                  <a:path extrusionOk="0" h="9" w="6">
                    <a:moveTo>
                      <a:pt x="5" y="1"/>
                    </a:moveTo>
                    <a:cubicBezTo>
                      <a:pt x="2" y="2"/>
                      <a:pt x="2" y="4"/>
                      <a:pt x="0" y="9"/>
                    </a:cubicBezTo>
                    <a:cubicBezTo>
                      <a:pt x="2" y="6"/>
                      <a:pt x="5" y="4"/>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
              <p:cNvSpPr/>
              <p:nvPr/>
            </p:nvSpPr>
            <p:spPr>
              <a:xfrm>
                <a:off x="980698" y="1904208"/>
                <a:ext cx="714" cy="1024"/>
              </a:xfrm>
              <a:custGeom>
                <a:rect b="b" l="l" r="r" t="t"/>
                <a:pathLst>
                  <a:path extrusionOk="0" h="43" w="30">
                    <a:moveTo>
                      <a:pt x="30" y="1"/>
                    </a:moveTo>
                    <a:lnTo>
                      <a:pt x="30" y="1"/>
                    </a:lnTo>
                    <a:cubicBezTo>
                      <a:pt x="29" y="2"/>
                      <a:pt x="28" y="3"/>
                      <a:pt x="28" y="5"/>
                    </a:cubicBezTo>
                    <a:lnTo>
                      <a:pt x="28" y="5"/>
                    </a:lnTo>
                    <a:cubicBezTo>
                      <a:pt x="28" y="4"/>
                      <a:pt x="29" y="2"/>
                      <a:pt x="30" y="1"/>
                    </a:cubicBezTo>
                    <a:close/>
                    <a:moveTo>
                      <a:pt x="28" y="5"/>
                    </a:moveTo>
                    <a:lnTo>
                      <a:pt x="28" y="5"/>
                    </a:lnTo>
                    <a:cubicBezTo>
                      <a:pt x="25" y="9"/>
                      <a:pt x="22" y="11"/>
                      <a:pt x="20" y="12"/>
                    </a:cubicBezTo>
                    <a:cubicBezTo>
                      <a:pt x="14" y="24"/>
                      <a:pt x="6" y="33"/>
                      <a:pt x="1" y="43"/>
                    </a:cubicBezTo>
                    <a:cubicBezTo>
                      <a:pt x="7" y="32"/>
                      <a:pt x="17" y="20"/>
                      <a:pt x="25" y="9"/>
                    </a:cubicBezTo>
                    <a:cubicBezTo>
                      <a:pt x="26" y="8"/>
                      <a:pt x="27" y="6"/>
                      <a:pt x="28" y="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
              <p:cNvSpPr/>
              <p:nvPr/>
            </p:nvSpPr>
            <p:spPr>
              <a:xfrm>
                <a:off x="985342" y="1896373"/>
                <a:ext cx="1667" cy="2262"/>
              </a:xfrm>
              <a:custGeom>
                <a:rect b="b" l="l" r="r" t="t"/>
                <a:pathLst>
                  <a:path extrusionOk="0" h="95" w="70">
                    <a:moveTo>
                      <a:pt x="70" y="1"/>
                    </a:moveTo>
                    <a:lnTo>
                      <a:pt x="70" y="1"/>
                    </a:lnTo>
                    <a:cubicBezTo>
                      <a:pt x="67" y="5"/>
                      <a:pt x="64" y="10"/>
                      <a:pt x="60" y="15"/>
                    </a:cubicBezTo>
                    <a:lnTo>
                      <a:pt x="60" y="15"/>
                    </a:lnTo>
                    <a:cubicBezTo>
                      <a:pt x="64" y="10"/>
                      <a:pt x="67" y="6"/>
                      <a:pt x="70" y="1"/>
                    </a:cubicBezTo>
                    <a:close/>
                    <a:moveTo>
                      <a:pt x="60" y="15"/>
                    </a:moveTo>
                    <a:lnTo>
                      <a:pt x="60" y="15"/>
                    </a:lnTo>
                    <a:cubicBezTo>
                      <a:pt x="54" y="24"/>
                      <a:pt x="46" y="33"/>
                      <a:pt x="38" y="41"/>
                    </a:cubicBezTo>
                    <a:cubicBezTo>
                      <a:pt x="26" y="61"/>
                      <a:pt x="12" y="77"/>
                      <a:pt x="0" y="95"/>
                    </a:cubicBezTo>
                    <a:lnTo>
                      <a:pt x="4" y="90"/>
                    </a:lnTo>
                    <a:cubicBezTo>
                      <a:pt x="23" y="65"/>
                      <a:pt x="42" y="40"/>
                      <a:pt x="60" y="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
              <p:cNvSpPr/>
              <p:nvPr/>
            </p:nvSpPr>
            <p:spPr>
              <a:xfrm>
                <a:off x="1014467" y="1865128"/>
                <a:ext cx="2739" cy="2215"/>
              </a:xfrm>
              <a:custGeom>
                <a:rect b="b" l="l" r="r" t="t"/>
                <a:pathLst>
                  <a:path extrusionOk="0" h="93" w="115">
                    <a:moveTo>
                      <a:pt x="114" y="0"/>
                    </a:moveTo>
                    <a:lnTo>
                      <a:pt x="114" y="0"/>
                    </a:lnTo>
                    <a:cubicBezTo>
                      <a:pt x="106" y="7"/>
                      <a:pt x="95" y="15"/>
                      <a:pt x="87" y="21"/>
                    </a:cubicBezTo>
                    <a:cubicBezTo>
                      <a:pt x="72" y="34"/>
                      <a:pt x="57" y="46"/>
                      <a:pt x="41" y="59"/>
                    </a:cubicBezTo>
                    <a:lnTo>
                      <a:pt x="41" y="59"/>
                    </a:lnTo>
                    <a:cubicBezTo>
                      <a:pt x="65" y="41"/>
                      <a:pt x="90" y="21"/>
                      <a:pt x="114" y="0"/>
                    </a:cubicBezTo>
                    <a:close/>
                    <a:moveTo>
                      <a:pt x="41" y="59"/>
                    </a:moveTo>
                    <a:lnTo>
                      <a:pt x="41" y="59"/>
                    </a:lnTo>
                    <a:cubicBezTo>
                      <a:pt x="39" y="61"/>
                      <a:pt x="36" y="63"/>
                      <a:pt x="33" y="65"/>
                    </a:cubicBezTo>
                    <a:cubicBezTo>
                      <a:pt x="25" y="71"/>
                      <a:pt x="16" y="79"/>
                      <a:pt x="8" y="86"/>
                    </a:cubicBezTo>
                    <a:lnTo>
                      <a:pt x="8" y="86"/>
                    </a:lnTo>
                    <a:cubicBezTo>
                      <a:pt x="19" y="77"/>
                      <a:pt x="30" y="68"/>
                      <a:pt x="41" y="59"/>
                    </a:cubicBezTo>
                    <a:close/>
                    <a:moveTo>
                      <a:pt x="8" y="86"/>
                    </a:moveTo>
                    <a:cubicBezTo>
                      <a:pt x="6" y="88"/>
                      <a:pt x="3" y="90"/>
                      <a:pt x="1" y="93"/>
                    </a:cubicBezTo>
                    <a:cubicBezTo>
                      <a:pt x="3" y="91"/>
                      <a:pt x="6" y="88"/>
                      <a:pt x="8" y="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
              <p:cNvSpPr/>
              <p:nvPr/>
            </p:nvSpPr>
            <p:spPr>
              <a:xfrm>
                <a:off x="1008728" y="1870224"/>
                <a:ext cx="2501" cy="2167"/>
              </a:xfrm>
              <a:custGeom>
                <a:rect b="b" l="l" r="r" t="t"/>
                <a:pathLst>
                  <a:path extrusionOk="0" h="91" w="105">
                    <a:moveTo>
                      <a:pt x="104" y="0"/>
                    </a:moveTo>
                    <a:lnTo>
                      <a:pt x="104" y="0"/>
                    </a:lnTo>
                    <a:cubicBezTo>
                      <a:pt x="102" y="2"/>
                      <a:pt x="99" y="4"/>
                      <a:pt x="97" y="6"/>
                    </a:cubicBezTo>
                    <a:lnTo>
                      <a:pt x="97" y="6"/>
                    </a:lnTo>
                    <a:cubicBezTo>
                      <a:pt x="100" y="4"/>
                      <a:pt x="102" y="2"/>
                      <a:pt x="104" y="0"/>
                    </a:cubicBezTo>
                    <a:close/>
                    <a:moveTo>
                      <a:pt x="97" y="6"/>
                    </a:moveTo>
                    <a:lnTo>
                      <a:pt x="97" y="6"/>
                    </a:lnTo>
                    <a:cubicBezTo>
                      <a:pt x="90" y="11"/>
                      <a:pt x="83" y="15"/>
                      <a:pt x="77" y="21"/>
                    </a:cubicBezTo>
                    <a:cubicBezTo>
                      <a:pt x="63" y="33"/>
                      <a:pt x="49" y="46"/>
                      <a:pt x="35" y="58"/>
                    </a:cubicBezTo>
                    <a:lnTo>
                      <a:pt x="35" y="58"/>
                    </a:lnTo>
                    <a:cubicBezTo>
                      <a:pt x="40" y="54"/>
                      <a:pt x="45" y="50"/>
                      <a:pt x="51" y="45"/>
                    </a:cubicBezTo>
                    <a:cubicBezTo>
                      <a:pt x="65" y="34"/>
                      <a:pt x="80" y="20"/>
                      <a:pt x="97" y="6"/>
                    </a:cubicBezTo>
                    <a:close/>
                    <a:moveTo>
                      <a:pt x="35" y="58"/>
                    </a:moveTo>
                    <a:lnTo>
                      <a:pt x="35" y="58"/>
                    </a:lnTo>
                    <a:cubicBezTo>
                      <a:pt x="23" y="69"/>
                      <a:pt x="12" y="79"/>
                      <a:pt x="0" y="91"/>
                    </a:cubicBezTo>
                    <a:cubicBezTo>
                      <a:pt x="12" y="80"/>
                      <a:pt x="23" y="69"/>
                      <a:pt x="35" y="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
              <p:cNvSpPr/>
              <p:nvPr/>
            </p:nvSpPr>
            <p:spPr>
              <a:xfrm>
                <a:off x="1020350" y="1860651"/>
                <a:ext cx="2715" cy="2072"/>
              </a:xfrm>
              <a:custGeom>
                <a:rect b="b" l="l" r="r" t="t"/>
                <a:pathLst>
                  <a:path extrusionOk="0" h="87" w="114">
                    <a:moveTo>
                      <a:pt x="114" y="0"/>
                    </a:moveTo>
                    <a:lnTo>
                      <a:pt x="114" y="0"/>
                    </a:lnTo>
                    <a:cubicBezTo>
                      <a:pt x="112" y="2"/>
                      <a:pt x="110" y="3"/>
                      <a:pt x="108" y="5"/>
                    </a:cubicBezTo>
                    <a:lnTo>
                      <a:pt x="108" y="5"/>
                    </a:lnTo>
                    <a:cubicBezTo>
                      <a:pt x="110" y="3"/>
                      <a:pt x="112" y="2"/>
                      <a:pt x="114" y="0"/>
                    </a:cubicBezTo>
                    <a:close/>
                    <a:moveTo>
                      <a:pt x="108" y="5"/>
                    </a:moveTo>
                    <a:lnTo>
                      <a:pt x="108" y="5"/>
                    </a:lnTo>
                    <a:cubicBezTo>
                      <a:pt x="102" y="8"/>
                      <a:pt x="97" y="11"/>
                      <a:pt x="91" y="16"/>
                    </a:cubicBezTo>
                    <a:cubicBezTo>
                      <a:pt x="85" y="21"/>
                      <a:pt x="78" y="26"/>
                      <a:pt x="72" y="31"/>
                    </a:cubicBezTo>
                    <a:lnTo>
                      <a:pt x="72" y="31"/>
                    </a:lnTo>
                    <a:cubicBezTo>
                      <a:pt x="84" y="22"/>
                      <a:pt x="96" y="13"/>
                      <a:pt x="108" y="5"/>
                    </a:cubicBezTo>
                    <a:close/>
                    <a:moveTo>
                      <a:pt x="72" y="31"/>
                    </a:moveTo>
                    <a:cubicBezTo>
                      <a:pt x="53" y="45"/>
                      <a:pt x="33" y="60"/>
                      <a:pt x="13" y="75"/>
                    </a:cubicBezTo>
                    <a:cubicBezTo>
                      <a:pt x="8" y="80"/>
                      <a:pt x="3" y="81"/>
                      <a:pt x="0" y="86"/>
                    </a:cubicBezTo>
                    <a:cubicBezTo>
                      <a:pt x="24" y="67"/>
                      <a:pt x="49" y="49"/>
                      <a:pt x="7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
              <p:cNvSpPr/>
              <p:nvPr/>
            </p:nvSpPr>
            <p:spPr>
              <a:xfrm>
                <a:off x="995606" y="1883441"/>
                <a:ext cx="2143" cy="2477"/>
              </a:xfrm>
              <a:custGeom>
                <a:rect b="b" l="l" r="r" t="t"/>
                <a:pathLst>
                  <a:path extrusionOk="0" h="104" w="90">
                    <a:moveTo>
                      <a:pt x="89" y="1"/>
                    </a:moveTo>
                    <a:lnTo>
                      <a:pt x="89" y="1"/>
                    </a:lnTo>
                    <a:cubicBezTo>
                      <a:pt x="82" y="9"/>
                      <a:pt x="75" y="17"/>
                      <a:pt x="67" y="25"/>
                    </a:cubicBezTo>
                    <a:lnTo>
                      <a:pt x="67" y="25"/>
                    </a:lnTo>
                    <a:lnTo>
                      <a:pt x="80" y="14"/>
                    </a:lnTo>
                    <a:cubicBezTo>
                      <a:pt x="83" y="9"/>
                      <a:pt x="88" y="6"/>
                      <a:pt x="89" y="1"/>
                    </a:cubicBezTo>
                    <a:close/>
                    <a:moveTo>
                      <a:pt x="67" y="25"/>
                    </a:moveTo>
                    <a:lnTo>
                      <a:pt x="60" y="32"/>
                    </a:lnTo>
                    <a:cubicBezTo>
                      <a:pt x="41" y="54"/>
                      <a:pt x="20" y="79"/>
                      <a:pt x="0" y="103"/>
                    </a:cubicBezTo>
                    <a:cubicBezTo>
                      <a:pt x="24" y="77"/>
                      <a:pt x="45" y="51"/>
                      <a:pt x="67" y="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
              <p:cNvSpPr/>
              <p:nvPr/>
            </p:nvSpPr>
            <p:spPr>
              <a:xfrm>
                <a:off x="990343" y="1889705"/>
                <a:ext cx="2048" cy="2453"/>
              </a:xfrm>
              <a:custGeom>
                <a:rect b="b" l="l" r="r" t="t"/>
                <a:pathLst>
                  <a:path extrusionOk="0" h="103" w="86">
                    <a:moveTo>
                      <a:pt x="85" y="0"/>
                    </a:moveTo>
                    <a:lnTo>
                      <a:pt x="50" y="43"/>
                    </a:lnTo>
                    <a:lnTo>
                      <a:pt x="30" y="67"/>
                    </a:lnTo>
                    <a:lnTo>
                      <a:pt x="30" y="67"/>
                    </a:lnTo>
                    <a:lnTo>
                      <a:pt x="85" y="0"/>
                    </a:lnTo>
                    <a:close/>
                    <a:moveTo>
                      <a:pt x="30" y="67"/>
                    </a:moveTo>
                    <a:lnTo>
                      <a:pt x="1" y="103"/>
                    </a:lnTo>
                    <a:lnTo>
                      <a:pt x="1" y="103"/>
                    </a:lnTo>
                    <a:lnTo>
                      <a:pt x="25" y="73"/>
                    </a:lnTo>
                    <a:lnTo>
                      <a:pt x="30" y="6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
              <p:cNvSpPr/>
              <p:nvPr/>
            </p:nvSpPr>
            <p:spPr>
              <a:xfrm>
                <a:off x="1026470" y="1856626"/>
                <a:ext cx="2501" cy="1691"/>
              </a:xfrm>
              <a:custGeom>
                <a:rect b="b" l="l" r="r" t="t"/>
                <a:pathLst>
                  <a:path extrusionOk="0" h="71" w="105">
                    <a:moveTo>
                      <a:pt x="105" y="1"/>
                    </a:moveTo>
                    <a:cubicBezTo>
                      <a:pt x="98" y="4"/>
                      <a:pt x="92" y="7"/>
                      <a:pt x="85" y="12"/>
                    </a:cubicBezTo>
                    <a:cubicBezTo>
                      <a:pt x="75" y="19"/>
                      <a:pt x="65" y="26"/>
                      <a:pt x="55" y="33"/>
                    </a:cubicBezTo>
                    <a:lnTo>
                      <a:pt x="55" y="33"/>
                    </a:lnTo>
                    <a:cubicBezTo>
                      <a:pt x="71" y="22"/>
                      <a:pt x="88" y="11"/>
                      <a:pt x="105" y="1"/>
                    </a:cubicBezTo>
                    <a:close/>
                    <a:moveTo>
                      <a:pt x="55" y="33"/>
                    </a:moveTo>
                    <a:lnTo>
                      <a:pt x="55" y="33"/>
                    </a:lnTo>
                    <a:cubicBezTo>
                      <a:pt x="40" y="43"/>
                      <a:pt x="26" y="53"/>
                      <a:pt x="11" y="63"/>
                    </a:cubicBezTo>
                    <a:lnTo>
                      <a:pt x="11" y="63"/>
                    </a:lnTo>
                    <a:cubicBezTo>
                      <a:pt x="13" y="62"/>
                      <a:pt x="14" y="61"/>
                      <a:pt x="15" y="61"/>
                    </a:cubicBezTo>
                    <a:cubicBezTo>
                      <a:pt x="29" y="51"/>
                      <a:pt x="42" y="42"/>
                      <a:pt x="55" y="33"/>
                    </a:cubicBezTo>
                    <a:close/>
                    <a:moveTo>
                      <a:pt x="11" y="63"/>
                    </a:moveTo>
                    <a:cubicBezTo>
                      <a:pt x="7" y="65"/>
                      <a:pt x="3" y="67"/>
                      <a:pt x="1" y="70"/>
                    </a:cubicBezTo>
                    <a:cubicBezTo>
                      <a:pt x="4" y="68"/>
                      <a:pt x="8" y="65"/>
                      <a:pt x="11"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
              <p:cNvSpPr/>
              <p:nvPr/>
            </p:nvSpPr>
            <p:spPr>
              <a:xfrm>
                <a:off x="980483" y="1844290"/>
                <a:ext cx="113717" cy="78518"/>
              </a:xfrm>
              <a:custGeom>
                <a:rect b="b" l="l" r="r" t="t"/>
                <a:pathLst>
                  <a:path extrusionOk="0" h="3297" w="4775">
                    <a:moveTo>
                      <a:pt x="3536" y="0"/>
                    </a:moveTo>
                    <a:cubicBezTo>
                      <a:pt x="2420" y="478"/>
                      <a:pt x="1522" y="1219"/>
                      <a:pt x="840" y="2045"/>
                    </a:cubicBezTo>
                    <a:cubicBezTo>
                      <a:pt x="838" y="2047"/>
                      <a:pt x="835" y="2050"/>
                      <a:pt x="833" y="2053"/>
                    </a:cubicBezTo>
                    <a:cubicBezTo>
                      <a:pt x="506" y="2452"/>
                      <a:pt x="227" y="2872"/>
                      <a:pt x="0" y="3296"/>
                    </a:cubicBezTo>
                    <a:cubicBezTo>
                      <a:pt x="613" y="2671"/>
                      <a:pt x="1739" y="1502"/>
                      <a:pt x="3057" y="854"/>
                    </a:cubicBezTo>
                    <a:cubicBezTo>
                      <a:pt x="3604" y="583"/>
                      <a:pt x="4185" y="402"/>
                      <a:pt x="4774" y="389"/>
                    </a:cubicBezTo>
                    <a:cubicBezTo>
                      <a:pt x="4585" y="279"/>
                      <a:pt x="4390" y="186"/>
                      <a:pt x="4191" y="122"/>
                    </a:cubicBezTo>
                    <a:cubicBezTo>
                      <a:pt x="4180" y="118"/>
                      <a:pt x="4170" y="113"/>
                      <a:pt x="4159" y="112"/>
                    </a:cubicBezTo>
                    <a:cubicBezTo>
                      <a:pt x="4065" y="84"/>
                      <a:pt x="3972" y="60"/>
                      <a:pt x="3878" y="41"/>
                    </a:cubicBezTo>
                    <a:cubicBezTo>
                      <a:pt x="3862" y="37"/>
                      <a:pt x="3844" y="36"/>
                      <a:pt x="3828" y="32"/>
                    </a:cubicBezTo>
                    <a:cubicBezTo>
                      <a:pt x="3739" y="19"/>
                      <a:pt x="3650" y="6"/>
                      <a:pt x="3559" y="3"/>
                    </a:cubicBezTo>
                    <a:cubicBezTo>
                      <a:pt x="3553" y="3"/>
                      <a:pt x="3546" y="0"/>
                      <a:pt x="3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
              <p:cNvSpPr/>
              <p:nvPr/>
            </p:nvSpPr>
            <p:spPr>
              <a:xfrm>
                <a:off x="1392173" y="2697319"/>
                <a:ext cx="35341" cy="39271"/>
              </a:xfrm>
              <a:custGeom>
                <a:rect b="b" l="l" r="r" t="t"/>
                <a:pathLst>
                  <a:path extrusionOk="0" h="1649" w="1484">
                    <a:moveTo>
                      <a:pt x="1023" y="0"/>
                    </a:moveTo>
                    <a:cubicBezTo>
                      <a:pt x="1021" y="0"/>
                      <a:pt x="1021" y="2"/>
                      <a:pt x="1020" y="2"/>
                    </a:cubicBezTo>
                    <a:cubicBezTo>
                      <a:pt x="657" y="143"/>
                      <a:pt x="365" y="370"/>
                      <a:pt x="203" y="642"/>
                    </a:cubicBezTo>
                    <a:cubicBezTo>
                      <a:pt x="25" y="937"/>
                      <a:pt x="0" y="1277"/>
                      <a:pt x="124" y="1648"/>
                    </a:cubicBezTo>
                    <a:lnTo>
                      <a:pt x="1483" y="1123"/>
                    </a:lnTo>
                    <a:cubicBezTo>
                      <a:pt x="1344" y="757"/>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
              <p:cNvSpPr/>
              <p:nvPr/>
            </p:nvSpPr>
            <p:spPr>
              <a:xfrm>
                <a:off x="1260072" y="2667908"/>
                <a:ext cx="154893" cy="120790"/>
              </a:xfrm>
              <a:custGeom>
                <a:rect b="b" l="l" r="r" t="t"/>
                <a:pathLst>
                  <a:path extrusionOk="0" h="5072" w="6504">
                    <a:moveTo>
                      <a:pt x="5607" y="1"/>
                    </a:moveTo>
                    <a:cubicBezTo>
                      <a:pt x="5573" y="1"/>
                      <a:pt x="5539" y="7"/>
                      <a:pt x="5505" y="20"/>
                    </a:cubicBezTo>
                    <a:cubicBezTo>
                      <a:pt x="5445" y="41"/>
                      <a:pt x="5416" y="83"/>
                      <a:pt x="5402" y="135"/>
                    </a:cubicBezTo>
                    <a:cubicBezTo>
                      <a:pt x="5322" y="406"/>
                      <a:pt x="5701" y="1012"/>
                      <a:pt x="5141" y="1307"/>
                    </a:cubicBezTo>
                    <a:cubicBezTo>
                      <a:pt x="5141" y="1307"/>
                      <a:pt x="5137" y="1307"/>
                      <a:pt x="5137" y="1310"/>
                    </a:cubicBezTo>
                    <a:cubicBezTo>
                      <a:pt x="5108" y="1326"/>
                      <a:pt x="5077" y="1342"/>
                      <a:pt x="5039" y="1357"/>
                    </a:cubicBezTo>
                    <a:cubicBezTo>
                      <a:pt x="4949" y="1391"/>
                      <a:pt x="4860" y="1406"/>
                      <a:pt x="4774" y="1406"/>
                    </a:cubicBezTo>
                    <a:cubicBezTo>
                      <a:pt x="4457" y="1406"/>
                      <a:pt x="4191" y="1208"/>
                      <a:pt x="4125" y="1123"/>
                    </a:cubicBezTo>
                    <a:cubicBezTo>
                      <a:pt x="4043" y="1016"/>
                      <a:pt x="3741" y="582"/>
                      <a:pt x="3104" y="582"/>
                    </a:cubicBezTo>
                    <a:cubicBezTo>
                      <a:pt x="3095" y="582"/>
                      <a:pt x="3085" y="582"/>
                      <a:pt x="3076" y="582"/>
                    </a:cubicBezTo>
                    <a:lnTo>
                      <a:pt x="3065" y="582"/>
                    </a:lnTo>
                    <a:cubicBezTo>
                      <a:pt x="2400" y="598"/>
                      <a:pt x="2557" y="1213"/>
                      <a:pt x="2950" y="1619"/>
                    </a:cubicBezTo>
                    <a:cubicBezTo>
                      <a:pt x="2943" y="1650"/>
                      <a:pt x="2932" y="1684"/>
                      <a:pt x="2920" y="1717"/>
                    </a:cubicBezTo>
                    <a:cubicBezTo>
                      <a:pt x="3236" y="1759"/>
                      <a:pt x="3539" y="1875"/>
                      <a:pt x="3800" y="2057"/>
                    </a:cubicBezTo>
                    <a:cubicBezTo>
                      <a:pt x="3838" y="2083"/>
                      <a:pt x="3847" y="2135"/>
                      <a:pt x="3821" y="2170"/>
                    </a:cubicBezTo>
                    <a:cubicBezTo>
                      <a:pt x="3805" y="2193"/>
                      <a:pt x="3781" y="2204"/>
                      <a:pt x="3753" y="2204"/>
                    </a:cubicBezTo>
                    <a:cubicBezTo>
                      <a:pt x="3737" y="2204"/>
                      <a:pt x="3721" y="2201"/>
                      <a:pt x="3708" y="2191"/>
                    </a:cubicBezTo>
                    <a:cubicBezTo>
                      <a:pt x="3458" y="2016"/>
                      <a:pt x="3167" y="1905"/>
                      <a:pt x="2862" y="1872"/>
                    </a:cubicBezTo>
                    <a:cubicBezTo>
                      <a:pt x="2859" y="1872"/>
                      <a:pt x="2856" y="1871"/>
                      <a:pt x="2851" y="1869"/>
                    </a:cubicBezTo>
                    <a:cubicBezTo>
                      <a:pt x="2788" y="1984"/>
                      <a:pt x="2700" y="2107"/>
                      <a:pt x="2593" y="2237"/>
                    </a:cubicBezTo>
                    <a:cubicBezTo>
                      <a:pt x="2877" y="2285"/>
                      <a:pt x="3149" y="2402"/>
                      <a:pt x="3377" y="2577"/>
                    </a:cubicBezTo>
                    <a:cubicBezTo>
                      <a:pt x="3413" y="2606"/>
                      <a:pt x="3420" y="2657"/>
                      <a:pt x="3392" y="2691"/>
                    </a:cubicBezTo>
                    <a:cubicBezTo>
                      <a:pt x="3376" y="2712"/>
                      <a:pt x="3351" y="2723"/>
                      <a:pt x="3327" y="2723"/>
                    </a:cubicBezTo>
                    <a:cubicBezTo>
                      <a:pt x="3308" y="2723"/>
                      <a:pt x="3292" y="2718"/>
                      <a:pt x="3275" y="2707"/>
                    </a:cubicBezTo>
                    <a:cubicBezTo>
                      <a:pt x="3053" y="2535"/>
                      <a:pt x="2786" y="2426"/>
                      <a:pt x="2506" y="2388"/>
                    </a:cubicBezTo>
                    <a:cubicBezTo>
                      <a:pt x="2494" y="2386"/>
                      <a:pt x="2484" y="2381"/>
                      <a:pt x="2473" y="2375"/>
                    </a:cubicBezTo>
                    <a:cubicBezTo>
                      <a:pt x="2381" y="2480"/>
                      <a:pt x="2277" y="2588"/>
                      <a:pt x="2168" y="2694"/>
                    </a:cubicBezTo>
                    <a:cubicBezTo>
                      <a:pt x="2400" y="2786"/>
                      <a:pt x="2627" y="2900"/>
                      <a:pt x="2838" y="3037"/>
                    </a:cubicBezTo>
                    <a:cubicBezTo>
                      <a:pt x="2877" y="3062"/>
                      <a:pt x="2886" y="3112"/>
                      <a:pt x="2862" y="3151"/>
                    </a:cubicBezTo>
                    <a:cubicBezTo>
                      <a:pt x="2846" y="3175"/>
                      <a:pt x="2820" y="3188"/>
                      <a:pt x="2794" y="3188"/>
                    </a:cubicBezTo>
                    <a:cubicBezTo>
                      <a:pt x="2778" y="3188"/>
                      <a:pt x="2763" y="3183"/>
                      <a:pt x="2749" y="3175"/>
                    </a:cubicBezTo>
                    <a:cubicBezTo>
                      <a:pt x="2535" y="3036"/>
                      <a:pt x="2306" y="2921"/>
                      <a:pt x="2066" y="2828"/>
                    </a:cubicBezTo>
                    <a:cubicBezTo>
                      <a:pt x="2058" y="2825"/>
                      <a:pt x="2050" y="2820"/>
                      <a:pt x="2044" y="2815"/>
                    </a:cubicBezTo>
                    <a:cubicBezTo>
                      <a:pt x="1959" y="2896"/>
                      <a:pt x="1872" y="2974"/>
                      <a:pt x="1784" y="3054"/>
                    </a:cubicBezTo>
                    <a:cubicBezTo>
                      <a:pt x="1361" y="3431"/>
                      <a:pt x="924" y="3772"/>
                      <a:pt x="669" y="3968"/>
                    </a:cubicBezTo>
                    <a:cubicBezTo>
                      <a:pt x="556" y="4055"/>
                      <a:pt x="460" y="4141"/>
                      <a:pt x="373" y="4230"/>
                    </a:cubicBezTo>
                    <a:cubicBezTo>
                      <a:pt x="131" y="4480"/>
                      <a:pt x="0" y="4746"/>
                      <a:pt x="10" y="5071"/>
                    </a:cubicBezTo>
                    <a:lnTo>
                      <a:pt x="880" y="4737"/>
                    </a:lnTo>
                    <a:lnTo>
                      <a:pt x="2361" y="4161"/>
                    </a:lnTo>
                    <a:lnTo>
                      <a:pt x="5518" y="2942"/>
                    </a:lnTo>
                    <a:cubicBezTo>
                      <a:pt x="5434" y="2694"/>
                      <a:pt x="5410" y="2451"/>
                      <a:pt x="5450" y="2224"/>
                    </a:cubicBezTo>
                    <a:lnTo>
                      <a:pt x="5450" y="2219"/>
                    </a:lnTo>
                    <a:cubicBezTo>
                      <a:pt x="5476" y="2070"/>
                      <a:pt x="5530" y="1926"/>
                      <a:pt x="5611" y="1791"/>
                    </a:cubicBezTo>
                    <a:cubicBezTo>
                      <a:pt x="5791" y="1491"/>
                      <a:pt x="6107" y="1240"/>
                      <a:pt x="6504" y="1086"/>
                    </a:cubicBezTo>
                    <a:cubicBezTo>
                      <a:pt x="6214" y="477"/>
                      <a:pt x="5904" y="1"/>
                      <a:pt x="5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
              <p:cNvSpPr/>
              <p:nvPr/>
            </p:nvSpPr>
            <p:spPr>
              <a:xfrm>
                <a:off x="1260762" y="2727683"/>
                <a:ext cx="171373" cy="68111"/>
              </a:xfrm>
              <a:custGeom>
                <a:rect b="b" l="l" r="r" t="t"/>
                <a:pathLst>
                  <a:path extrusionOk="0" h="2860" w="7196">
                    <a:moveTo>
                      <a:pt x="7060" y="1"/>
                    </a:moveTo>
                    <a:lnTo>
                      <a:pt x="5681" y="534"/>
                    </a:lnTo>
                    <a:lnTo>
                      <a:pt x="5679" y="534"/>
                    </a:lnTo>
                    <a:lnTo>
                      <a:pt x="5622" y="557"/>
                    </a:lnTo>
                    <a:lnTo>
                      <a:pt x="2408" y="1796"/>
                    </a:lnTo>
                    <a:lnTo>
                      <a:pt x="976" y="2349"/>
                    </a:lnTo>
                    <a:lnTo>
                      <a:pt x="15" y="2720"/>
                    </a:lnTo>
                    <a:cubicBezTo>
                      <a:pt x="10" y="2722"/>
                      <a:pt x="3" y="2722"/>
                      <a:pt x="0" y="2722"/>
                    </a:cubicBezTo>
                    <a:cubicBezTo>
                      <a:pt x="8" y="2766"/>
                      <a:pt x="15" y="2813"/>
                      <a:pt x="26" y="2860"/>
                    </a:cubicBezTo>
                    <a:lnTo>
                      <a:pt x="1092" y="2462"/>
                    </a:lnTo>
                    <a:lnTo>
                      <a:pt x="2486" y="1942"/>
                    </a:lnTo>
                    <a:lnTo>
                      <a:pt x="3113" y="1707"/>
                    </a:lnTo>
                    <a:cubicBezTo>
                      <a:pt x="3141" y="1697"/>
                      <a:pt x="3169" y="1692"/>
                      <a:pt x="3196" y="1692"/>
                    </a:cubicBezTo>
                    <a:cubicBezTo>
                      <a:pt x="3281" y="1692"/>
                      <a:pt x="3363" y="1740"/>
                      <a:pt x="3407" y="1816"/>
                    </a:cubicBezTo>
                    <a:lnTo>
                      <a:pt x="5789" y="897"/>
                    </a:lnTo>
                    <a:lnTo>
                      <a:pt x="5792" y="897"/>
                    </a:lnTo>
                    <a:lnTo>
                      <a:pt x="7196" y="356"/>
                    </a:lnTo>
                    <a:cubicBezTo>
                      <a:pt x="7154" y="244"/>
                      <a:pt x="7107" y="124"/>
                      <a:pt x="7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
              <p:cNvSpPr/>
              <p:nvPr/>
            </p:nvSpPr>
            <p:spPr>
              <a:xfrm>
                <a:off x="1372216" y="2954593"/>
                <a:ext cx="80995" cy="109430"/>
              </a:xfrm>
              <a:custGeom>
                <a:rect b="b" l="l" r="r" t="t"/>
                <a:pathLst>
                  <a:path extrusionOk="0" h="4595" w="3401">
                    <a:moveTo>
                      <a:pt x="1991" y="0"/>
                    </a:moveTo>
                    <a:cubicBezTo>
                      <a:pt x="1986" y="2"/>
                      <a:pt x="1983" y="4"/>
                      <a:pt x="1978" y="9"/>
                    </a:cubicBezTo>
                    <a:cubicBezTo>
                      <a:pt x="1847" y="96"/>
                      <a:pt x="1707" y="171"/>
                      <a:pt x="1560" y="231"/>
                    </a:cubicBezTo>
                    <a:lnTo>
                      <a:pt x="1829" y="837"/>
                    </a:lnTo>
                    <a:lnTo>
                      <a:pt x="1916" y="1036"/>
                    </a:lnTo>
                    <a:lnTo>
                      <a:pt x="2623" y="2626"/>
                    </a:lnTo>
                    <a:lnTo>
                      <a:pt x="2689" y="2775"/>
                    </a:lnTo>
                    <a:lnTo>
                      <a:pt x="2825" y="3081"/>
                    </a:lnTo>
                    <a:lnTo>
                      <a:pt x="176" y="4125"/>
                    </a:lnTo>
                    <a:cubicBezTo>
                      <a:pt x="143" y="4136"/>
                      <a:pt x="114" y="4157"/>
                      <a:pt x="90" y="4182"/>
                    </a:cubicBezTo>
                    <a:cubicBezTo>
                      <a:pt x="25" y="4248"/>
                      <a:pt x="1" y="4347"/>
                      <a:pt x="38" y="4441"/>
                    </a:cubicBezTo>
                    <a:cubicBezTo>
                      <a:pt x="77" y="4537"/>
                      <a:pt x="168" y="4595"/>
                      <a:pt x="265" y="4595"/>
                    </a:cubicBezTo>
                    <a:cubicBezTo>
                      <a:pt x="296" y="4595"/>
                      <a:pt x="325" y="4588"/>
                      <a:pt x="354" y="4579"/>
                    </a:cubicBezTo>
                    <a:lnTo>
                      <a:pt x="3240" y="3443"/>
                    </a:lnTo>
                    <a:cubicBezTo>
                      <a:pt x="3302" y="3418"/>
                      <a:pt x="3352" y="3370"/>
                      <a:pt x="3376" y="3308"/>
                    </a:cubicBezTo>
                    <a:cubicBezTo>
                      <a:pt x="3401" y="3248"/>
                      <a:pt x="3401" y="3178"/>
                      <a:pt x="3375" y="3119"/>
                    </a:cubicBezTo>
                    <a:lnTo>
                      <a:pt x="3302" y="2943"/>
                    </a:lnTo>
                    <a:lnTo>
                      <a:pt x="3148" y="2597"/>
                    </a:lnTo>
                    <a:lnTo>
                      <a:pt x="3080" y="2448"/>
                    </a:lnTo>
                    <a:lnTo>
                      <a:pt x="2043" y="120"/>
                    </a:lnTo>
                    <a:lnTo>
                      <a:pt x="19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
              <p:cNvSpPr/>
              <p:nvPr/>
            </p:nvSpPr>
            <p:spPr>
              <a:xfrm>
                <a:off x="1512987" y="2672266"/>
                <a:ext cx="142128" cy="219431"/>
              </a:xfrm>
              <a:custGeom>
                <a:rect b="b" l="l" r="r" t="t"/>
                <a:pathLst>
                  <a:path extrusionOk="0" h="9214" w="5968">
                    <a:moveTo>
                      <a:pt x="5381" y="0"/>
                    </a:moveTo>
                    <a:cubicBezTo>
                      <a:pt x="2284" y="1948"/>
                      <a:pt x="173" y="5334"/>
                      <a:pt x="0" y="9214"/>
                    </a:cubicBezTo>
                    <a:lnTo>
                      <a:pt x="1217" y="9207"/>
                    </a:lnTo>
                    <a:cubicBezTo>
                      <a:pt x="1254" y="8510"/>
                      <a:pt x="1360" y="7830"/>
                      <a:pt x="1530" y="7173"/>
                    </a:cubicBezTo>
                    <a:cubicBezTo>
                      <a:pt x="1614" y="6846"/>
                      <a:pt x="1713" y="6524"/>
                      <a:pt x="1830" y="6209"/>
                    </a:cubicBezTo>
                    <a:cubicBezTo>
                      <a:pt x="1888" y="6050"/>
                      <a:pt x="1948" y="5895"/>
                      <a:pt x="2013" y="5742"/>
                    </a:cubicBezTo>
                    <a:cubicBezTo>
                      <a:pt x="2143" y="5434"/>
                      <a:pt x="2288" y="5135"/>
                      <a:pt x="2447" y="4843"/>
                    </a:cubicBezTo>
                    <a:cubicBezTo>
                      <a:pt x="2604" y="4553"/>
                      <a:pt x="2778" y="4269"/>
                      <a:pt x="2964" y="3995"/>
                    </a:cubicBezTo>
                    <a:cubicBezTo>
                      <a:pt x="3753" y="2827"/>
                      <a:pt x="4779" y="1832"/>
                      <a:pt x="5967" y="1070"/>
                    </a:cubicBezTo>
                    <a:lnTo>
                      <a:pt x="538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
              <p:cNvSpPr/>
              <p:nvPr/>
            </p:nvSpPr>
            <p:spPr>
              <a:xfrm>
                <a:off x="1764068" y="2877861"/>
                <a:ext cx="48821" cy="52822"/>
              </a:xfrm>
              <a:custGeom>
                <a:rect b="b" l="l" r="r" t="t"/>
                <a:pathLst>
                  <a:path extrusionOk="0" h="2218" w="2050">
                    <a:moveTo>
                      <a:pt x="941" y="1"/>
                    </a:moveTo>
                    <a:cubicBezTo>
                      <a:pt x="925" y="1"/>
                      <a:pt x="909" y="5"/>
                      <a:pt x="891" y="5"/>
                    </a:cubicBezTo>
                    <a:lnTo>
                      <a:pt x="1344" y="830"/>
                    </a:lnTo>
                    <a:cubicBezTo>
                      <a:pt x="1348" y="837"/>
                      <a:pt x="1349" y="847"/>
                      <a:pt x="1354" y="855"/>
                    </a:cubicBezTo>
                    <a:cubicBezTo>
                      <a:pt x="1364" y="872"/>
                      <a:pt x="1372" y="892"/>
                      <a:pt x="1379" y="913"/>
                    </a:cubicBezTo>
                    <a:cubicBezTo>
                      <a:pt x="1385" y="929"/>
                      <a:pt x="1390" y="947"/>
                      <a:pt x="1395" y="963"/>
                    </a:cubicBezTo>
                    <a:lnTo>
                      <a:pt x="1408" y="1018"/>
                    </a:lnTo>
                    <a:cubicBezTo>
                      <a:pt x="1411" y="1038"/>
                      <a:pt x="1413" y="1059"/>
                      <a:pt x="1413" y="1078"/>
                    </a:cubicBezTo>
                    <a:cubicBezTo>
                      <a:pt x="1413" y="1086"/>
                      <a:pt x="1416" y="1096"/>
                      <a:pt x="1416" y="1104"/>
                    </a:cubicBezTo>
                    <a:cubicBezTo>
                      <a:pt x="1416" y="1112"/>
                      <a:pt x="1413" y="1124"/>
                      <a:pt x="1413" y="1132"/>
                    </a:cubicBezTo>
                    <a:cubicBezTo>
                      <a:pt x="1416" y="1151"/>
                      <a:pt x="1413" y="1172"/>
                      <a:pt x="1411" y="1192"/>
                    </a:cubicBezTo>
                    <a:cubicBezTo>
                      <a:pt x="1409" y="1211"/>
                      <a:pt x="1404" y="1229"/>
                      <a:pt x="1401" y="1247"/>
                    </a:cubicBezTo>
                    <a:cubicBezTo>
                      <a:pt x="1396" y="1265"/>
                      <a:pt x="1391" y="1281"/>
                      <a:pt x="1385" y="1300"/>
                    </a:cubicBezTo>
                    <a:cubicBezTo>
                      <a:pt x="1379" y="1318"/>
                      <a:pt x="1372" y="1336"/>
                      <a:pt x="1364" y="1352"/>
                    </a:cubicBezTo>
                    <a:cubicBezTo>
                      <a:pt x="1356" y="1368"/>
                      <a:pt x="1348" y="1385"/>
                      <a:pt x="1338" y="1401"/>
                    </a:cubicBezTo>
                    <a:cubicBezTo>
                      <a:pt x="1328" y="1417"/>
                      <a:pt x="1320" y="1433"/>
                      <a:pt x="1307" y="1448"/>
                    </a:cubicBezTo>
                    <a:cubicBezTo>
                      <a:pt x="1297" y="1464"/>
                      <a:pt x="1286" y="1479"/>
                      <a:pt x="1272" y="1492"/>
                    </a:cubicBezTo>
                    <a:cubicBezTo>
                      <a:pt x="1259" y="1506"/>
                      <a:pt x="1247" y="1519"/>
                      <a:pt x="1233" y="1532"/>
                    </a:cubicBezTo>
                    <a:cubicBezTo>
                      <a:pt x="1218" y="1545"/>
                      <a:pt x="1205" y="1556"/>
                      <a:pt x="1191" y="1568"/>
                    </a:cubicBezTo>
                    <a:cubicBezTo>
                      <a:pt x="1174" y="1579"/>
                      <a:pt x="1158" y="1592"/>
                      <a:pt x="1140" y="1602"/>
                    </a:cubicBezTo>
                    <a:cubicBezTo>
                      <a:pt x="1132" y="1605"/>
                      <a:pt x="1126" y="1612"/>
                      <a:pt x="1118" y="1616"/>
                    </a:cubicBezTo>
                    <a:cubicBezTo>
                      <a:pt x="1111" y="1620"/>
                      <a:pt x="1105" y="1620"/>
                      <a:pt x="1097" y="1624"/>
                    </a:cubicBezTo>
                    <a:cubicBezTo>
                      <a:pt x="1066" y="1637"/>
                      <a:pt x="1037" y="1650"/>
                      <a:pt x="1004" y="1660"/>
                    </a:cubicBezTo>
                    <a:cubicBezTo>
                      <a:pt x="991" y="1665"/>
                      <a:pt x="981" y="1668"/>
                      <a:pt x="968" y="1670"/>
                    </a:cubicBezTo>
                    <a:cubicBezTo>
                      <a:pt x="926" y="1681"/>
                      <a:pt x="884" y="1686"/>
                      <a:pt x="840" y="1686"/>
                    </a:cubicBezTo>
                    <a:lnTo>
                      <a:pt x="1" y="1691"/>
                    </a:lnTo>
                    <a:cubicBezTo>
                      <a:pt x="195" y="2007"/>
                      <a:pt x="542" y="2218"/>
                      <a:pt x="941" y="2218"/>
                    </a:cubicBezTo>
                    <a:cubicBezTo>
                      <a:pt x="1552" y="2218"/>
                      <a:pt x="2049" y="1722"/>
                      <a:pt x="2049" y="1109"/>
                    </a:cubicBezTo>
                    <a:cubicBezTo>
                      <a:pt x="2049" y="498"/>
                      <a:pt x="1552" y="1"/>
                      <a:pt x="94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
              <p:cNvSpPr/>
              <p:nvPr/>
            </p:nvSpPr>
            <p:spPr>
              <a:xfrm>
                <a:off x="609112" y="2630399"/>
                <a:ext cx="547816" cy="547769"/>
              </a:xfrm>
              <a:custGeom>
                <a:rect b="b" l="l" r="r" t="t"/>
                <a:pathLst>
                  <a:path extrusionOk="0" h="23001" w="23003">
                    <a:moveTo>
                      <a:pt x="11500" y="0"/>
                    </a:moveTo>
                    <a:cubicBezTo>
                      <a:pt x="5157" y="0"/>
                      <a:pt x="0" y="5160"/>
                      <a:pt x="0" y="11500"/>
                    </a:cubicBezTo>
                    <a:cubicBezTo>
                      <a:pt x="0" y="17843"/>
                      <a:pt x="5160" y="23000"/>
                      <a:pt x="11500" y="23000"/>
                    </a:cubicBezTo>
                    <a:cubicBezTo>
                      <a:pt x="17844" y="23000"/>
                      <a:pt x="23002" y="17842"/>
                      <a:pt x="23002" y="11500"/>
                    </a:cubicBezTo>
                    <a:cubicBezTo>
                      <a:pt x="23002" y="6439"/>
                      <a:pt x="19715" y="2134"/>
                      <a:pt x="15168" y="601"/>
                    </a:cubicBezTo>
                    <a:lnTo>
                      <a:pt x="14836" y="1775"/>
                    </a:lnTo>
                    <a:cubicBezTo>
                      <a:pt x="16967" y="2507"/>
                      <a:pt x="18785" y="3919"/>
                      <a:pt x="20025" y="5755"/>
                    </a:cubicBezTo>
                    <a:cubicBezTo>
                      <a:pt x="20210" y="6029"/>
                      <a:pt x="20381" y="6312"/>
                      <a:pt x="20542" y="6604"/>
                    </a:cubicBezTo>
                    <a:cubicBezTo>
                      <a:pt x="20702" y="6896"/>
                      <a:pt x="20847" y="7196"/>
                      <a:pt x="20976" y="7504"/>
                    </a:cubicBezTo>
                    <a:cubicBezTo>
                      <a:pt x="21039" y="7658"/>
                      <a:pt x="21103" y="7813"/>
                      <a:pt x="21159" y="7969"/>
                    </a:cubicBezTo>
                    <a:cubicBezTo>
                      <a:pt x="21276" y="8283"/>
                      <a:pt x="21377" y="8606"/>
                      <a:pt x="21459" y="8933"/>
                    </a:cubicBezTo>
                    <a:cubicBezTo>
                      <a:pt x="21670" y="9753"/>
                      <a:pt x="21783" y="10615"/>
                      <a:pt x="21783" y="11500"/>
                    </a:cubicBezTo>
                    <a:cubicBezTo>
                      <a:pt x="21783" y="17171"/>
                      <a:pt x="17171" y="21783"/>
                      <a:pt x="11500" y="21783"/>
                    </a:cubicBezTo>
                    <a:cubicBezTo>
                      <a:pt x="5831" y="21783"/>
                      <a:pt x="1217" y="17171"/>
                      <a:pt x="1217" y="11500"/>
                    </a:cubicBezTo>
                    <a:cubicBezTo>
                      <a:pt x="1217" y="10615"/>
                      <a:pt x="1331" y="9753"/>
                      <a:pt x="1541" y="8933"/>
                    </a:cubicBezTo>
                    <a:cubicBezTo>
                      <a:pt x="1627" y="8606"/>
                      <a:pt x="1726" y="8283"/>
                      <a:pt x="1841" y="7969"/>
                    </a:cubicBezTo>
                    <a:cubicBezTo>
                      <a:pt x="1900" y="7812"/>
                      <a:pt x="1961" y="7654"/>
                      <a:pt x="2026" y="7504"/>
                    </a:cubicBezTo>
                    <a:cubicBezTo>
                      <a:pt x="2156" y="7196"/>
                      <a:pt x="2302" y="6896"/>
                      <a:pt x="2459" y="6604"/>
                    </a:cubicBezTo>
                    <a:cubicBezTo>
                      <a:pt x="2618" y="6312"/>
                      <a:pt x="2789" y="6029"/>
                      <a:pt x="2976" y="5755"/>
                    </a:cubicBezTo>
                    <a:cubicBezTo>
                      <a:pt x="4827" y="3018"/>
                      <a:pt x="7958" y="1217"/>
                      <a:pt x="11500" y="1217"/>
                    </a:cubicBezTo>
                    <a:cubicBezTo>
                      <a:pt x="12265" y="1217"/>
                      <a:pt x="13008" y="1305"/>
                      <a:pt x="13725" y="1462"/>
                    </a:cubicBezTo>
                    <a:lnTo>
                      <a:pt x="14058" y="290"/>
                    </a:lnTo>
                    <a:cubicBezTo>
                      <a:pt x="13234" y="101"/>
                      <a:pt x="12380" y="0"/>
                      <a:pt x="1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
              <p:cNvSpPr/>
              <p:nvPr/>
            </p:nvSpPr>
            <p:spPr>
              <a:xfrm>
                <a:off x="856622" y="2879099"/>
                <a:ext cx="52774" cy="51536"/>
              </a:xfrm>
              <a:custGeom>
                <a:rect b="b" l="l" r="r" t="t"/>
                <a:pathLst>
                  <a:path extrusionOk="0" h="2164" w="2216">
                    <a:moveTo>
                      <a:pt x="791" y="0"/>
                    </a:moveTo>
                    <a:lnTo>
                      <a:pt x="791" y="0"/>
                    </a:lnTo>
                    <a:cubicBezTo>
                      <a:pt x="336" y="138"/>
                      <a:pt x="0" y="555"/>
                      <a:pt x="0" y="1055"/>
                    </a:cubicBezTo>
                    <a:cubicBezTo>
                      <a:pt x="0" y="1666"/>
                      <a:pt x="496" y="2164"/>
                      <a:pt x="1107" y="2164"/>
                    </a:cubicBezTo>
                    <a:cubicBezTo>
                      <a:pt x="1720" y="2164"/>
                      <a:pt x="2216" y="1666"/>
                      <a:pt x="2216" y="1055"/>
                    </a:cubicBezTo>
                    <a:cubicBezTo>
                      <a:pt x="2216" y="759"/>
                      <a:pt x="2098" y="492"/>
                      <a:pt x="1908" y="294"/>
                    </a:cubicBezTo>
                    <a:lnTo>
                      <a:pt x="1663" y="1159"/>
                    </a:lnTo>
                    <a:cubicBezTo>
                      <a:pt x="1592" y="1412"/>
                      <a:pt x="1359" y="1577"/>
                      <a:pt x="1107" y="1577"/>
                    </a:cubicBezTo>
                    <a:cubicBezTo>
                      <a:pt x="1026" y="1577"/>
                      <a:pt x="944" y="1560"/>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
              <p:cNvSpPr/>
              <p:nvPr/>
            </p:nvSpPr>
            <p:spPr>
              <a:xfrm>
                <a:off x="1256856" y="2767931"/>
                <a:ext cx="169968" cy="177850"/>
              </a:xfrm>
              <a:custGeom>
                <a:rect b="b" l="l" r="r" t="t"/>
                <a:pathLst>
                  <a:path extrusionOk="0" h="7468" w="7137">
                    <a:moveTo>
                      <a:pt x="3359" y="0"/>
                    </a:moveTo>
                    <a:cubicBezTo>
                      <a:pt x="3332" y="0"/>
                      <a:pt x="3303" y="5"/>
                      <a:pt x="3276" y="16"/>
                    </a:cubicBezTo>
                    <a:lnTo>
                      <a:pt x="2647" y="252"/>
                    </a:lnTo>
                    <a:lnTo>
                      <a:pt x="1253" y="772"/>
                    </a:lnTo>
                    <a:lnTo>
                      <a:pt x="188" y="1170"/>
                    </a:lnTo>
                    <a:lnTo>
                      <a:pt x="176" y="1173"/>
                    </a:lnTo>
                    <a:cubicBezTo>
                      <a:pt x="140" y="1187"/>
                      <a:pt x="111" y="1210"/>
                      <a:pt x="86" y="1236"/>
                    </a:cubicBezTo>
                    <a:cubicBezTo>
                      <a:pt x="25" y="1301"/>
                      <a:pt x="0" y="1398"/>
                      <a:pt x="35" y="1487"/>
                    </a:cubicBezTo>
                    <a:cubicBezTo>
                      <a:pt x="71" y="1586"/>
                      <a:pt x="164" y="1646"/>
                      <a:pt x="264" y="1646"/>
                    </a:cubicBezTo>
                    <a:cubicBezTo>
                      <a:pt x="292" y="1646"/>
                      <a:pt x="321" y="1641"/>
                      <a:pt x="349" y="1631"/>
                    </a:cubicBezTo>
                    <a:lnTo>
                      <a:pt x="446" y="1594"/>
                    </a:lnTo>
                    <a:lnTo>
                      <a:pt x="1632" y="1152"/>
                    </a:lnTo>
                    <a:lnTo>
                      <a:pt x="2877" y="685"/>
                    </a:lnTo>
                    <a:lnTo>
                      <a:pt x="3235" y="552"/>
                    </a:lnTo>
                    <a:lnTo>
                      <a:pt x="4627" y="3495"/>
                    </a:lnTo>
                    <a:lnTo>
                      <a:pt x="4939" y="4155"/>
                    </a:lnTo>
                    <a:lnTo>
                      <a:pt x="4963" y="4208"/>
                    </a:lnTo>
                    <a:cubicBezTo>
                      <a:pt x="4909" y="4224"/>
                      <a:pt x="4858" y="4244"/>
                      <a:pt x="4804" y="4267"/>
                    </a:cubicBezTo>
                    <a:cubicBezTo>
                      <a:pt x="4428" y="4430"/>
                      <a:pt x="4123" y="4728"/>
                      <a:pt x="3952" y="5101"/>
                    </a:cubicBezTo>
                    <a:cubicBezTo>
                      <a:pt x="3853" y="5313"/>
                      <a:pt x="3798" y="5548"/>
                      <a:pt x="3798" y="5798"/>
                    </a:cubicBezTo>
                    <a:cubicBezTo>
                      <a:pt x="3798" y="6719"/>
                      <a:pt x="4548" y="7467"/>
                      <a:pt x="5467" y="7467"/>
                    </a:cubicBezTo>
                    <a:cubicBezTo>
                      <a:pt x="5686" y="7467"/>
                      <a:pt x="5893" y="7425"/>
                      <a:pt x="6083" y="7351"/>
                    </a:cubicBezTo>
                    <a:cubicBezTo>
                      <a:pt x="6204" y="7302"/>
                      <a:pt x="6321" y="7239"/>
                      <a:pt x="6428" y="7164"/>
                    </a:cubicBezTo>
                    <a:cubicBezTo>
                      <a:pt x="6454" y="7145"/>
                      <a:pt x="6483" y="7125"/>
                      <a:pt x="6507" y="7104"/>
                    </a:cubicBezTo>
                    <a:cubicBezTo>
                      <a:pt x="6746" y="6915"/>
                      <a:pt x="6930" y="6662"/>
                      <a:pt x="7036" y="6370"/>
                    </a:cubicBezTo>
                    <a:cubicBezTo>
                      <a:pt x="7101" y="6192"/>
                      <a:pt x="7136" y="6001"/>
                      <a:pt x="7136" y="5800"/>
                    </a:cubicBezTo>
                    <a:cubicBezTo>
                      <a:pt x="7136" y="5589"/>
                      <a:pt x="7096" y="5390"/>
                      <a:pt x="7026" y="5205"/>
                    </a:cubicBezTo>
                    <a:cubicBezTo>
                      <a:pt x="6979" y="5083"/>
                      <a:pt x="6921" y="4970"/>
                      <a:pt x="6849" y="4865"/>
                    </a:cubicBezTo>
                    <a:cubicBezTo>
                      <a:pt x="6793" y="4782"/>
                      <a:pt x="6728" y="4704"/>
                      <a:pt x="6658" y="4631"/>
                    </a:cubicBezTo>
                    <a:cubicBezTo>
                      <a:pt x="6355" y="4323"/>
                      <a:pt x="5935" y="4130"/>
                      <a:pt x="5470" y="4130"/>
                    </a:cubicBezTo>
                    <a:lnTo>
                      <a:pt x="5467" y="4130"/>
                    </a:lnTo>
                    <a:lnTo>
                      <a:pt x="5433" y="4057"/>
                    </a:lnTo>
                    <a:lnTo>
                      <a:pt x="5109" y="3374"/>
                    </a:lnTo>
                    <a:lnTo>
                      <a:pt x="3582" y="140"/>
                    </a:lnTo>
                    <a:cubicBezTo>
                      <a:pt x="3579" y="134"/>
                      <a:pt x="3574" y="132"/>
                      <a:pt x="3571" y="126"/>
                    </a:cubicBezTo>
                    <a:cubicBezTo>
                      <a:pt x="3527" y="47"/>
                      <a:pt x="3445" y="0"/>
                      <a:pt x="335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
              <p:cNvSpPr/>
              <p:nvPr/>
            </p:nvSpPr>
            <p:spPr>
              <a:xfrm>
                <a:off x="1529038" y="2342309"/>
                <a:ext cx="198712" cy="70659"/>
              </a:xfrm>
              <a:custGeom>
                <a:rect b="b" l="l" r="r" t="t"/>
                <a:pathLst>
                  <a:path extrusionOk="0" h="2967" w="8344">
                    <a:moveTo>
                      <a:pt x="7280" y="0"/>
                    </a:moveTo>
                    <a:cubicBezTo>
                      <a:pt x="7246" y="0"/>
                      <a:pt x="7211" y="3"/>
                      <a:pt x="7176" y="9"/>
                    </a:cubicBezTo>
                    <a:lnTo>
                      <a:pt x="4611" y="451"/>
                    </a:lnTo>
                    <a:cubicBezTo>
                      <a:pt x="4433" y="638"/>
                      <a:pt x="4245" y="811"/>
                      <a:pt x="4049" y="971"/>
                    </a:cubicBezTo>
                    <a:cubicBezTo>
                      <a:pt x="3995" y="1014"/>
                      <a:pt x="3940" y="1056"/>
                      <a:pt x="3887" y="1099"/>
                    </a:cubicBezTo>
                    <a:cubicBezTo>
                      <a:pt x="3770" y="1185"/>
                      <a:pt x="3655" y="1270"/>
                      <a:pt x="3535" y="1347"/>
                    </a:cubicBezTo>
                    <a:cubicBezTo>
                      <a:pt x="2705" y="1898"/>
                      <a:pt x="1807" y="2239"/>
                      <a:pt x="1107" y="2372"/>
                    </a:cubicBezTo>
                    <a:cubicBezTo>
                      <a:pt x="837" y="2422"/>
                      <a:pt x="459" y="2480"/>
                      <a:pt x="0" y="2543"/>
                    </a:cubicBezTo>
                    <a:cubicBezTo>
                      <a:pt x="574" y="2741"/>
                      <a:pt x="1255" y="2843"/>
                      <a:pt x="1914" y="2853"/>
                    </a:cubicBezTo>
                    <a:cubicBezTo>
                      <a:pt x="1961" y="2854"/>
                      <a:pt x="2008" y="2854"/>
                      <a:pt x="2054" y="2854"/>
                    </a:cubicBezTo>
                    <a:cubicBezTo>
                      <a:pt x="2415" y="2854"/>
                      <a:pt x="2764" y="2827"/>
                      <a:pt x="3079" y="2772"/>
                    </a:cubicBezTo>
                    <a:cubicBezTo>
                      <a:pt x="3379" y="2722"/>
                      <a:pt x="3652" y="2647"/>
                      <a:pt x="3872" y="2547"/>
                    </a:cubicBezTo>
                    <a:cubicBezTo>
                      <a:pt x="4016" y="2641"/>
                      <a:pt x="4175" y="2718"/>
                      <a:pt x="4345" y="2780"/>
                    </a:cubicBezTo>
                    <a:cubicBezTo>
                      <a:pt x="4685" y="2905"/>
                      <a:pt x="5068" y="2967"/>
                      <a:pt x="5454" y="2967"/>
                    </a:cubicBezTo>
                    <a:cubicBezTo>
                      <a:pt x="6876" y="2967"/>
                      <a:pt x="8343" y="2124"/>
                      <a:pt x="7883" y="453"/>
                    </a:cubicBezTo>
                    <a:cubicBezTo>
                      <a:pt x="7807" y="180"/>
                      <a:pt x="7555" y="0"/>
                      <a:pt x="72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
              <p:cNvSpPr/>
              <p:nvPr/>
            </p:nvSpPr>
            <p:spPr>
              <a:xfrm>
                <a:off x="831544" y="2281438"/>
                <a:ext cx="13146" cy="8788"/>
              </a:xfrm>
              <a:custGeom>
                <a:rect b="b" l="l" r="r" t="t"/>
                <a:pathLst>
                  <a:path extrusionOk="0" h="369" w="552">
                    <a:moveTo>
                      <a:pt x="0" y="1"/>
                    </a:moveTo>
                    <a:cubicBezTo>
                      <a:pt x="8" y="114"/>
                      <a:pt x="13" y="223"/>
                      <a:pt x="21" y="332"/>
                    </a:cubicBezTo>
                    <a:cubicBezTo>
                      <a:pt x="183" y="338"/>
                      <a:pt x="361" y="351"/>
                      <a:pt x="551" y="369"/>
                    </a:cubicBezTo>
                    <a:cubicBezTo>
                      <a:pt x="512" y="255"/>
                      <a:pt x="478" y="157"/>
                      <a:pt x="418" y="124"/>
                    </a:cubicBezTo>
                    <a:cubicBezTo>
                      <a:pt x="355" y="90"/>
                      <a:pt x="186" y="50"/>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
              <p:cNvSpPr/>
              <p:nvPr/>
            </p:nvSpPr>
            <p:spPr>
              <a:xfrm>
                <a:off x="830139" y="2255813"/>
                <a:ext cx="22839" cy="16671"/>
              </a:xfrm>
              <a:custGeom>
                <a:rect b="b" l="l" r="r" t="t"/>
                <a:pathLst>
                  <a:path extrusionOk="0" h="700" w="959">
                    <a:moveTo>
                      <a:pt x="477" y="0"/>
                    </a:moveTo>
                    <a:cubicBezTo>
                      <a:pt x="468" y="0"/>
                      <a:pt x="459" y="0"/>
                      <a:pt x="450" y="1"/>
                    </a:cubicBezTo>
                    <a:cubicBezTo>
                      <a:pt x="195" y="17"/>
                      <a:pt x="1" y="236"/>
                      <a:pt x="17" y="490"/>
                    </a:cubicBezTo>
                    <a:lnTo>
                      <a:pt x="23" y="571"/>
                    </a:lnTo>
                    <a:cubicBezTo>
                      <a:pt x="27" y="583"/>
                      <a:pt x="27" y="592"/>
                      <a:pt x="28" y="600"/>
                    </a:cubicBezTo>
                    <a:cubicBezTo>
                      <a:pt x="81" y="598"/>
                      <a:pt x="136" y="598"/>
                      <a:pt x="189" y="598"/>
                    </a:cubicBezTo>
                    <a:cubicBezTo>
                      <a:pt x="357" y="598"/>
                      <a:pt x="521" y="606"/>
                      <a:pt x="646" y="620"/>
                    </a:cubicBezTo>
                    <a:cubicBezTo>
                      <a:pt x="728" y="631"/>
                      <a:pt x="837" y="657"/>
                      <a:pt x="958" y="699"/>
                    </a:cubicBezTo>
                    <a:cubicBezTo>
                      <a:pt x="954" y="636"/>
                      <a:pt x="950" y="576"/>
                      <a:pt x="946" y="513"/>
                    </a:cubicBezTo>
                    <a:lnTo>
                      <a:pt x="939" y="432"/>
                    </a:lnTo>
                    <a:cubicBezTo>
                      <a:pt x="923" y="188"/>
                      <a:pt x="721" y="0"/>
                      <a:pt x="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
              <p:cNvSpPr/>
              <p:nvPr/>
            </p:nvSpPr>
            <p:spPr>
              <a:xfrm>
                <a:off x="837641" y="2360075"/>
                <a:ext cx="118646" cy="98618"/>
              </a:xfrm>
              <a:custGeom>
                <a:rect b="b" l="l" r="r" t="t"/>
                <a:pathLst>
                  <a:path extrusionOk="0" h="4141" w="4982">
                    <a:moveTo>
                      <a:pt x="922" y="0"/>
                    </a:moveTo>
                    <a:cubicBezTo>
                      <a:pt x="628" y="61"/>
                      <a:pt x="364" y="90"/>
                      <a:pt x="189" y="90"/>
                    </a:cubicBezTo>
                    <a:cubicBezTo>
                      <a:pt x="160" y="90"/>
                      <a:pt x="133" y="89"/>
                      <a:pt x="109" y="88"/>
                    </a:cubicBezTo>
                    <a:cubicBezTo>
                      <a:pt x="68" y="83"/>
                      <a:pt x="31" y="80"/>
                      <a:pt x="8" y="71"/>
                    </a:cubicBezTo>
                    <a:cubicBezTo>
                      <a:pt x="7" y="71"/>
                      <a:pt x="5" y="68"/>
                      <a:pt x="0" y="67"/>
                    </a:cubicBezTo>
                    <a:lnTo>
                      <a:pt x="0" y="67"/>
                    </a:lnTo>
                    <a:cubicBezTo>
                      <a:pt x="114" y="1287"/>
                      <a:pt x="219" y="2042"/>
                      <a:pt x="323" y="2379"/>
                    </a:cubicBezTo>
                    <a:cubicBezTo>
                      <a:pt x="538" y="3081"/>
                      <a:pt x="1149" y="4141"/>
                      <a:pt x="2891" y="4141"/>
                    </a:cubicBezTo>
                    <a:cubicBezTo>
                      <a:pt x="3180" y="4141"/>
                      <a:pt x="3496" y="4113"/>
                      <a:pt x="3847" y="4049"/>
                    </a:cubicBezTo>
                    <a:cubicBezTo>
                      <a:pt x="4204" y="3984"/>
                      <a:pt x="4496" y="3794"/>
                      <a:pt x="4692" y="3501"/>
                    </a:cubicBezTo>
                    <a:cubicBezTo>
                      <a:pt x="4959" y="3104"/>
                      <a:pt x="4982" y="2616"/>
                      <a:pt x="4915" y="2293"/>
                    </a:cubicBezTo>
                    <a:cubicBezTo>
                      <a:pt x="4869" y="2076"/>
                      <a:pt x="4678" y="1927"/>
                      <a:pt x="4463" y="1927"/>
                    </a:cubicBezTo>
                    <a:cubicBezTo>
                      <a:pt x="4432" y="1927"/>
                      <a:pt x="4400" y="1930"/>
                      <a:pt x="4368" y="1937"/>
                    </a:cubicBezTo>
                    <a:cubicBezTo>
                      <a:pt x="4120" y="1989"/>
                      <a:pt x="3959" y="2235"/>
                      <a:pt x="4011" y="2483"/>
                    </a:cubicBezTo>
                    <a:cubicBezTo>
                      <a:pt x="4040" y="2621"/>
                      <a:pt x="4026" y="2838"/>
                      <a:pt x="3927" y="2985"/>
                    </a:cubicBezTo>
                    <a:cubicBezTo>
                      <a:pt x="3870" y="3071"/>
                      <a:pt x="3792" y="3120"/>
                      <a:pt x="3684" y="3141"/>
                    </a:cubicBezTo>
                    <a:cubicBezTo>
                      <a:pt x="3392" y="3194"/>
                      <a:pt x="3125" y="3220"/>
                      <a:pt x="2883" y="3220"/>
                    </a:cubicBezTo>
                    <a:cubicBezTo>
                      <a:pt x="1985" y="3220"/>
                      <a:pt x="1433" y="2853"/>
                      <a:pt x="1206" y="2107"/>
                    </a:cubicBezTo>
                    <a:cubicBezTo>
                      <a:pt x="1156" y="1943"/>
                      <a:pt x="1091" y="1579"/>
                      <a:pt x="1005" y="825"/>
                    </a:cubicBezTo>
                    <a:cubicBezTo>
                      <a:pt x="979" y="590"/>
                      <a:pt x="951" y="316"/>
                      <a:pt x="9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
              <p:cNvSpPr/>
              <p:nvPr/>
            </p:nvSpPr>
            <p:spPr>
              <a:xfrm>
                <a:off x="996368" y="1995777"/>
                <a:ext cx="26316" cy="15908"/>
              </a:xfrm>
              <a:custGeom>
                <a:rect b="b" l="l" r="r" t="t"/>
                <a:pathLst>
                  <a:path extrusionOk="0" h="668" w="1105">
                    <a:moveTo>
                      <a:pt x="625" y="1"/>
                    </a:moveTo>
                    <a:cubicBezTo>
                      <a:pt x="569" y="1"/>
                      <a:pt x="512" y="8"/>
                      <a:pt x="458" y="23"/>
                    </a:cubicBezTo>
                    <a:cubicBezTo>
                      <a:pt x="254" y="78"/>
                      <a:pt x="75" y="229"/>
                      <a:pt x="1" y="428"/>
                    </a:cubicBezTo>
                    <a:cubicBezTo>
                      <a:pt x="75" y="556"/>
                      <a:pt x="207" y="645"/>
                      <a:pt x="351" y="668"/>
                    </a:cubicBezTo>
                    <a:cubicBezTo>
                      <a:pt x="391" y="523"/>
                      <a:pt x="547" y="379"/>
                      <a:pt x="693" y="344"/>
                    </a:cubicBezTo>
                    <a:cubicBezTo>
                      <a:pt x="755" y="327"/>
                      <a:pt x="822" y="321"/>
                      <a:pt x="889" y="321"/>
                    </a:cubicBezTo>
                    <a:cubicBezTo>
                      <a:pt x="942" y="321"/>
                      <a:pt x="996" y="325"/>
                      <a:pt x="1046" y="332"/>
                    </a:cubicBezTo>
                    <a:cubicBezTo>
                      <a:pt x="1080" y="284"/>
                      <a:pt x="1104" y="191"/>
                      <a:pt x="1057" y="154"/>
                    </a:cubicBezTo>
                    <a:cubicBezTo>
                      <a:pt x="937" y="55"/>
                      <a:pt x="781" y="1"/>
                      <a:pt x="62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
              <p:cNvSpPr/>
              <p:nvPr/>
            </p:nvSpPr>
            <p:spPr>
              <a:xfrm>
                <a:off x="1013729" y="2017377"/>
                <a:ext cx="14837" cy="11026"/>
              </a:xfrm>
              <a:custGeom>
                <a:rect b="b" l="l" r="r" t="t"/>
                <a:pathLst>
                  <a:path extrusionOk="0" h="463" w="623">
                    <a:moveTo>
                      <a:pt x="198" y="0"/>
                    </a:moveTo>
                    <a:cubicBezTo>
                      <a:pt x="166" y="0"/>
                      <a:pt x="136" y="10"/>
                      <a:pt x="113" y="33"/>
                    </a:cubicBezTo>
                    <a:cubicBezTo>
                      <a:pt x="1" y="143"/>
                      <a:pt x="185" y="462"/>
                      <a:pt x="370" y="462"/>
                    </a:cubicBezTo>
                    <a:cubicBezTo>
                      <a:pt x="409" y="462"/>
                      <a:pt x="449" y="448"/>
                      <a:pt x="486" y="414"/>
                    </a:cubicBezTo>
                    <a:cubicBezTo>
                      <a:pt x="622" y="288"/>
                      <a:pt x="370" y="0"/>
                      <a:pt x="19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
              <p:cNvSpPr/>
              <p:nvPr/>
            </p:nvSpPr>
            <p:spPr>
              <a:xfrm>
                <a:off x="1081935" y="1956982"/>
                <a:ext cx="72398" cy="63181"/>
              </a:xfrm>
              <a:custGeom>
                <a:rect b="b" l="l" r="r" t="t"/>
                <a:pathLst>
                  <a:path extrusionOk="0" h="2653" w="3040">
                    <a:moveTo>
                      <a:pt x="2638" y="0"/>
                    </a:moveTo>
                    <a:lnTo>
                      <a:pt x="2552" y="23"/>
                    </a:lnTo>
                    <a:lnTo>
                      <a:pt x="1" y="692"/>
                    </a:lnTo>
                    <a:cubicBezTo>
                      <a:pt x="518" y="1081"/>
                      <a:pt x="722" y="1765"/>
                      <a:pt x="236" y="2191"/>
                    </a:cubicBezTo>
                    <a:cubicBezTo>
                      <a:pt x="239" y="2191"/>
                      <a:pt x="644" y="2618"/>
                      <a:pt x="933" y="2648"/>
                    </a:cubicBezTo>
                    <a:cubicBezTo>
                      <a:pt x="959" y="2651"/>
                      <a:pt x="987" y="2653"/>
                      <a:pt x="1014" y="2653"/>
                    </a:cubicBezTo>
                    <a:cubicBezTo>
                      <a:pt x="1199" y="2653"/>
                      <a:pt x="1403" y="2588"/>
                      <a:pt x="1612" y="2478"/>
                    </a:cubicBezTo>
                    <a:cubicBezTo>
                      <a:pt x="1748" y="2407"/>
                      <a:pt x="1886" y="2316"/>
                      <a:pt x="2017" y="2211"/>
                    </a:cubicBezTo>
                    <a:cubicBezTo>
                      <a:pt x="2017" y="2211"/>
                      <a:pt x="2018" y="2211"/>
                      <a:pt x="2018" y="2209"/>
                    </a:cubicBezTo>
                    <a:cubicBezTo>
                      <a:pt x="2057" y="2178"/>
                      <a:pt x="2096" y="2148"/>
                      <a:pt x="2135" y="2114"/>
                    </a:cubicBezTo>
                    <a:cubicBezTo>
                      <a:pt x="2642" y="1674"/>
                      <a:pt x="3039" y="1050"/>
                      <a:pt x="2975" y="587"/>
                    </a:cubicBezTo>
                    <a:cubicBezTo>
                      <a:pt x="2973" y="574"/>
                      <a:pt x="2975" y="559"/>
                      <a:pt x="2973" y="548"/>
                    </a:cubicBezTo>
                    <a:cubicBezTo>
                      <a:pt x="2963" y="491"/>
                      <a:pt x="2932" y="444"/>
                      <a:pt x="2894" y="409"/>
                    </a:cubicBezTo>
                    <a:cubicBezTo>
                      <a:pt x="2777" y="295"/>
                      <a:pt x="2691" y="153"/>
                      <a:pt x="263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
              <p:cNvSpPr/>
              <p:nvPr/>
            </p:nvSpPr>
            <p:spPr>
              <a:xfrm>
                <a:off x="1019611" y="1981631"/>
                <a:ext cx="82043" cy="105715"/>
              </a:xfrm>
              <a:custGeom>
                <a:rect b="b" l="l" r="r" t="t"/>
                <a:pathLst>
                  <a:path extrusionOk="0" h="4439" w="3445">
                    <a:moveTo>
                      <a:pt x="1321" y="1"/>
                    </a:moveTo>
                    <a:lnTo>
                      <a:pt x="992" y="88"/>
                    </a:lnTo>
                    <a:lnTo>
                      <a:pt x="803" y="139"/>
                    </a:lnTo>
                    <a:lnTo>
                      <a:pt x="0" y="349"/>
                    </a:lnTo>
                    <a:cubicBezTo>
                      <a:pt x="513" y="1055"/>
                      <a:pt x="899" y="1312"/>
                      <a:pt x="1184" y="1312"/>
                    </a:cubicBezTo>
                    <a:cubicBezTo>
                      <a:pt x="1308" y="1312"/>
                      <a:pt x="1414" y="1263"/>
                      <a:pt x="1503" y="1181"/>
                    </a:cubicBezTo>
                    <a:cubicBezTo>
                      <a:pt x="2221" y="2307"/>
                      <a:pt x="3026" y="3709"/>
                      <a:pt x="3256" y="4377"/>
                    </a:cubicBezTo>
                    <a:cubicBezTo>
                      <a:pt x="3261" y="4386"/>
                      <a:pt x="3269" y="4393"/>
                      <a:pt x="3274" y="4401"/>
                    </a:cubicBezTo>
                    <a:cubicBezTo>
                      <a:pt x="3294" y="4422"/>
                      <a:pt x="3315" y="4438"/>
                      <a:pt x="3342" y="4438"/>
                    </a:cubicBezTo>
                    <a:cubicBezTo>
                      <a:pt x="3352" y="4438"/>
                      <a:pt x="3362" y="4435"/>
                      <a:pt x="3371" y="4432"/>
                    </a:cubicBezTo>
                    <a:cubicBezTo>
                      <a:pt x="3420" y="4415"/>
                      <a:pt x="3444" y="4362"/>
                      <a:pt x="3428" y="4317"/>
                    </a:cubicBezTo>
                    <a:cubicBezTo>
                      <a:pt x="3425" y="4304"/>
                      <a:pt x="3418" y="4292"/>
                      <a:pt x="3415" y="4278"/>
                    </a:cubicBezTo>
                    <a:cubicBezTo>
                      <a:pt x="3156" y="3560"/>
                      <a:pt x="2342" y="2150"/>
                      <a:pt x="1624" y="1028"/>
                    </a:cubicBezTo>
                    <a:cubicBezTo>
                      <a:pt x="1650" y="986"/>
                      <a:pt x="1676" y="941"/>
                      <a:pt x="1699" y="894"/>
                    </a:cubicBezTo>
                    <a:cubicBezTo>
                      <a:pt x="1628" y="821"/>
                      <a:pt x="1563" y="748"/>
                      <a:pt x="1514" y="680"/>
                    </a:cubicBezTo>
                    <a:cubicBezTo>
                      <a:pt x="1383" y="497"/>
                      <a:pt x="1310" y="241"/>
                      <a:pt x="132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
              <p:cNvSpPr/>
              <p:nvPr/>
            </p:nvSpPr>
            <p:spPr>
              <a:xfrm>
                <a:off x="978316" y="1999968"/>
                <a:ext cx="3191" cy="6430"/>
              </a:xfrm>
              <a:custGeom>
                <a:rect b="b" l="l" r="r" t="t"/>
                <a:pathLst>
                  <a:path extrusionOk="0" h="270" w="134">
                    <a:moveTo>
                      <a:pt x="133" y="1"/>
                    </a:moveTo>
                    <a:lnTo>
                      <a:pt x="0" y="35"/>
                    </a:lnTo>
                    <a:cubicBezTo>
                      <a:pt x="7" y="48"/>
                      <a:pt x="13" y="59"/>
                      <a:pt x="20" y="74"/>
                    </a:cubicBezTo>
                    <a:cubicBezTo>
                      <a:pt x="41" y="122"/>
                      <a:pt x="65" y="169"/>
                      <a:pt x="88" y="216"/>
                    </a:cubicBezTo>
                    <a:lnTo>
                      <a:pt x="114" y="268"/>
                    </a:lnTo>
                    <a:lnTo>
                      <a:pt x="117" y="270"/>
                    </a:lnTo>
                    <a:cubicBezTo>
                      <a:pt x="101" y="187"/>
                      <a:pt x="109" y="96"/>
                      <a:pt x="13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
              <p:cNvSpPr/>
              <p:nvPr/>
            </p:nvSpPr>
            <p:spPr>
              <a:xfrm>
                <a:off x="1066765" y="1864628"/>
                <a:ext cx="52060" cy="53584"/>
              </a:xfrm>
              <a:custGeom>
                <a:rect b="b" l="l" r="r" t="t"/>
                <a:pathLst>
                  <a:path extrusionOk="0" h="2250" w="2186">
                    <a:moveTo>
                      <a:pt x="28" y="49"/>
                    </a:moveTo>
                    <a:cubicBezTo>
                      <a:pt x="28" y="49"/>
                      <a:pt x="28" y="50"/>
                      <a:pt x="28" y="50"/>
                    </a:cubicBezTo>
                    <a:cubicBezTo>
                      <a:pt x="28" y="50"/>
                      <a:pt x="28" y="50"/>
                      <a:pt x="28" y="49"/>
                    </a:cubicBezTo>
                    <a:close/>
                    <a:moveTo>
                      <a:pt x="1" y="0"/>
                    </a:moveTo>
                    <a:cubicBezTo>
                      <a:pt x="9" y="16"/>
                      <a:pt x="18" y="32"/>
                      <a:pt x="28" y="49"/>
                    </a:cubicBezTo>
                    <a:lnTo>
                      <a:pt x="28" y="49"/>
                    </a:lnTo>
                    <a:cubicBezTo>
                      <a:pt x="28" y="49"/>
                      <a:pt x="28" y="49"/>
                      <a:pt x="28" y="49"/>
                    </a:cubicBezTo>
                    <a:lnTo>
                      <a:pt x="28" y="49"/>
                    </a:lnTo>
                    <a:cubicBezTo>
                      <a:pt x="28" y="49"/>
                      <a:pt x="28" y="50"/>
                      <a:pt x="28" y="50"/>
                    </a:cubicBezTo>
                    <a:cubicBezTo>
                      <a:pt x="498" y="982"/>
                      <a:pt x="1265" y="1760"/>
                      <a:pt x="2185" y="2250"/>
                    </a:cubicBezTo>
                    <a:cubicBezTo>
                      <a:pt x="1751" y="1316"/>
                      <a:pt x="754" y="459"/>
                      <a:pt x="119" y="68"/>
                    </a:cubicBezTo>
                    <a:cubicBezTo>
                      <a:pt x="118" y="68"/>
                      <a:pt x="118" y="67"/>
                      <a:pt x="116" y="67"/>
                    </a:cubicBezTo>
                    <a:cubicBezTo>
                      <a:pt x="77" y="44"/>
                      <a:pt x="41" y="21"/>
                      <a:pt x="6" y="2"/>
                    </a:cubicBezTo>
                    <a:cubicBezTo>
                      <a:pt x="4" y="2"/>
                      <a:pt x="2" y="0"/>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
              <p:cNvSpPr/>
              <p:nvPr/>
            </p:nvSpPr>
            <p:spPr>
              <a:xfrm>
                <a:off x="1124159" y="1920807"/>
                <a:ext cx="2882" cy="1381"/>
              </a:xfrm>
              <a:custGeom>
                <a:rect b="b" l="l" r="r" t="t"/>
                <a:pathLst>
                  <a:path extrusionOk="0" h="58" w="121">
                    <a:moveTo>
                      <a:pt x="1" y="1"/>
                    </a:moveTo>
                    <a:cubicBezTo>
                      <a:pt x="41" y="19"/>
                      <a:pt x="80" y="41"/>
                      <a:pt x="121" y="57"/>
                    </a:cubicBezTo>
                    <a:cubicBezTo>
                      <a:pt x="80" y="40"/>
                      <a:pt x="41" y="19"/>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
              <p:cNvSpPr/>
              <p:nvPr/>
            </p:nvSpPr>
            <p:spPr>
              <a:xfrm>
                <a:off x="1096796" y="1879893"/>
                <a:ext cx="21529" cy="22958"/>
              </a:xfrm>
              <a:custGeom>
                <a:rect b="b" l="l" r="r" t="t"/>
                <a:pathLst>
                  <a:path extrusionOk="0" h="964" w="904">
                    <a:moveTo>
                      <a:pt x="1" y="1"/>
                    </a:moveTo>
                    <a:cubicBezTo>
                      <a:pt x="357" y="270"/>
                      <a:pt x="668" y="594"/>
                      <a:pt x="903" y="964"/>
                    </a:cubicBezTo>
                    <a:cubicBezTo>
                      <a:pt x="668" y="594"/>
                      <a:pt x="357" y="268"/>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
              <p:cNvSpPr/>
              <p:nvPr/>
            </p:nvSpPr>
            <p:spPr>
              <a:xfrm>
                <a:off x="1078196" y="1938645"/>
                <a:ext cx="2382" cy="1191"/>
              </a:xfrm>
              <a:custGeom>
                <a:rect b="b" l="l" r="r" t="t"/>
                <a:pathLst>
                  <a:path extrusionOk="0" h="50" w="100">
                    <a:moveTo>
                      <a:pt x="1" y="1"/>
                    </a:moveTo>
                    <a:cubicBezTo>
                      <a:pt x="26" y="13"/>
                      <a:pt x="51" y="27"/>
                      <a:pt x="75" y="38"/>
                    </a:cubicBezTo>
                    <a:lnTo>
                      <a:pt x="75" y="38"/>
                    </a:lnTo>
                    <a:cubicBezTo>
                      <a:pt x="51" y="26"/>
                      <a:pt x="26" y="13"/>
                      <a:pt x="1" y="1"/>
                    </a:cubicBezTo>
                    <a:close/>
                    <a:moveTo>
                      <a:pt x="75" y="38"/>
                    </a:moveTo>
                    <a:lnTo>
                      <a:pt x="75" y="38"/>
                    </a:lnTo>
                    <a:cubicBezTo>
                      <a:pt x="83" y="42"/>
                      <a:pt x="91" y="45"/>
                      <a:pt x="99" y="49"/>
                    </a:cubicBezTo>
                    <a:lnTo>
                      <a:pt x="99" y="47"/>
                    </a:lnTo>
                    <a:cubicBezTo>
                      <a:pt x="91" y="45"/>
                      <a:pt x="83" y="41"/>
                      <a:pt x="75" y="38"/>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
              <p:cNvSpPr/>
              <p:nvPr/>
            </p:nvSpPr>
            <p:spPr>
              <a:xfrm>
                <a:off x="1054643" y="1903708"/>
                <a:ext cx="18528" cy="19647"/>
              </a:xfrm>
              <a:custGeom>
                <a:rect b="b" l="l" r="r" t="t"/>
                <a:pathLst>
                  <a:path extrusionOk="0" h="825" w="778">
                    <a:moveTo>
                      <a:pt x="1" y="1"/>
                    </a:moveTo>
                    <a:cubicBezTo>
                      <a:pt x="307" y="231"/>
                      <a:pt x="576" y="508"/>
                      <a:pt x="777" y="824"/>
                    </a:cubicBezTo>
                    <a:cubicBezTo>
                      <a:pt x="576" y="508"/>
                      <a:pt x="309" y="23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
              <p:cNvSpPr/>
              <p:nvPr/>
            </p:nvSpPr>
            <p:spPr>
              <a:xfrm>
                <a:off x="1029423" y="1890943"/>
                <a:ext cx="44177" cy="45534"/>
              </a:xfrm>
              <a:custGeom>
                <a:rect b="b" l="l" r="r" t="t"/>
                <a:pathLst>
                  <a:path extrusionOk="0" h="1912" w="1855">
                    <a:moveTo>
                      <a:pt x="0" y="0"/>
                    </a:moveTo>
                    <a:lnTo>
                      <a:pt x="0" y="0"/>
                    </a:lnTo>
                    <a:cubicBezTo>
                      <a:pt x="397" y="811"/>
                      <a:pt x="1058" y="1488"/>
                      <a:pt x="1854" y="1911"/>
                    </a:cubicBezTo>
                    <a:cubicBezTo>
                      <a:pt x="1463" y="1070"/>
                      <a:pt x="532" y="300"/>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
              <p:cNvSpPr/>
              <p:nvPr/>
            </p:nvSpPr>
            <p:spPr>
              <a:xfrm>
                <a:off x="996344" y="1920307"/>
                <a:ext cx="35222" cy="36389"/>
              </a:xfrm>
              <a:custGeom>
                <a:rect b="b" l="l" r="r" t="t"/>
                <a:pathLst>
                  <a:path extrusionOk="0" h="1528" w="1479">
                    <a:moveTo>
                      <a:pt x="0" y="1"/>
                    </a:moveTo>
                    <a:lnTo>
                      <a:pt x="0" y="1"/>
                    </a:lnTo>
                    <a:cubicBezTo>
                      <a:pt x="316" y="647"/>
                      <a:pt x="845" y="1189"/>
                      <a:pt x="1478" y="1527"/>
                    </a:cubicBezTo>
                    <a:cubicBezTo>
                      <a:pt x="1167" y="855"/>
                      <a:pt x="425" y="242"/>
                      <a:pt x="3" y="4"/>
                    </a:cubicBezTo>
                    <a:cubicBezTo>
                      <a:pt x="2" y="4"/>
                      <a:pt x="2" y="1"/>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
              <p:cNvSpPr/>
              <p:nvPr/>
            </p:nvSpPr>
            <p:spPr>
              <a:xfrm>
                <a:off x="1035210" y="1958435"/>
                <a:ext cx="1953" cy="953"/>
              </a:xfrm>
              <a:custGeom>
                <a:rect b="b" l="l" r="r" t="t"/>
                <a:pathLst>
                  <a:path extrusionOk="0" h="40" w="82">
                    <a:moveTo>
                      <a:pt x="0" y="1"/>
                    </a:moveTo>
                    <a:cubicBezTo>
                      <a:pt x="14" y="7"/>
                      <a:pt x="28" y="13"/>
                      <a:pt x="42" y="20"/>
                    </a:cubicBezTo>
                    <a:lnTo>
                      <a:pt x="42" y="20"/>
                    </a:lnTo>
                    <a:cubicBezTo>
                      <a:pt x="29" y="13"/>
                      <a:pt x="15" y="7"/>
                      <a:pt x="0" y="1"/>
                    </a:cubicBezTo>
                    <a:close/>
                    <a:moveTo>
                      <a:pt x="42" y="20"/>
                    </a:moveTo>
                    <a:lnTo>
                      <a:pt x="42" y="20"/>
                    </a:lnTo>
                    <a:cubicBezTo>
                      <a:pt x="55" y="27"/>
                      <a:pt x="68" y="34"/>
                      <a:pt x="81" y="40"/>
                    </a:cubicBezTo>
                    <a:cubicBezTo>
                      <a:pt x="68" y="33"/>
                      <a:pt x="55" y="27"/>
                      <a:pt x="42" y="2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
              <p:cNvSpPr/>
              <p:nvPr/>
            </p:nvSpPr>
            <p:spPr>
              <a:xfrm>
                <a:off x="1016134" y="1930262"/>
                <a:ext cx="15146" cy="15932"/>
              </a:xfrm>
              <a:custGeom>
                <a:rect b="b" l="l" r="r" t="t"/>
                <a:pathLst>
                  <a:path extrusionOk="0" h="669" w="636">
                    <a:moveTo>
                      <a:pt x="1" y="1"/>
                    </a:moveTo>
                    <a:cubicBezTo>
                      <a:pt x="250" y="186"/>
                      <a:pt x="469" y="412"/>
                      <a:pt x="636" y="668"/>
                    </a:cubicBezTo>
                    <a:cubicBezTo>
                      <a:pt x="471" y="412"/>
                      <a:pt x="252" y="186"/>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
              <p:cNvSpPr/>
              <p:nvPr/>
            </p:nvSpPr>
            <p:spPr>
              <a:xfrm>
                <a:off x="957288" y="1844266"/>
                <a:ext cx="107501" cy="155417"/>
              </a:xfrm>
              <a:custGeom>
                <a:rect b="b" l="l" r="r" t="t"/>
                <a:pathLst>
                  <a:path extrusionOk="0" h="6526" w="4514">
                    <a:moveTo>
                      <a:pt x="4478" y="1"/>
                    </a:moveTo>
                    <a:cubicBezTo>
                      <a:pt x="4419" y="1"/>
                      <a:pt x="4358" y="4"/>
                      <a:pt x="4295" y="11"/>
                    </a:cubicBezTo>
                    <a:cubicBezTo>
                      <a:pt x="4270" y="14"/>
                      <a:pt x="4246" y="19"/>
                      <a:pt x="4222" y="22"/>
                    </a:cubicBezTo>
                    <a:cubicBezTo>
                      <a:pt x="4185" y="27"/>
                      <a:pt x="4147" y="32"/>
                      <a:pt x="4107" y="40"/>
                    </a:cubicBezTo>
                    <a:cubicBezTo>
                      <a:pt x="4100" y="42"/>
                      <a:pt x="4094" y="43"/>
                      <a:pt x="4087" y="43"/>
                    </a:cubicBezTo>
                    <a:cubicBezTo>
                      <a:pt x="4081" y="46"/>
                      <a:pt x="4073" y="48"/>
                      <a:pt x="4066" y="50"/>
                    </a:cubicBezTo>
                    <a:cubicBezTo>
                      <a:pt x="4039" y="56"/>
                      <a:pt x="4008" y="64"/>
                      <a:pt x="3979" y="72"/>
                    </a:cubicBezTo>
                    <a:cubicBezTo>
                      <a:pt x="3951" y="80"/>
                      <a:pt x="3925" y="87"/>
                      <a:pt x="3896" y="95"/>
                    </a:cubicBezTo>
                    <a:cubicBezTo>
                      <a:pt x="3875" y="100"/>
                      <a:pt x="3856" y="108"/>
                      <a:pt x="3835" y="114"/>
                    </a:cubicBezTo>
                    <a:cubicBezTo>
                      <a:pt x="3833" y="114"/>
                      <a:pt x="3831" y="116"/>
                      <a:pt x="3830" y="116"/>
                    </a:cubicBezTo>
                    <a:cubicBezTo>
                      <a:pt x="3799" y="127"/>
                      <a:pt x="3768" y="137"/>
                      <a:pt x="3737" y="148"/>
                    </a:cubicBezTo>
                    <a:cubicBezTo>
                      <a:pt x="3719" y="155"/>
                      <a:pt x="3700" y="163"/>
                      <a:pt x="3681" y="170"/>
                    </a:cubicBezTo>
                    <a:cubicBezTo>
                      <a:pt x="3653" y="179"/>
                      <a:pt x="3624" y="194"/>
                      <a:pt x="3596" y="205"/>
                    </a:cubicBezTo>
                    <a:cubicBezTo>
                      <a:pt x="3590" y="208"/>
                      <a:pt x="3583" y="212"/>
                      <a:pt x="3578" y="213"/>
                    </a:cubicBezTo>
                    <a:cubicBezTo>
                      <a:pt x="3549" y="226"/>
                      <a:pt x="3522" y="236"/>
                      <a:pt x="3493" y="251"/>
                    </a:cubicBezTo>
                    <a:cubicBezTo>
                      <a:pt x="3483" y="257"/>
                      <a:pt x="3470" y="260"/>
                      <a:pt x="3460" y="267"/>
                    </a:cubicBezTo>
                    <a:cubicBezTo>
                      <a:pt x="3426" y="283"/>
                      <a:pt x="3392" y="301"/>
                      <a:pt x="3360" y="319"/>
                    </a:cubicBezTo>
                    <a:cubicBezTo>
                      <a:pt x="3327" y="335"/>
                      <a:pt x="3295" y="351"/>
                      <a:pt x="3259" y="371"/>
                    </a:cubicBezTo>
                    <a:cubicBezTo>
                      <a:pt x="3253" y="374"/>
                      <a:pt x="3246" y="379"/>
                      <a:pt x="3238" y="382"/>
                    </a:cubicBezTo>
                    <a:cubicBezTo>
                      <a:pt x="3224" y="390"/>
                      <a:pt x="3207" y="400"/>
                      <a:pt x="3193" y="408"/>
                    </a:cubicBezTo>
                    <a:cubicBezTo>
                      <a:pt x="3170" y="422"/>
                      <a:pt x="3146" y="435"/>
                      <a:pt x="3125" y="448"/>
                    </a:cubicBezTo>
                    <a:cubicBezTo>
                      <a:pt x="3087" y="471"/>
                      <a:pt x="3052" y="492"/>
                      <a:pt x="3014" y="516"/>
                    </a:cubicBezTo>
                    <a:cubicBezTo>
                      <a:pt x="3013" y="518"/>
                      <a:pt x="3011" y="520"/>
                      <a:pt x="3010" y="520"/>
                    </a:cubicBezTo>
                    <a:cubicBezTo>
                      <a:pt x="2974" y="542"/>
                      <a:pt x="2940" y="567"/>
                      <a:pt x="2906" y="589"/>
                    </a:cubicBezTo>
                    <a:cubicBezTo>
                      <a:pt x="2901" y="591"/>
                      <a:pt x="2898" y="594"/>
                      <a:pt x="2893" y="597"/>
                    </a:cubicBezTo>
                    <a:cubicBezTo>
                      <a:pt x="2859" y="618"/>
                      <a:pt x="2826" y="641"/>
                      <a:pt x="2792" y="665"/>
                    </a:cubicBezTo>
                    <a:cubicBezTo>
                      <a:pt x="2781" y="672"/>
                      <a:pt x="2771" y="680"/>
                      <a:pt x="2762" y="688"/>
                    </a:cubicBezTo>
                    <a:cubicBezTo>
                      <a:pt x="2728" y="712"/>
                      <a:pt x="2695" y="737"/>
                      <a:pt x="2660" y="763"/>
                    </a:cubicBezTo>
                    <a:cubicBezTo>
                      <a:pt x="2656" y="768"/>
                      <a:pt x="2651" y="769"/>
                      <a:pt x="2648" y="772"/>
                    </a:cubicBezTo>
                    <a:cubicBezTo>
                      <a:pt x="2622" y="793"/>
                      <a:pt x="2593" y="813"/>
                      <a:pt x="2567" y="834"/>
                    </a:cubicBezTo>
                    <a:cubicBezTo>
                      <a:pt x="2549" y="849"/>
                      <a:pt x="2530" y="862"/>
                      <a:pt x="2514" y="878"/>
                    </a:cubicBezTo>
                    <a:cubicBezTo>
                      <a:pt x="2488" y="900"/>
                      <a:pt x="2460" y="923"/>
                      <a:pt x="2433" y="946"/>
                    </a:cubicBezTo>
                    <a:cubicBezTo>
                      <a:pt x="2423" y="954"/>
                      <a:pt x="2412" y="962"/>
                      <a:pt x="2400" y="972"/>
                    </a:cubicBezTo>
                    <a:cubicBezTo>
                      <a:pt x="2382" y="988"/>
                      <a:pt x="2365" y="1003"/>
                      <a:pt x="2347" y="1019"/>
                    </a:cubicBezTo>
                    <a:cubicBezTo>
                      <a:pt x="2318" y="1043"/>
                      <a:pt x="2292" y="1067"/>
                      <a:pt x="2262" y="1093"/>
                    </a:cubicBezTo>
                    <a:cubicBezTo>
                      <a:pt x="2245" y="1110"/>
                      <a:pt x="2227" y="1126"/>
                      <a:pt x="2211" y="1142"/>
                    </a:cubicBezTo>
                    <a:cubicBezTo>
                      <a:pt x="2194" y="1157"/>
                      <a:pt x="2178" y="1171"/>
                      <a:pt x="2160" y="1186"/>
                    </a:cubicBezTo>
                    <a:cubicBezTo>
                      <a:pt x="2149" y="1197"/>
                      <a:pt x="2138" y="1207"/>
                      <a:pt x="2128" y="1216"/>
                    </a:cubicBezTo>
                    <a:cubicBezTo>
                      <a:pt x="2081" y="1259"/>
                      <a:pt x="2036" y="1304"/>
                      <a:pt x="1990" y="1351"/>
                    </a:cubicBezTo>
                    <a:cubicBezTo>
                      <a:pt x="1971" y="1369"/>
                      <a:pt x="1953" y="1385"/>
                      <a:pt x="1935" y="1403"/>
                    </a:cubicBezTo>
                    <a:cubicBezTo>
                      <a:pt x="1927" y="1411"/>
                      <a:pt x="1921" y="1419"/>
                      <a:pt x="1912" y="1426"/>
                    </a:cubicBezTo>
                    <a:cubicBezTo>
                      <a:pt x="1895" y="1443"/>
                      <a:pt x="1877" y="1464"/>
                      <a:pt x="1857" y="1482"/>
                    </a:cubicBezTo>
                    <a:cubicBezTo>
                      <a:pt x="1831" y="1510"/>
                      <a:pt x="1804" y="1539"/>
                      <a:pt x="1776" y="1567"/>
                    </a:cubicBezTo>
                    <a:lnTo>
                      <a:pt x="1703" y="1646"/>
                    </a:lnTo>
                    <a:lnTo>
                      <a:pt x="1702" y="1648"/>
                    </a:lnTo>
                    <a:cubicBezTo>
                      <a:pt x="1671" y="1680"/>
                      <a:pt x="1642" y="1716"/>
                      <a:pt x="1613" y="1750"/>
                    </a:cubicBezTo>
                    <a:cubicBezTo>
                      <a:pt x="1598" y="1766"/>
                      <a:pt x="1587" y="1780"/>
                      <a:pt x="1572" y="1797"/>
                    </a:cubicBezTo>
                    <a:cubicBezTo>
                      <a:pt x="1548" y="1824"/>
                      <a:pt x="1525" y="1850"/>
                      <a:pt x="1501" y="1879"/>
                    </a:cubicBezTo>
                    <a:cubicBezTo>
                      <a:pt x="1493" y="1889"/>
                      <a:pt x="1483" y="1902"/>
                      <a:pt x="1475" y="1912"/>
                    </a:cubicBezTo>
                    <a:lnTo>
                      <a:pt x="1391" y="2015"/>
                    </a:lnTo>
                    <a:cubicBezTo>
                      <a:pt x="1384" y="2020"/>
                      <a:pt x="1379" y="2028"/>
                      <a:pt x="1374" y="2035"/>
                    </a:cubicBezTo>
                    <a:cubicBezTo>
                      <a:pt x="1352" y="2064"/>
                      <a:pt x="1327" y="2092"/>
                      <a:pt x="1305" y="2121"/>
                    </a:cubicBezTo>
                    <a:lnTo>
                      <a:pt x="1250" y="2194"/>
                    </a:lnTo>
                    <a:cubicBezTo>
                      <a:pt x="1229" y="2223"/>
                      <a:pt x="1206" y="2252"/>
                      <a:pt x="1183" y="2283"/>
                    </a:cubicBezTo>
                    <a:lnTo>
                      <a:pt x="1180" y="2286"/>
                    </a:lnTo>
                    <a:cubicBezTo>
                      <a:pt x="1159" y="2315"/>
                      <a:pt x="1136" y="2343"/>
                      <a:pt x="1117" y="2372"/>
                    </a:cubicBezTo>
                    <a:cubicBezTo>
                      <a:pt x="1079" y="2422"/>
                      <a:pt x="1045" y="2471"/>
                      <a:pt x="1013" y="2521"/>
                    </a:cubicBezTo>
                    <a:cubicBezTo>
                      <a:pt x="1010" y="2526"/>
                      <a:pt x="1006" y="2529"/>
                      <a:pt x="1003" y="2536"/>
                    </a:cubicBezTo>
                    <a:cubicBezTo>
                      <a:pt x="997" y="2545"/>
                      <a:pt x="989" y="2555"/>
                      <a:pt x="982" y="2566"/>
                    </a:cubicBezTo>
                    <a:cubicBezTo>
                      <a:pt x="969" y="2588"/>
                      <a:pt x="955" y="2609"/>
                      <a:pt x="940" y="2631"/>
                    </a:cubicBezTo>
                    <a:cubicBezTo>
                      <a:pt x="904" y="2685"/>
                      <a:pt x="869" y="2740"/>
                      <a:pt x="835" y="2797"/>
                    </a:cubicBezTo>
                    <a:cubicBezTo>
                      <a:pt x="823" y="2814"/>
                      <a:pt x="812" y="2834"/>
                      <a:pt x="801" y="2853"/>
                    </a:cubicBezTo>
                    <a:lnTo>
                      <a:pt x="783" y="2884"/>
                    </a:lnTo>
                    <a:cubicBezTo>
                      <a:pt x="780" y="2887"/>
                      <a:pt x="776" y="2892"/>
                      <a:pt x="775" y="2899"/>
                    </a:cubicBezTo>
                    <a:cubicBezTo>
                      <a:pt x="742" y="2952"/>
                      <a:pt x="710" y="3007"/>
                      <a:pt x="679" y="3062"/>
                    </a:cubicBezTo>
                    <a:cubicBezTo>
                      <a:pt x="658" y="3096"/>
                      <a:pt x="640" y="3134"/>
                      <a:pt x="621" y="3168"/>
                    </a:cubicBezTo>
                    <a:cubicBezTo>
                      <a:pt x="616" y="3174"/>
                      <a:pt x="614" y="3179"/>
                      <a:pt x="609" y="3186"/>
                    </a:cubicBezTo>
                    <a:cubicBezTo>
                      <a:pt x="608" y="3187"/>
                      <a:pt x="608" y="3190"/>
                      <a:pt x="606" y="3194"/>
                    </a:cubicBezTo>
                    <a:cubicBezTo>
                      <a:pt x="582" y="3239"/>
                      <a:pt x="558" y="3284"/>
                      <a:pt x="535" y="3330"/>
                    </a:cubicBezTo>
                    <a:cubicBezTo>
                      <a:pt x="517" y="3369"/>
                      <a:pt x="499" y="3404"/>
                      <a:pt x="480" y="3443"/>
                    </a:cubicBezTo>
                    <a:lnTo>
                      <a:pt x="407" y="3600"/>
                    </a:lnTo>
                    <a:cubicBezTo>
                      <a:pt x="389" y="3641"/>
                      <a:pt x="373" y="3680"/>
                      <a:pt x="357" y="3720"/>
                    </a:cubicBezTo>
                    <a:cubicBezTo>
                      <a:pt x="334" y="3771"/>
                      <a:pt x="314" y="3824"/>
                      <a:pt x="297" y="3874"/>
                    </a:cubicBezTo>
                    <a:cubicBezTo>
                      <a:pt x="280" y="3916"/>
                      <a:pt x="266" y="3957"/>
                      <a:pt x="250" y="4001"/>
                    </a:cubicBezTo>
                    <a:cubicBezTo>
                      <a:pt x="232" y="4051"/>
                      <a:pt x="216" y="4100"/>
                      <a:pt x="199" y="4150"/>
                    </a:cubicBezTo>
                    <a:cubicBezTo>
                      <a:pt x="185" y="4195"/>
                      <a:pt x="172" y="4237"/>
                      <a:pt x="159" y="4281"/>
                    </a:cubicBezTo>
                    <a:cubicBezTo>
                      <a:pt x="144" y="4330"/>
                      <a:pt x="131" y="4377"/>
                      <a:pt x="120" y="4425"/>
                    </a:cubicBezTo>
                    <a:cubicBezTo>
                      <a:pt x="107" y="4472"/>
                      <a:pt x="97" y="4516"/>
                      <a:pt x="88" y="4563"/>
                    </a:cubicBezTo>
                    <a:cubicBezTo>
                      <a:pt x="78" y="4608"/>
                      <a:pt x="67" y="4654"/>
                      <a:pt x="58" y="4699"/>
                    </a:cubicBezTo>
                    <a:cubicBezTo>
                      <a:pt x="50" y="4748"/>
                      <a:pt x="42" y="4795"/>
                      <a:pt x="37" y="4843"/>
                    </a:cubicBezTo>
                    <a:cubicBezTo>
                      <a:pt x="31" y="4886"/>
                      <a:pt x="24" y="4928"/>
                      <a:pt x="21" y="4970"/>
                    </a:cubicBezTo>
                    <a:cubicBezTo>
                      <a:pt x="15" y="5018"/>
                      <a:pt x="13" y="5070"/>
                      <a:pt x="8" y="5119"/>
                    </a:cubicBezTo>
                    <a:lnTo>
                      <a:pt x="2" y="5241"/>
                    </a:lnTo>
                    <a:cubicBezTo>
                      <a:pt x="0" y="5291"/>
                      <a:pt x="2" y="5341"/>
                      <a:pt x="2" y="5391"/>
                    </a:cubicBezTo>
                    <a:cubicBezTo>
                      <a:pt x="5" y="5425"/>
                      <a:pt x="7" y="5461"/>
                      <a:pt x="8" y="5500"/>
                    </a:cubicBezTo>
                    <a:cubicBezTo>
                      <a:pt x="13" y="5552"/>
                      <a:pt x="16" y="5604"/>
                      <a:pt x="23" y="5654"/>
                    </a:cubicBezTo>
                    <a:cubicBezTo>
                      <a:pt x="28" y="5688"/>
                      <a:pt x="31" y="5722"/>
                      <a:pt x="37" y="5757"/>
                    </a:cubicBezTo>
                    <a:cubicBezTo>
                      <a:pt x="45" y="5809"/>
                      <a:pt x="57" y="5861"/>
                      <a:pt x="70" y="5913"/>
                    </a:cubicBezTo>
                    <a:cubicBezTo>
                      <a:pt x="78" y="5945"/>
                      <a:pt x="84" y="5978"/>
                      <a:pt x="92" y="6007"/>
                    </a:cubicBezTo>
                    <a:cubicBezTo>
                      <a:pt x="105" y="6061"/>
                      <a:pt x="125" y="6112"/>
                      <a:pt x="141" y="6164"/>
                    </a:cubicBezTo>
                    <a:cubicBezTo>
                      <a:pt x="151" y="6192"/>
                      <a:pt x="161" y="6223"/>
                      <a:pt x="170" y="6250"/>
                    </a:cubicBezTo>
                    <a:cubicBezTo>
                      <a:pt x="191" y="6304"/>
                      <a:pt x="216" y="6354"/>
                      <a:pt x="240" y="6407"/>
                    </a:cubicBezTo>
                    <a:cubicBezTo>
                      <a:pt x="251" y="6433"/>
                      <a:pt x="264" y="6461"/>
                      <a:pt x="279" y="6488"/>
                    </a:cubicBezTo>
                    <a:cubicBezTo>
                      <a:pt x="284" y="6500"/>
                      <a:pt x="290" y="6514"/>
                      <a:pt x="297" y="6526"/>
                    </a:cubicBezTo>
                    <a:cubicBezTo>
                      <a:pt x="297" y="6522"/>
                      <a:pt x="297" y="6521"/>
                      <a:pt x="293" y="6516"/>
                    </a:cubicBezTo>
                    <a:cubicBezTo>
                      <a:pt x="170" y="5970"/>
                      <a:pt x="229" y="5253"/>
                      <a:pt x="468" y="4490"/>
                    </a:cubicBezTo>
                    <a:lnTo>
                      <a:pt x="468" y="4489"/>
                    </a:lnTo>
                    <a:cubicBezTo>
                      <a:pt x="590" y="4100"/>
                      <a:pt x="760" y="3696"/>
                      <a:pt x="974" y="3297"/>
                    </a:cubicBezTo>
                    <a:cubicBezTo>
                      <a:pt x="1201" y="2874"/>
                      <a:pt x="1476" y="2455"/>
                      <a:pt x="1807" y="2056"/>
                    </a:cubicBezTo>
                    <a:cubicBezTo>
                      <a:pt x="1810" y="2053"/>
                      <a:pt x="1812" y="2049"/>
                      <a:pt x="1815" y="2045"/>
                    </a:cubicBezTo>
                    <a:cubicBezTo>
                      <a:pt x="2497" y="1216"/>
                      <a:pt x="3395" y="479"/>
                      <a:pt x="4512" y="1"/>
                    </a:cubicBezTo>
                    <a:lnTo>
                      <a:pt x="4514" y="1"/>
                    </a:lnTo>
                    <a:cubicBezTo>
                      <a:pt x="4502" y="1"/>
                      <a:pt x="4490" y="1"/>
                      <a:pt x="447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 name="Google Shape;1502;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 name="Google Shape;1504;p3"/>
            <p:cNvGrpSpPr/>
            <p:nvPr/>
          </p:nvGrpSpPr>
          <p:grpSpPr>
            <a:xfrm>
              <a:off x="1245592" y="2591366"/>
              <a:ext cx="87592" cy="149225"/>
              <a:chOff x="1245592" y="2591366"/>
              <a:chExt cx="87592" cy="149225"/>
            </a:xfrm>
          </p:grpSpPr>
          <p:sp>
            <p:nvSpPr>
              <p:cNvPr id="1505" name="Google Shape;1505;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3"/>
            <p:cNvGrpSpPr/>
            <p:nvPr/>
          </p:nvGrpSpPr>
          <p:grpSpPr>
            <a:xfrm>
              <a:off x="1325396" y="2748998"/>
              <a:ext cx="113193" cy="127887"/>
              <a:chOff x="1325396" y="2748998"/>
              <a:chExt cx="113193" cy="127887"/>
            </a:xfrm>
          </p:grpSpPr>
          <p:sp>
            <p:nvSpPr>
              <p:cNvPr id="1509" name="Google Shape;1509;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 name="Google Shape;1512;p3"/>
          <p:cNvGrpSpPr/>
          <p:nvPr/>
        </p:nvGrpSpPr>
        <p:grpSpPr>
          <a:xfrm>
            <a:off x="6340350" y="3551097"/>
            <a:ext cx="1438324" cy="1333878"/>
            <a:chOff x="2526575" y="2115209"/>
            <a:chExt cx="1438324" cy="1333878"/>
          </a:xfrm>
        </p:grpSpPr>
        <p:sp>
          <p:nvSpPr>
            <p:cNvPr id="1513" name="Google Shape;1513;p3"/>
            <p:cNvSpPr/>
            <p:nvPr/>
          </p:nvSpPr>
          <p:spPr>
            <a:xfrm>
              <a:off x="2526575" y="2916925"/>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
            <p:cNvSpPr/>
            <p:nvPr/>
          </p:nvSpPr>
          <p:spPr>
            <a:xfrm>
              <a:off x="2984745" y="2512634"/>
              <a:ext cx="334101" cy="186852"/>
            </a:xfrm>
            <a:custGeom>
              <a:rect b="b" l="l" r="r" t="t"/>
              <a:pathLst>
                <a:path extrusionOk="0" h="7846" w="14029">
                  <a:moveTo>
                    <a:pt x="14029" y="1"/>
                  </a:moveTo>
                  <a:cubicBezTo>
                    <a:pt x="13971" y="14"/>
                    <a:pt x="13913" y="28"/>
                    <a:pt x="13855" y="42"/>
                  </a:cubicBezTo>
                  <a:lnTo>
                    <a:pt x="13855" y="42"/>
                  </a:lnTo>
                  <a:cubicBezTo>
                    <a:pt x="13913" y="28"/>
                    <a:pt x="13971" y="14"/>
                    <a:pt x="14029" y="1"/>
                  </a:cubicBezTo>
                  <a:close/>
                  <a:moveTo>
                    <a:pt x="13855" y="42"/>
                  </a:moveTo>
                  <a:lnTo>
                    <a:pt x="13855" y="42"/>
                  </a:lnTo>
                  <a:cubicBezTo>
                    <a:pt x="7061" y="1684"/>
                    <a:pt x="0" y="4434"/>
                    <a:pt x="709" y="6987"/>
                  </a:cubicBezTo>
                  <a:cubicBezTo>
                    <a:pt x="709" y="6987"/>
                    <a:pt x="1171" y="5616"/>
                    <a:pt x="2644" y="5616"/>
                  </a:cubicBezTo>
                  <a:cubicBezTo>
                    <a:pt x="2988" y="5616"/>
                    <a:pt x="3388" y="5691"/>
                    <a:pt x="3850" y="5875"/>
                  </a:cubicBezTo>
                  <a:cubicBezTo>
                    <a:pt x="4020" y="5943"/>
                    <a:pt x="4185" y="6026"/>
                    <a:pt x="4350" y="6120"/>
                  </a:cubicBezTo>
                  <a:cubicBezTo>
                    <a:pt x="4362" y="6106"/>
                    <a:pt x="4379" y="6097"/>
                    <a:pt x="4396" y="6097"/>
                  </a:cubicBezTo>
                  <a:cubicBezTo>
                    <a:pt x="4405" y="6097"/>
                    <a:pt x="4415" y="6100"/>
                    <a:pt x="4423" y="6105"/>
                  </a:cubicBezTo>
                  <a:cubicBezTo>
                    <a:pt x="5162" y="6548"/>
                    <a:pt x="5814" y="7148"/>
                    <a:pt x="6320" y="7841"/>
                  </a:cubicBezTo>
                  <a:cubicBezTo>
                    <a:pt x="6414" y="7844"/>
                    <a:pt x="6520" y="7845"/>
                    <a:pt x="6637" y="7845"/>
                  </a:cubicBezTo>
                  <a:cubicBezTo>
                    <a:pt x="7528" y="7845"/>
                    <a:pt x="9055" y="7770"/>
                    <a:pt x="10780" y="7634"/>
                  </a:cubicBezTo>
                  <a:lnTo>
                    <a:pt x="10780" y="7634"/>
                  </a:lnTo>
                  <a:cubicBezTo>
                    <a:pt x="9797" y="7710"/>
                    <a:pt x="8875" y="7768"/>
                    <a:pt x="8099" y="7804"/>
                  </a:cubicBezTo>
                  <a:cubicBezTo>
                    <a:pt x="7041" y="6193"/>
                    <a:pt x="6410" y="4307"/>
                    <a:pt x="6281" y="2386"/>
                  </a:cubicBezTo>
                  <a:cubicBezTo>
                    <a:pt x="8531" y="1489"/>
                    <a:pt x="11213" y="681"/>
                    <a:pt x="13855" y="42"/>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
            <p:cNvSpPr/>
            <p:nvPr/>
          </p:nvSpPr>
          <p:spPr>
            <a:xfrm>
              <a:off x="3001606" y="2679029"/>
              <a:ext cx="179279" cy="90949"/>
            </a:xfrm>
            <a:custGeom>
              <a:rect b="b" l="l" r="r" t="t"/>
              <a:pathLst>
                <a:path extrusionOk="0" h="3819" w="7528">
                  <a:moveTo>
                    <a:pt x="1" y="0"/>
                  </a:moveTo>
                  <a:lnTo>
                    <a:pt x="1" y="0"/>
                  </a:lnTo>
                  <a:cubicBezTo>
                    <a:pt x="268" y="587"/>
                    <a:pt x="1455" y="2066"/>
                    <a:pt x="2959" y="3818"/>
                  </a:cubicBezTo>
                  <a:lnTo>
                    <a:pt x="7527" y="3818"/>
                  </a:lnTo>
                  <a:cubicBezTo>
                    <a:pt x="6906" y="2773"/>
                    <a:pt x="6305" y="1815"/>
                    <a:pt x="5680" y="1013"/>
                  </a:cubicBezTo>
                  <a:cubicBezTo>
                    <a:pt x="5676" y="1019"/>
                    <a:pt x="5673" y="1028"/>
                    <a:pt x="5668" y="1031"/>
                  </a:cubicBezTo>
                  <a:cubicBezTo>
                    <a:pt x="5657" y="1037"/>
                    <a:pt x="5646" y="1041"/>
                    <a:pt x="5636" y="1041"/>
                  </a:cubicBezTo>
                  <a:cubicBezTo>
                    <a:pt x="5616" y="1041"/>
                    <a:pt x="5599" y="1032"/>
                    <a:pt x="5589" y="1016"/>
                  </a:cubicBezTo>
                  <a:cubicBezTo>
                    <a:pt x="5548" y="960"/>
                    <a:pt x="5508" y="906"/>
                    <a:pt x="5466" y="849"/>
                  </a:cubicBezTo>
                  <a:cubicBezTo>
                    <a:pt x="3297" y="780"/>
                    <a:pt x="695" y="878"/>
                    <a:pt x="1"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
            <p:cNvSpPr/>
            <p:nvPr/>
          </p:nvSpPr>
          <p:spPr>
            <a:xfrm>
              <a:off x="3095914" y="2797390"/>
              <a:ext cx="82614" cy="64991"/>
            </a:xfrm>
            <a:custGeom>
              <a:rect b="b" l="l" r="r" t="t"/>
              <a:pathLst>
                <a:path extrusionOk="0" h="2729" w="3469">
                  <a:moveTo>
                    <a:pt x="0" y="1"/>
                  </a:moveTo>
                  <a:cubicBezTo>
                    <a:pt x="789" y="900"/>
                    <a:pt x="1624" y="1832"/>
                    <a:pt x="2434" y="2728"/>
                  </a:cubicBezTo>
                  <a:cubicBezTo>
                    <a:pt x="2635" y="1871"/>
                    <a:pt x="2998" y="949"/>
                    <a:pt x="3468"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
            <p:cNvSpPr/>
            <p:nvPr/>
          </p:nvSpPr>
          <p:spPr>
            <a:xfrm>
              <a:off x="3251592" y="2891649"/>
              <a:ext cx="48702" cy="78399"/>
            </a:xfrm>
            <a:custGeom>
              <a:rect b="b" l="l" r="r" t="t"/>
              <a:pathLst>
                <a:path extrusionOk="0" h="3292" w="2045">
                  <a:moveTo>
                    <a:pt x="143" y="0"/>
                  </a:moveTo>
                  <a:cubicBezTo>
                    <a:pt x="92" y="97"/>
                    <a:pt x="45" y="195"/>
                    <a:pt x="1" y="293"/>
                  </a:cubicBezTo>
                  <a:cubicBezTo>
                    <a:pt x="173" y="498"/>
                    <a:pt x="318" y="702"/>
                    <a:pt x="424" y="872"/>
                  </a:cubicBezTo>
                  <a:cubicBezTo>
                    <a:pt x="440" y="900"/>
                    <a:pt x="432" y="935"/>
                    <a:pt x="406" y="951"/>
                  </a:cubicBezTo>
                  <a:lnTo>
                    <a:pt x="403" y="951"/>
                  </a:lnTo>
                  <a:cubicBezTo>
                    <a:pt x="816" y="1621"/>
                    <a:pt x="1164" y="2410"/>
                    <a:pt x="1482" y="3292"/>
                  </a:cubicBezTo>
                  <a:cubicBezTo>
                    <a:pt x="2044" y="2995"/>
                    <a:pt x="1665" y="2391"/>
                    <a:pt x="1745" y="2118"/>
                  </a:cubicBezTo>
                  <a:cubicBezTo>
                    <a:pt x="1169" y="1434"/>
                    <a:pt x="638" y="721"/>
                    <a:pt x="143"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
            <p:cNvSpPr/>
            <p:nvPr/>
          </p:nvSpPr>
          <p:spPr>
            <a:xfrm>
              <a:off x="3001582" y="2646379"/>
              <a:ext cx="130125" cy="53584"/>
            </a:xfrm>
            <a:custGeom>
              <a:rect b="b" l="l" r="r" t="t"/>
              <a:pathLst>
                <a:path extrusionOk="0" h="2250" w="5464">
                  <a:moveTo>
                    <a:pt x="1936" y="1"/>
                  </a:moveTo>
                  <a:cubicBezTo>
                    <a:pt x="463" y="1"/>
                    <a:pt x="0" y="1371"/>
                    <a:pt x="0" y="1371"/>
                  </a:cubicBezTo>
                  <a:cubicBezTo>
                    <a:pt x="691" y="2249"/>
                    <a:pt x="3297" y="2151"/>
                    <a:pt x="5463" y="2220"/>
                  </a:cubicBezTo>
                  <a:cubicBezTo>
                    <a:pt x="4977" y="1567"/>
                    <a:pt x="4355" y="1005"/>
                    <a:pt x="3655" y="587"/>
                  </a:cubicBezTo>
                  <a:cubicBezTo>
                    <a:pt x="3629" y="570"/>
                    <a:pt x="3619" y="536"/>
                    <a:pt x="3635" y="507"/>
                  </a:cubicBezTo>
                  <a:cubicBezTo>
                    <a:pt x="3637" y="506"/>
                    <a:pt x="3639" y="506"/>
                    <a:pt x="3640" y="504"/>
                  </a:cubicBezTo>
                  <a:cubicBezTo>
                    <a:pt x="3477" y="410"/>
                    <a:pt x="3313" y="327"/>
                    <a:pt x="3139" y="259"/>
                  </a:cubicBezTo>
                  <a:cubicBezTo>
                    <a:pt x="2679" y="75"/>
                    <a:pt x="2280" y="1"/>
                    <a:pt x="1936"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
            <p:cNvSpPr/>
            <p:nvPr/>
          </p:nvSpPr>
          <p:spPr>
            <a:xfrm>
              <a:off x="3133732" y="2699272"/>
              <a:ext cx="3525" cy="3882"/>
            </a:xfrm>
            <a:custGeom>
              <a:rect b="b" l="l" r="r" t="t"/>
              <a:pathLst>
                <a:path extrusionOk="0" h="163" w="148">
                  <a:moveTo>
                    <a:pt x="0" y="1"/>
                  </a:moveTo>
                  <a:cubicBezTo>
                    <a:pt x="42" y="53"/>
                    <a:pt x="86" y="106"/>
                    <a:pt x="130" y="163"/>
                  </a:cubicBezTo>
                  <a:cubicBezTo>
                    <a:pt x="143" y="144"/>
                    <a:pt x="148" y="121"/>
                    <a:pt x="133" y="100"/>
                  </a:cubicBezTo>
                  <a:cubicBezTo>
                    <a:pt x="111" y="67"/>
                    <a:pt x="85" y="35"/>
                    <a:pt x="60" y="3"/>
                  </a:cubicBezTo>
                  <a:cubicBezTo>
                    <a:pt x="42" y="3"/>
                    <a:pt x="20" y="3"/>
                    <a:pt x="2" y="1"/>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
            <p:cNvSpPr/>
            <p:nvPr/>
          </p:nvSpPr>
          <p:spPr>
            <a:xfrm>
              <a:off x="3088269" y="2657810"/>
              <a:ext cx="46916" cy="41533"/>
            </a:xfrm>
            <a:custGeom>
              <a:rect b="b" l="l" r="r" t="t"/>
              <a:pathLst>
                <a:path extrusionOk="0" h="1744" w="1970">
                  <a:moveTo>
                    <a:pt x="46" y="0"/>
                  </a:moveTo>
                  <a:cubicBezTo>
                    <a:pt x="29" y="0"/>
                    <a:pt x="12" y="9"/>
                    <a:pt x="0" y="22"/>
                  </a:cubicBezTo>
                  <a:cubicBezTo>
                    <a:pt x="692" y="411"/>
                    <a:pt x="1316" y="1005"/>
                    <a:pt x="1911" y="1742"/>
                  </a:cubicBezTo>
                  <a:cubicBezTo>
                    <a:pt x="1929" y="1742"/>
                    <a:pt x="1951" y="1742"/>
                    <a:pt x="1969" y="1744"/>
                  </a:cubicBezTo>
                  <a:cubicBezTo>
                    <a:pt x="1465" y="1047"/>
                    <a:pt x="812" y="447"/>
                    <a:pt x="73" y="8"/>
                  </a:cubicBezTo>
                  <a:cubicBezTo>
                    <a:pt x="65" y="3"/>
                    <a:pt x="56" y="0"/>
                    <a:pt x="46"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
            <p:cNvSpPr/>
            <p:nvPr/>
          </p:nvSpPr>
          <p:spPr>
            <a:xfrm>
              <a:off x="3131755" y="2699248"/>
              <a:ext cx="5120" cy="4572"/>
            </a:xfrm>
            <a:custGeom>
              <a:rect b="b" l="l" r="r" t="t"/>
              <a:pathLst>
                <a:path extrusionOk="0" h="192" w="215">
                  <a:moveTo>
                    <a:pt x="1" y="0"/>
                  </a:moveTo>
                  <a:cubicBezTo>
                    <a:pt x="43" y="54"/>
                    <a:pt x="83" y="111"/>
                    <a:pt x="124" y="167"/>
                  </a:cubicBezTo>
                  <a:cubicBezTo>
                    <a:pt x="135" y="183"/>
                    <a:pt x="151" y="192"/>
                    <a:pt x="171" y="192"/>
                  </a:cubicBezTo>
                  <a:cubicBezTo>
                    <a:pt x="182" y="192"/>
                    <a:pt x="192" y="188"/>
                    <a:pt x="203" y="182"/>
                  </a:cubicBezTo>
                  <a:cubicBezTo>
                    <a:pt x="208" y="179"/>
                    <a:pt x="211" y="169"/>
                    <a:pt x="215" y="164"/>
                  </a:cubicBezTo>
                  <a:cubicBezTo>
                    <a:pt x="172" y="109"/>
                    <a:pt x="130" y="57"/>
                    <a:pt x="85" y="2"/>
                  </a:cubicBezTo>
                  <a:cubicBezTo>
                    <a:pt x="57" y="2"/>
                    <a:pt x="28" y="2"/>
                    <a:pt x="1"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
            <p:cNvSpPr/>
            <p:nvPr/>
          </p:nvSpPr>
          <p:spPr>
            <a:xfrm>
              <a:off x="3087793" y="2658286"/>
              <a:ext cx="46034" cy="41009"/>
            </a:xfrm>
            <a:custGeom>
              <a:rect b="b" l="l" r="r" t="t"/>
              <a:pathLst>
                <a:path extrusionOk="0" h="1722" w="1933">
                  <a:moveTo>
                    <a:pt x="23" y="1"/>
                  </a:moveTo>
                  <a:cubicBezTo>
                    <a:pt x="20" y="4"/>
                    <a:pt x="17" y="4"/>
                    <a:pt x="17" y="6"/>
                  </a:cubicBezTo>
                  <a:cubicBezTo>
                    <a:pt x="1" y="33"/>
                    <a:pt x="9" y="69"/>
                    <a:pt x="36" y="85"/>
                  </a:cubicBezTo>
                  <a:cubicBezTo>
                    <a:pt x="738" y="502"/>
                    <a:pt x="1357" y="1066"/>
                    <a:pt x="1847" y="1719"/>
                  </a:cubicBezTo>
                  <a:cubicBezTo>
                    <a:pt x="1874" y="1719"/>
                    <a:pt x="1905" y="1722"/>
                    <a:pt x="1933" y="1722"/>
                  </a:cubicBezTo>
                  <a:cubicBezTo>
                    <a:pt x="1336" y="985"/>
                    <a:pt x="712" y="39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
            <p:cNvSpPr/>
            <p:nvPr/>
          </p:nvSpPr>
          <p:spPr>
            <a:xfrm>
              <a:off x="2763861" y="2626184"/>
              <a:ext cx="497138" cy="561558"/>
            </a:xfrm>
            <a:custGeom>
              <a:rect b="b" l="l" r="r" t="t"/>
              <a:pathLst>
                <a:path extrusionOk="0" h="23580" w="20875">
                  <a:moveTo>
                    <a:pt x="749" y="0"/>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6"/>
                  </a:lnTo>
                  <a:lnTo>
                    <a:pt x="839" y="21393"/>
                  </a:lnTo>
                  <a:lnTo>
                    <a:pt x="665" y="21999"/>
                  </a:lnTo>
                  <a:lnTo>
                    <a:pt x="435" y="22819"/>
                  </a:lnTo>
                  <a:cubicBezTo>
                    <a:pt x="356" y="23096"/>
                    <a:pt x="476" y="23404"/>
                    <a:pt x="737" y="23524"/>
                  </a:cubicBezTo>
                  <a:cubicBezTo>
                    <a:pt x="818" y="23560"/>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lnTo>
                    <a:pt x="17129" y="18928"/>
                  </a:lnTo>
                  <a:lnTo>
                    <a:pt x="20061" y="21855"/>
                  </a:lnTo>
                  <a:cubicBezTo>
                    <a:pt x="20264" y="21522"/>
                    <a:pt x="20542" y="21244"/>
                    <a:pt x="20875" y="21038"/>
                  </a:cubicBezTo>
                  <a:lnTo>
                    <a:pt x="18320" y="18481"/>
                  </a:lnTo>
                  <a:lnTo>
                    <a:pt x="18123" y="18281"/>
                  </a:lnTo>
                  <a:lnTo>
                    <a:pt x="17944" y="18103"/>
                  </a:lnTo>
                  <a:lnTo>
                    <a:pt x="17831" y="17989"/>
                  </a:lnTo>
                  <a:lnTo>
                    <a:pt x="17705" y="17865"/>
                  </a:lnTo>
                  <a:lnTo>
                    <a:pt x="17199" y="17359"/>
                  </a:lnTo>
                  <a:lnTo>
                    <a:pt x="8245" y="8416"/>
                  </a:lnTo>
                  <a:cubicBezTo>
                    <a:pt x="7791" y="7964"/>
                    <a:pt x="8112" y="7190"/>
                    <a:pt x="8752" y="7190"/>
                  </a:cubicBezTo>
                  <a:lnTo>
                    <a:pt x="17411" y="7190"/>
                  </a:lnTo>
                  <a:cubicBezTo>
                    <a:pt x="17526" y="6958"/>
                    <a:pt x="17646" y="6724"/>
                    <a:pt x="17776" y="6491"/>
                  </a:cubicBezTo>
                  <a:cubicBezTo>
                    <a:pt x="17794" y="6457"/>
                    <a:pt x="17812" y="6425"/>
                    <a:pt x="17831" y="6391"/>
                  </a:cubicBezTo>
                  <a:lnTo>
                    <a:pt x="17828" y="6391"/>
                  </a:lnTo>
                  <a:cubicBezTo>
                    <a:pt x="17893" y="6272"/>
                    <a:pt x="17961" y="6154"/>
                    <a:pt x="18027" y="6037"/>
                  </a:cubicBezTo>
                  <a:lnTo>
                    <a:pt x="6384" y="6037"/>
                  </a:lnTo>
                  <a:lnTo>
                    <a:pt x="7772" y="1133"/>
                  </a:lnTo>
                  <a:cubicBezTo>
                    <a:pt x="7856" y="843"/>
                    <a:pt x="7720" y="519"/>
                    <a:pt x="7438" y="410"/>
                  </a:cubicBezTo>
                  <a:cubicBezTo>
                    <a:pt x="7367" y="383"/>
                    <a:pt x="7295" y="370"/>
                    <a:pt x="7225" y="370"/>
                  </a:cubicBezTo>
                  <a:cubicBezTo>
                    <a:pt x="6974" y="370"/>
                    <a:pt x="6743" y="535"/>
                    <a:pt x="6670" y="788"/>
                  </a:cubicBezTo>
                  <a:lnTo>
                    <a:pt x="6521" y="1315"/>
                  </a:lnTo>
                  <a:lnTo>
                    <a:pt x="7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
            <p:cNvSpPr/>
            <p:nvPr/>
          </p:nvSpPr>
          <p:spPr>
            <a:xfrm>
              <a:off x="3320989" y="2673957"/>
              <a:ext cx="381421" cy="516476"/>
            </a:xfrm>
            <a:custGeom>
              <a:rect b="b" l="l" r="r" t="t"/>
              <a:pathLst>
                <a:path extrusionOk="0" h="21687" w="16016">
                  <a:moveTo>
                    <a:pt x="8593" y="1"/>
                  </a:moveTo>
                  <a:cubicBezTo>
                    <a:pt x="8371" y="100"/>
                    <a:pt x="8101" y="173"/>
                    <a:pt x="7801" y="224"/>
                  </a:cubicBezTo>
                  <a:lnTo>
                    <a:pt x="6741" y="2513"/>
                  </a:lnTo>
                  <a:cubicBezTo>
                    <a:pt x="6311" y="3438"/>
                    <a:pt x="5386" y="4031"/>
                    <a:pt x="4365" y="4031"/>
                  </a:cubicBezTo>
                  <a:lnTo>
                    <a:pt x="1933" y="4031"/>
                  </a:lnTo>
                  <a:cubicBezTo>
                    <a:pt x="1463" y="4411"/>
                    <a:pt x="1002" y="4795"/>
                    <a:pt x="560" y="5184"/>
                  </a:cubicBezTo>
                  <a:lnTo>
                    <a:pt x="4845" y="5184"/>
                  </a:lnTo>
                  <a:cubicBezTo>
                    <a:pt x="5153" y="5184"/>
                    <a:pt x="5355" y="5503"/>
                    <a:pt x="5227" y="5782"/>
                  </a:cubicBezTo>
                  <a:lnTo>
                    <a:pt x="1" y="17076"/>
                  </a:lnTo>
                  <a:cubicBezTo>
                    <a:pt x="163" y="17612"/>
                    <a:pt x="333" y="18160"/>
                    <a:pt x="516" y="18708"/>
                  </a:cubicBezTo>
                  <a:lnTo>
                    <a:pt x="6057" y="6738"/>
                  </a:lnTo>
                  <a:cubicBezTo>
                    <a:pt x="6142" y="6556"/>
                    <a:pt x="6315" y="6463"/>
                    <a:pt x="6489" y="6463"/>
                  </a:cubicBezTo>
                  <a:cubicBezTo>
                    <a:pt x="6651" y="6463"/>
                    <a:pt x="6813" y="6544"/>
                    <a:pt x="6903" y="6710"/>
                  </a:cubicBezTo>
                  <a:lnTo>
                    <a:pt x="9430" y="11310"/>
                  </a:lnTo>
                  <a:lnTo>
                    <a:pt x="10016" y="12379"/>
                  </a:lnTo>
                  <a:lnTo>
                    <a:pt x="10251" y="12807"/>
                  </a:lnTo>
                  <a:lnTo>
                    <a:pt x="14079" y="19777"/>
                  </a:lnTo>
                  <a:cubicBezTo>
                    <a:pt x="14253" y="20093"/>
                    <a:pt x="14024" y="20479"/>
                    <a:pt x="13666" y="20481"/>
                  </a:cubicBezTo>
                  <a:lnTo>
                    <a:pt x="5757" y="20515"/>
                  </a:lnTo>
                  <a:lnTo>
                    <a:pt x="5268" y="20518"/>
                  </a:lnTo>
                  <a:lnTo>
                    <a:pt x="4051" y="20523"/>
                  </a:lnTo>
                  <a:lnTo>
                    <a:pt x="1174" y="20536"/>
                  </a:lnTo>
                  <a:cubicBezTo>
                    <a:pt x="1325" y="20920"/>
                    <a:pt x="1484" y="21306"/>
                    <a:pt x="1652" y="21686"/>
                  </a:cubicBezTo>
                  <a:lnTo>
                    <a:pt x="4056" y="21677"/>
                  </a:lnTo>
                  <a:lnTo>
                    <a:pt x="5276" y="21670"/>
                  </a:lnTo>
                  <a:lnTo>
                    <a:pt x="5765" y="21669"/>
                  </a:lnTo>
                  <a:lnTo>
                    <a:pt x="13977" y="21631"/>
                  </a:lnTo>
                  <a:lnTo>
                    <a:pt x="14599" y="21630"/>
                  </a:lnTo>
                  <a:lnTo>
                    <a:pt x="15437" y="21625"/>
                  </a:lnTo>
                  <a:cubicBezTo>
                    <a:pt x="15483" y="21625"/>
                    <a:pt x="15525" y="21620"/>
                    <a:pt x="15567" y="21609"/>
                  </a:cubicBezTo>
                  <a:cubicBezTo>
                    <a:pt x="15580" y="21607"/>
                    <a:pt x="15590" y="21601"/>
                    <a:pt x="15603" y="21599"/>
                  </a:cubicBezTo>
                  <a:cubicBezTo>
                    <a:pt x="15635" y="21589"/>
                    <a:pt x="15664" y="21576"/>
                    <a:pt x="15695" y="21563"/>
                  </a:cubicBezTo>
                  <a:cubicBezTo>
                    <a:pt x="15701" y="21558"/>
                    <a:pt x="15708" y="21558"/>
                    <a:pt x="15713" y="21555"/>
                  </a:cubicBezTo>
                  <a:cubicBezTo>
                    <a:pt x="15721" y="21550"/>
                    <a:pt x="15727" y="21544"/>
                    <a:pt x="15736" y="21541"/>
                  </a:cubicBezTo>
                  <a:cubicBezTo>
                    <a:pt x="15753" y="21531"/>
                    <a:pt x="15770" y="21518"/>
                    <a:pt x="15786" y="21507"/>
                  </a:cubicBezTo>
                  <a:cubicBezTo>
                    <a:pt x="15800" y="21494"/>
                    <a:pt x="15815" y="21484"/>
                    <a:pt x="15830" y="21471"/>
                  </a:cubicBezTo>
                  <a:cubicBezTo>
                    <a:pt x="15842" y="21460"/>
                    <a:pt x="15855" y="21445"/>
                    <a:pt x="15867" y="21430"/>
                  </a:cubicBezTo>
                  <a:cubicBezTo>
                    <a:pt x="15880" y="21417"/>
                    <a:pt x="15891" y="21403"/>
                    <a:pt x="15904" y="21387"/>
                  </a:cubicBezTo>
                  <a:cubicBezTo>
                    <a:pt x="15914" y="21372"/>
                    <a:pt x="15924" y="21356"/>
                    <a:pt x="15935" y="21340"/>
                  </a:cubicBezTo>
                  <a:cubicBezTo>
                    <a:pt x="15945" y="21323"/>
                    <a:pt x="15953" y="21307"/>
                    <a:pt x="15961" y="21291"/>
                  </a:cubicBezTo>
                  <a:cubicBezTo>
                    <a:pt x="15969" y="21273"/>
                    <a:pt x="15975" y="21257"/>
                    <a:pt x="15980" y="21239"/>
                  </a:cubicBezTo>
                  <a:cubicBezTo>
                    <a:pt x="15987" y="21223"/>
                    <a:pt x="15993" y="21204"/>
                    <a:pt x="15996" y="21186"/>
                  </a:cubicBezTo>
                  <a:cubicBezTo>
                    <a:pt x="16001" y="21168"/>
                    <a:pt x="16005" y="21150"/>
                    <a:pt x="16008" y="21131"/>
                  </a:cubicBezTo>
                  <a:cubicBezTo>
                    <a:pt x="16009" y="21111"/>
                    <a:pt x="16011" y="21090"/>
                    <a:pt x="16013" y="21072"/>
                  </a:cubicBezTo>
                  <a:cubicBezTo>
                    <a:pt x="16013" y="21064"/>
                    <a:pt x="16016" y="21054"/>
                    <a:pt x="16016" y="21046"/>
                  </a:cubicBezTo>
                  <a:cubicBezTo>
                    <a:pt x="16011" y="21037"/>
                    <a:pt x="16009" y="21029"/>
                    <a:pt x="16009" y="21017"/>
                  </a:cubicBezTo>
                  <a:cubicBezTo>
                    <a:pt x="16009" y="20998"/>
                    <a:pt x="16005" y="20977"/>
                    <a:pt x="16003" y="20957"/>
                  </a:cubicBezTo>
                  <a:cubicBezTo>
                    <a:pt x="16001" y="20939"/>
                    <a:pt x="15996" y="20920"/>
                    <a:pt x="15992" y="20902"/>
                  </a:cubicBezTo>
                  <a:cubicBezTo>
                    <a:pt x="15987" y="20884"/>
                    <a:pt x="15980" y="20868"/>
                    <a:pt x="15975" y="20852"/>
                  </a:cubicBezTo>
                  <a:cubicBezTo>
                    <a:pt x="15967" y="20831"/>
                    <a:pt x="15959" y="20813"/>
                    <a:pt x="15951" y="20794"/>
                  </a:cubicBezTo>
                  <a:cubicBezTo>
                    <a:pt x="15946" y="20785"/>
                    <a:pt x="15945" y="20777"/>
                    <a:pt x="15940" y="20769"/>
                  </a:cubicBezTo>
                  <a:lnTo>
                    <a:pt x="15486" y="19944"/>
                  </a:lnTo>
                  <a:lnTo>
                    <a:pt x="15194" y="19413"/>
                  </a:lnTo>
                  <a:lnTo>
                    <a:pt x="11254" y="12238"/>
                  </a:lnTo>
                  <a:lnTo>
                    <a:pt x="11019" y="11810"/>
                  </a:lnTo>
                  <a:lnTo>
                    <a:pt x="10434" y="10742"/>
                  </a:lnTo>
                  <a:lnTo>
                    <a:pt x="7493" y="5385"/>
                  </a:lnTo>
                  <a:cubicBezTo>
                    <a:pt x="7217" y="4882"/>
                    <a:pt x="7195" y="4276"/>
                    <a:pt x="7436" y="3756"/>
                  </a:cubicBezTo>
                  <a:lnTo>
                    <a:pt x="9067" y="233"/>
                  </a:lnTo>
                  <a:cubicBezTo>
                    <a:pt x="8896" y="171"/>
                    <a:pt x="8736" y="93"/>
                    <a:pt x="8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
            <p:cNvSpPr/>
            <p:nvPr/>
          </p:nvSpPr>
          <p:spPr>
            <a:xfrm>
              <a:off x="3250902" y="2898675"/>
              <a:ext cx="11098" cy="15694"/>
            </a:xfrm>
            <a:custGeom>
              <a:rect b="b" l="l" r="r" t="t"/>
              <a:pathLst>
                <a:path extrusionOk="0" h="659" w="466">
                  <a:moveTo>
                    <a:pt x="27" y="0"/>
                  </a:moveTo>
                  <a:cubicBezTo>
                    <a:pt x="18" y="16"/>
                    <a:pt x="10" y="31"/>
                    <a:pt x="1" y="45"/>
                  </a:cubicBezTo>
                  <a:cubicBezTo>
                    <a:pt x="153" y="235"/>
                    <a:pt x="294" y="439"/>
                    <a:pt x="430" y="658"/>
                  </a:cubicBezTo>
                  <a:cubicBezTo>
                    <a:pt x="458" y="642"/>
                    <a:pt x="466" y="606"/>
                    <a:pt x="450" y="580"/>
                  </a:cubicBezTo>
                  <a:cubicBezTo>
                    <a:pt x="347" y="410"/>
                    <a:pt x="200" y="204"/>
                    <a:pt x="2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
            <p:cNvSpPr/>
            <p:nvPr/>
          </p:nvSpPr>
          <p:spPr>
            <a:xfrm>
              <a:off x="3250140" y="2899699"/>
              <a:ext cx="10979" cy="14861"/>
            </a:xfrm>
            <a:custGeom>
              <a:rect b="b" l="l" r="r" t="t"/>
              <a:pathLst>
                <a:path extrusionOk="0" h="624" w="461">
                  <a:moveTo>
                    <a:pt x="33" y="1"/>
                  </a:moveTo>
                  <a:cubicBezTo>
                    <a:pt x="25" y="22"/>
                    <a:pt x="15" y="43"/>
                    <a:pt x="0" y="61"/>
                  </a:cubicBezTo>
                  <a:cubicBezTo>
                    <a:pt x="144" y="234"/>
                    <a:pt x="276" y="419"/>
                    <a:pt x="383" y="596"/>
                  </a:cubicBezTo>
                  <a:cubicBezTo>
                    <a:pt x="394" y="613"/>
                    <a:pt x="413" y="623"/>
                    <a:pt x="431" y="623"/>
                  </a:cubicBezTo>
                  <a:cubicBezTo>
                    <a:pt x="441" y="623"/>
                    <a:pt x="452" y="622"/>
                    <a:pt x="460" y="615"/>
                  </a:cubicBezTo>
                  <a:cubicBezTo>
                    <a:pt x="324" y="396"/>
                    <a:pt x="182" y="192"/>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
            <p:cNvSpPr/>
            <p:nvPr/>
          </p:nvSpPr>
          <p:spPr>
            <a:xfrm>
              <a:off x="3231993" y="2880647"/>
              <a:ext cx="19624" cy="19123"/>
            </a:xfrm>
            <a:custGeom>
              <a:rect b="b" l="l" r="r" t="t"/>
              <a:pathLst>
                <a:path extrusionOk="0" h="803" w="824">
                  <a:moveTo>
                    <a:pt x="1" y="0"/>
                  </a:moveTo>
                  <a:lnTo>
                    <a:pt x="1" y="0"/>
                  </a:lnTo>
                  <a:cubicBezTo>
                    <a:pt x="291" y="224"/>
                    <a:pt x="553" y="495"/>
                    <a:pt x="796" y="802"/>
                  </a:cubicBezTo>
                  <a:cubicBezTo>
                    <a:pt x="804" y="788"/>
                    <a:pt x="816" y="772"/>
                    <a:pt x="824" y="757"/>
                  </a:cubicBezTo>
                  <a:cubicBezTo>
                    <a:pt x="584" y="472"/>
                    <a:pt x="294" y="188"/>
                    <a:pt x="1"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
            <p:cNvSpPr/>
            <p:nvPr/>
          </p:nvSpPr>
          <p:spPr>
            <a:xfrm>
              <a:off x="3218442" y="2875574"/>
              <a:ext cx="32531" cy="25577"/>
            </a:xfrm>
            <a:custGeom>
              <a:rect b="b" l="l" r="r" t="t"/>
              <a:pathLst>
                <a:path extrusionOk="0" h="1074" w="1366">
                  <a:moveTo>
                    <a:pt x="67" y="1"/>
                  </a:moveTo>
                  <a:cubicBezTo>
                    <a:pt x="36" y="1"/>
                    <a:pt x="12" y="22"/>
                    <a:pt x="7" y="51"/>
                  </a:cubicBezTo>
                  <a:cubicBezTo>
                    <a:pt x="1" y="84"/>
                    <a:pt x="23" y="111"/>
                    <a:pt x="53" y="118"/>
                  </a:cubicBezTo>
                  <a:cubicBezTo>
                    <a:pt x="450" y="182"/>
                    <a:pt x="939" y="599"/>
                    <a:pt x="1331" y="1074"/>
                  </a:cubicBezTo>
                  <a:cubicBezTo>
                    <a:pt x="1344" y="1056"/>
                    <a:pt x="1354" y="1033"/>
                    <a:pt x="1365" y="1012"/>
                  </a:cubicBezTo>
                  <a:cubicBezTo>
                    <a:pt x="1122" y="704"/>
                    <a:pt x="860" y="437"/>
                    <a:pt x="568" y="210"/>
                  </a:cubicBezTo>
                  <a:cubicBezTo>
                    <a:pt x="401" y="103"/>
                    <a:pt x="234" y="29"/>
                    <a:pt x="74" y="1"/>
                  </a:cubicBezTo>
                  <a:cubicBezTo>
                    <a:pt x="71" y="1"/>
                    <a:pt x="69" y="1"/>
                    <a:pt x="67"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
            <p:cNvSpPr/>
            <p:nvPr/>
          </p:nvSpPr>
          <p:spPr>
            <a:xfrm>
              <a:off x="3239899" y="2694223"/>
              <a:ext cx="3358" cy="3548"/>
            </a:xfrm>
            <a:custGeom>
              <a:rect b="b" l="l" r="r" t="t"/>
              <a:pathLst>
                <a:path extrusionOk="0" h="149" w="141">
                  <a:moveTo>
                    <a:pt x="140" y="1"/>
                  </a:moveTo>
                  <a:lnTo>
                    <a:pt x="140" y="1"/>
                  </a:lnTo>
                  <a:cubicBezTo>
                    <a:pt x="114" y="2"/>
                    <a:pt x="90" y="4"/>
                    <a:pt x="64" y="5"/>
                  </a:cubicBezTo>
                  <a:cubicBezTo>
                    <a:pt x="48" y="27"/>
                    <a:pt x="33" y="46"/>
                    <a:pt x="17" y="69"/>
                  </a:cubicBezTo>
                  <a:cubicBezTo>
                    <a:pt x="1" y="93"/>
                    <a:pt x="6" y="130"/>
                    <a:pt x="32" y="148"/>
                  </a:cubicBezTo>
                  <a:cubicBezTo>
                    <a:pt x="67" y="98"/>
                    <a:pt x="104" y="49"/>
                    <a:pt x="140"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
            <p:cNvSpPr/>
            <p:nvPr/>
          </p:nvSpPr>
          <p:spPr>
            <a:xfrm>
              <a:off x="3241447" y="2694152"/>
              <a:ext cx="1834" cy="167"/>
            </a:xfrm>
            <a:custGeom>
              <a:rect b="b" l="l" r="r" t="t"/>
              <a:pathLst>
                <a:path extrusionOk="0" h="7" w="77">
                  <a:moveTo>
                    <a:pt x="77" y="0"/>
                  </a:moveTo>
                  <a:lnTo>
                    <a:pt x="77" y="0"/>
                  </a:lnTo>
                  <a:cubicBezTo>
                    <a:pt x="51" y="4"/>
                    <a:pt x="27" y="5"/>
                    <a:pt x="1" y="7"/>
                  </a:cubicBezTo>
                  <a:cubicBezTo>
                    <a:pt x="25" y="7"/>
                    <a:pt x="51" y="5"/>
                    <a:pt x="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
            <p:cNvSpPr/>
            <p:nvPr/>
          </p:nvSpPr>
          <p:spPr>
            <a:xfrm>
              <a:off x="3241447" y="2547070"/>
              <a:ext cx="134912" cy="147248"/>
            </a:xfrm>
            <a:custGeom>
              <a:rect b="b" l="l" r="r" t="t"/>
              <a:pathLst>
                <a:path extrusionOk="0" h="6183" w="5665">
                  <a:moveTo>
                    <a:pt x="5621" y="0"/>
                  </a:moveTo>
                  <a:cubicBezTo>
                    <a:pt x="4409" y="945"/>
                    <a:pt x="2041" y="3421"/>
                    <a:pt x="1" y="6183"/>
                  </a:cubicBezTo>
                  <a:cubicBezTo>
                    <a:pt x="27" y="6181"/>
                    <a:pt x="51" y="6180"/>
                    <a:pt x="78" y="6176"/>
                  </a:cubicBezTo>
                  <a:cubicBezTo>
                    <a:pt x="86" y="6165"/>
                    <a:pt x="96" y="6152"/>
                    <a:pt x="104" y="6141"/>
                  </a:cubicBezTo>
                  <a:cubicBezTo>
                    <a:pt x="143" y="6089"/>
                    <a:pt x="179" y="6039"/>
                    <a:pt x="218" y="5988"/>
                  </a:cubicBezTo>
                  <a:cubicBezTo>
                    <a:pt x="313" y="5860"/>
                    <a:pt x="411" y="5732"/>
                    <a:pt x="508" y="5606"/>
                  </a:cubicBezTo>
                  <a:cubicBezTo>
                    <a:pt x="558" y="5539"/>
                    <a:pt x="610" y="5475"/>
                    <a:pt x="662" y="5407"/>
                  </a:cubicBezTo>
                  <a:cubicBezTo>
                    <a:pt x="730" y="5317"/>
                    <a:pt x="800" y="5232"/>
                    <a:pt x="868" y="5144"/>
                  </a:cubicBezTo>
                  <a:cubicBezTo>
                    <a:pt x="926" y="5069"/>
                    <a:pt x="986" y="4995"/>
                    <a:pt x="1044" y="4924"/>
                  </a:cubicBezTo>
                  <a:cubicBezTo>
                    <a:pt x="1095" y="4860"/>
                    <a:pt x="1143" y="4799"/>
                    <a:pt x="1193" y="4737"/>
                  </a:cubicBezTo>
                  <a:cubicBezTo>
                    <a:pt x="1432" y="4442"/>
                    <a:pt x="1667" y="4157"/>
                    <a:pt x="1902" y="3880"/>
                  </a:cubicBezTo>
                  <a:cubicBezTo>
                    <a:pt x="1921" y="3856"/>
                    <a:pt x="1944" y="3831"/>
                    <a:pt x="1963" y="3805"/>
                  </a:cubicBezTo>
                  <a:cubicBezTo>
                    <a:pt x="3436" y="2073"/>
                    <a:pt x="4835" y="682"/>
                    <a:pt x="5665" y="37"/>
                  </a:cubicBezTo>
                  <a:cubicBezTo>
                    <a:pt x="5665" y="37"/>
                    <a:pt x="5647" y="23"/>
                    <a:pt x="562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
            <p:cNvSpPr/>
            <p:nvPr/>
          </p:nvSpPr>
          <p:spPr>
            <a:xfrm>
              <a:off x="3375287" y="2546570"/>
              <a:ext cx="2262" cy="1405"/>
            </a:xfrm>
            <a:custGeom>
              <a:rect b="b" l="l" r="r" t="t"/>
              <a:pathLst>
                <a:path extrusionOk="0" h="59" w="95">
                  <a:moveTo>
                    <a:pt x="46" y="1"/>
                  </a:moveTo>
                  <a:cubicBezTo>
                    <a:pt x="34" y="1"/>
                    <a:pt x="21" y="5"/>
                    <a:pt x="11" y="13"/>
                  </a:cubicBezTo>
                  <a:cubicBezTo>
                    <a:pt x="6" y="15"/>
                    <a:pt x="4" y="20"/>
                    <a:pt x="1" y="21"/>
                  </a:cubicBezTo>
                  <a:cubicBezTo>
                    <a:pt x="27" y="44"/>
                    <a:pt x="45" y="58"/>
                    <a:pt x="45" y="58"/>
                  </a:cubicBezTo>
                  <a:lnTo>
                    <a:pt x="95" y="37"/>
                  </a:lnTo>
                  <a:cubicBezTo>
                    <a:pt x="93" y="34"/>
                    <a:pt x="95" y="28"/>
                    <a:pt x="92" y="23"/>
                  </a:cubicBezTo>
                  <a:cubicBezTo>
                    <a:pt x="80" y="8"/>
                    <a:pt x="63" y="1"/>
                    <a:pt x="46"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
            <p:cNvSpPr/>
            <p:nvPr/>
          </p:nvSpPr>
          <p:spPr>
            <a:xfrm>
              <a:off x="3262095" y="2664240"/>
              <a:ext cx="4239" cy="5311"/>
            </a:xfrm>
            <a:custGeom>
              <a:rect b="b" l="l" r="r" t="t"/>
              <a:pathLst>
                <a:path extrusionOk="0" h="223" w="178">
                  <a:moveTo>
                    <a:pt x="177" y="0"/>
                  </a:moveTo>
                  <a:lnTo>
                    <a:pt x="177" y="0"/>
                  </a:lnTo>
                  <a:cubicBezTo>
                    <a:pt x="117" y="73"/>
                    <a:pt x="59" y="146"/>
                    <a:pt x="1" y="222"/>
                  </a:cubicBezTo>
                  <a:cubicBezTo>
                    <a:pt x="59" y="149"/>
                    <a:pt x="119" y="73"/>
                    <a:pt x="1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
            <p:cNvSpPr/>
            <p:nvPr/>
          </p:nvSpPr>
          <p:spPr>
            <a:xfrm>
              <a:off x="3269811" y="2639425"/>
              <a:ext cx="16861" cy="20409"/>
            </a:xfrm>
            <a:custGeom>
              <a:rect b="b" l="l" r="r" t="t"/>
              <a:pathLst>
                <a:path extrusionOk="0" h="857" w="708">
                  <a:moveTo>
                    <a:pt x="707" y="0"/>
                  </a:moveTo>
                  <a:lnTo>
                    <a:pt x="707" y="0"/>
                  </a:lnTo>
                  <a:cubicBezTo>
                    <a:pt x="472" y="277"/>
                    <a:pt x="237" y="563"/>
                    <a:pt x="1" y="856"/>
                  </a:cubicBezTo>
                  <a:cubicBezTo>
                    <a:pt x="237" y="564"/>
                    <a:pt x="472" y="279"/>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
            <p:cNvSpPr/>
            <p:nvPr/>
          </p:nvSpPr>
          <p:spPr>
            <a:xfrm>
              <a:off x="3253521" y="2675814"/>
              <a:ext cx="3691" cy="4763"/>
            </a:xfrm>
            <a:custGeom>
              <a:rect b="b" l="l" r="r" t="t"/>
              <a:pathLst>
                <a:path extrusionOk="0" h="200" w="155">
                  <a:moveTo>
                    <a:pt x="155" y="1"/>
                  </a:moveTo>
                  <a:cubicBezTo>
                    <a:pt x="123" y="40"/>
                    <a:pt x="92" y="81"/>
                    <a:pt x="61" y="121"/>
                  </a:cubicBezTo>
                  <a:lnTo>
                    <a:pt x="61" y="121"/>
                  </a:lnTo>
                  <a:cubicBezTo>
                    <a:pt x="92" y="82"/>
                    <a:pt x="123" y="42"/>
                    <a:pt x="155" y="1"/>
                  </a:cubicBezTo>
                  <a:close/>
                  <a:moveTo>
                    <a:pt x="61" y="121"/>
                  </a:moveTo>
                  <a:cubicBezTo>
                    <a:pt x="41" y="148"/>
                    <a:pt x="21" y="174"/>
                    <a:pt x="1" y="200"/>
                  </a:cubicBezTo>
                  <a:cubicBezTo>
                    <a:pt x="21" y="174"/>
                    <a:pt x="41" y="148"/>
                    <a:pt x="61" y="12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
            <p:cNvSpPr/>
            <p:nvPr/>
          </p:nvSpPr>
          <p:spPr>
            <a:xfrm>
              <a:off x="3243924" y="2689674"/>
              <a:ext cx="2715" cy="3644"/>
            </a:xfrm>
            <a:custGeom>
              <a:rect b="b" l="l" r="r" t="t"/>
              <a:pathLst>
                <a:path extrusionOk="0" h="153" w="114">
                  <a:moveTo>
                    <a:pt x="114" y="0"/>
                  </a:moveTo>
                  <a:lnTo>
                    <a:pt x="114" y="0"/>
                  </a:lnTo>
                  <a:cubicBezTo>
                    <a:pt x="75" y="51"/>
                    <a:pt x="39" y="101"/>
                    <a:pt x="0" y="153"/>
                  </a:cubicBezTo>
                  <a:cubicBezTo>
                    <a:pt x="39" y="101"/>
                    <a:pt x="76" y="51"/>
                    <a:pt x="114"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
            <p:cNvSpPr/>
            <p:nvPr/>
          </p:nvSpPr>
          <p:spPr>
            <a:xfrm>
              <a:off x="3240685" y="2694223"/>
              <a:ext cx="2596" cy="3548"/>
            </a:xfrm>
            <a:custGeom>
              <a:rect b="b" l="l" r="r" t="t"/>
              <a:pathLst>
                <a:path extrusionOk="0" h="149" w="109">
                  <a:moveTo>
                    <a:pt x="109" y="1"/>
                  </a:moveTo>
                  <a:cubicBezTo>
                    <a:pt x="90" y="25"/>
                    <a:pt x="72" y="50"/>
                    <a:pt x="54" y="74"/>
                  </a:cubicBezTo>
                  <a:cubicBezTo>
                    <a:pt x="73" y="50"/>
                    <a:pt x="91" y="25"/>
                    <a:pt x="109" y="1"/>
                  </a:cubicBezTo>
                  <a:close/>
                  <a:moveTo>
                    <a:pt x="54" y="74"/>
                  </a:moveTo>
                  <a:lnTo>
                    <a:pt x="54" y="74"/>
                  </a:lnTo>
                  <a:cubicBezTo>
                    <a:pt x="36" y="99"/>
                    <a:pt x="18" y="124"/>
                    <a:pt x="0" y="148"/>
                  </a:cubicBezTo>
                  <a:cubicBezTo>
                    <a:pt x="19" y="124"/>
                    <a:pt x="37" y="99"/>
                    <a:pt x="54" y="74"/>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
            <p:cNvSpPr/>
            <p:nvPr/>
          </p:nvSpPr>
          <p:spPr>
            <a:xfrm>
              <a:off x="3243233" y="2694152"/>
              <a:ext cx="48" cy="95"/>
            </a:xfrm>
            <a:custGeom>
              <a:rect b="b" l="l" r="r" t="t"/>
              <a:pathLst>
                <a:path extrusionOk="0" h="4" w="2">
                  <a:moveTo>
                    <a:pt x="2" y="0"/>
                  </a:moveTo>
                  <a:lnTo>
                    <a:pt x="2" y="0"/>
                  </a:lnTo>
                  <a:cubicBezTo>
                    <a:pt x="2" y="0"/>
                    <a:pt x="0" y="4"/>
                    <a:pt x="2" y="0"/>
                  </a:cubicBezTo>
                  <a:cubicBezTo>
                    <a:pt x="0" y="4"/>
                    <a:pt x="0" y="4"/>
                    <a:pt x="2" y="0"/>
                  </a:cubicBezTo>
                  <a:cubicBezTo>
                    <a:pt x="2" y="4"/>
                    <a:pt x="2" y="0"/>
                    <a:pt x="2"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
            <p:cNvSpPr/>
            <p:nvPr/>
          </p:nvSpPr>
          <p:spPr>
            <a:xfrm>
              <a:off x="3246615" y="2680553"/>
              <a:ext cx="6930" cy="9145"/>
            </a:xfrm>
            <a:custGeom>
              <a:rect b="b" l="l" r="r" t="t"/>
              <a:pathLst>
                <a:path extrusionOk="0" h="384" w="291">
                  <a:moveTo>
                    <a:pt x="291" y="1"/>
                  </a:moveTo>
                  <a:lnTo>
                    <a:pt x="291" y="1"/>
                  </a:lnTo>
                  <a:cubicBezTo>
                    <a:pt x="194" y="127"/>
                    <a:pt x="96" y="255"/>
                    <a:pt x="1" y="383"/>
                  </a:cubicBezTo>
                  <a:cubicBezTo>
                    <a:pt x="98" y="254"/>
                    <a:pt x="195" y="126"/>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
            <p:cNvSpPr/>
            <p:nvPr/>
          </p:nvSpPr>
          <p:spPr>
            <a:xfrm>
              <a:off x="3243233" y="2693294"/>
              <a:ext cx="714" cy="881"/>
            </a:xfrm>
            <a:custGeom>
              <a:rect b="b" l="l" r="r" t="t"/>
              <a:pathLst>
                <a:path extrusionOk="0" h="37" w="30">
                  <a:moveTo>
                    <a:pt x="29" y="1"/>
                  </a:moveTo>
                  <a:cubicBezTo>
                    <a:pt x="20" y="12"/>
                    <a:pt x="11" y="25"/>
                    <a:pt x="0" y="36"/>
                  </a:cubicBezTo>
                  <a:cubicBezTo>
                    <a:pt x="11" y="25"/>
                    <a:pt x="21" y="12"/>
                    <a:pt x="29"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
            <p:cNvSpPr/>
            <p:nvPr/>
          </p:nvSpPr>
          <p:spPr>
            <a:xfrm>
              <a:off x="3286648" y="2637615"/>
              <a:ext cx="1524" cy="1834"/>
            </a:xfrm>
            <a:custGeom>
              <a:rect b="b" l="l" r="r" t="t"/>
              <a:pathLst>
                <a:path extrusionOk="0" h="77" w="64">
                  <a:moveTo>
                    <a:pt x="64" y="0"/>
                  </a:moveTo>
                  <a:cubicBezTo>
                    <a:pt x="53" y="14"/>
                    <a:pt x="43" y="27"/>
                    <a:pt x="33" y="39"/>
                  </a:cubicBezTo>
                  <a:lnTo>
                    <a:pt x="33" y="39"/>
                  </a:lnTo>
                  <a:cubicBezTo>
                    <a:pt x="43" y="27"/>
                    <a:pt x="54" y="14"/>
                    <a:pt x="64" y="0"/>
                  </a:cubicBezTo>
                  <a:close/>
                  <a:moveTo>
                    <a:pt x="33" y="39"/>
                  </a:moveTo>
                  <a:lnTo>
                    <a:pt x="33" y="39"/>
                  </a:lnTo>
                  <a:cubicBezTo>
                    <a:pt x="22" y="52"/>
                    <a:pt x="11" y="64"/>
                    <a:pt x="0" y="76"/>
                  </a:cubicBezTo>
                  <a:cubicBezTo>
                    <a:pt x="12" y="64"/>
                    <a:pt x="22" y="52"/>
                    <a:pt x="33" y="39"/>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
            <p:cNvSpPr/>
            <p:nvPr/>
          </p:nvSpPr>
          <p:spPr>
            <a:xfrm>
              <a:off x="3266262" y="2659810"/>
              <a:ext cx="3572" cy="4453"/>
            </a:xfrm>
            <a:custGeom>
              <a:rect b="b" l="l" r="r" t="t"/>
              <a:pathLst>
                <a:path extrusionOk="0" h="187" w="150">
                  <a:moveTo>
                    <a:pt x="150" y="0"/>
                  </a:moveTo>
                  <a:lnTo>
                    <a:pt x="150" y="0"/>
                  </a:lnTo>
                  <a:cubicBezTo>
                    <a:pt x="100" y="63"/>
                    <a:pt x="51" y="123"/>
                    <a:pt x="1" y="186"/>
                  </a:cubicBezTo>
                  <a:cubicBezTo>
                    <a:pt x="51" y="125"/>
                    <a:pt x="101" y="63"/>
                    <a:pt x="150"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
            <p:cNvSpPr/>
            <p:nvPr/>
          </p:nvSpPr>
          <p:spPr>
            <a:xfrm>
              <a:off x="3257189" y="2669575"/>
              <a:ext cx="4930" cy="6263"/>
            </a:xfrm>
            <a:custGeom>
              <a:rect b="b" l="l" r="r" t="t"/>
              <a:pathLst>
                <a:path extrusionOk="0" h="263" w="207">
                  <a:moveTo>
                    <a:pt x="207" y="0"/>
                  </a:moveTo>
                  <a:cubicBezTo>
                    <a:pt x="139" y="84"/>
                    <a:pt x="69" y="173"/>
                    <a:pt x="1" y="263"/>
                  </a:cubicBezTo>
                  <a:cubicBezTo>
                    <a:pt x="69" y="173"/>
                    <a:pt x="139" y="88"/>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
            <p:cNvSpPr/>
            <p:nvPr/>
          </p:nvSpPr>
          <p:spPr>
            <a:xfrm>
              <a:off x="3240685" y="2694080"/>
              <a:ext cx="4453" cy="3953"/>
            </a:xfrm>
            <a:custGeom>
              <a:rect b="b" l="l" r="r" t="t"/>
              <a:pathLst>
                <a:path extrusionOk="0" h="166" w="187">
                  <a:moveTo>
                    <a:pt x="187" y="0"/>
                  </a:moveTo>
                  <a:cubicBezTo>
                    <a:pt x="161" y="2"/>
                    <a:pt x="136" y="3"/>
                    <a:pt x="109" y="7"/>
                  </a:cubicBezTo>
                  <a:cubicBezTo>
                    <a:pt x="73" y="55"/>
                    <a:pt x="36" y="105"/>
                    <a:pt x="0" y="156"/>
                  </a:cubicBezTo>
                  <a:cubicBezTo>
                    <a:pt x="10" y="162"/>
                    <a:pt x="21" y="165"/>
                    <a:pt x="33" y="165"/>
                  </a:cubicBezTo>
                  <a:cubicBezTo>
                    <a:pt x="50" y="165"/>
                    <a:pt x="67" y="157"/>
                    <a:pt x="80" y="141"/>
                  </a:cubicBezTo>
                  <a:cubicBezTo>
                    <a:pt x="114" y="93"/>
                    <a:pt x="149" y="47"/>
                    <a:pt x="18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
            <p:cNvSpPr/>
            <p:nvPr/>
          </p:nvSpPr>
          <p:spPr>
            <a:xfrm>
              <a:off x="3243257" y="2694080"/>
              <a:ext cx="1881" cy="167"/>
            </a:xfrm>
            <a:custGeom>
              <a:rect b="b" l="l" r="r" t="t"/>
              <a:pathLst>
                <a:path extrusionOk="0" h="7" w="79">
                  <a:moveTo>
                    <a:pt x="79" y="0"/>
                  </a:moveTo>
                  <a:cubicBezTo>
                    <a:pt x="53" y="0"/>
                    <a:pt x="27" y="2"/>
                    <a:pt x="1" y="7"/>
                  </a:cubicBezTo>
                  <a:cubicBezTo>
                    <a:pt x="28" y="3"/>
                    <a:pt x="53" y="2"/>
                    <a:pt x="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
            <p:cNvSpPr/>
            <p:nvPr/>
          </p:nvSpPr>
          <p:spPr>
            <a:xfrm>
              <a:off x="3167033" y="2547475"/>
              <a:ext cx="134531" cy="146700"/>
            </a:xfrm>
            <a:custGeom>
              <a:rect b="b" l="l" r="r" t="t"/>
              <a:pathLst>
                <a:path extrusionOk="0" h="6160" w="5649">
                  <a:moveTo>
                    <a:pt x="5638" y="1"/>
                  </a:moveTo>
                  <a:lnTo>
                    <a:pt x="5588" y="22"/>
                  </a:lnTo>
                  <a:cubicBezTo>
                    <a:pt x="4757" y="669"/>
                    <a:pt x="3360" y="2056"/>
                    <a:pt x="1887" y="3788"/>
                  </a:cubicBezTo>
                  <a:cubicBezTo>
                    <a:pt x="1865" y="3813"/>
                    <a:pt x="1844" y="3837"/>
                    <a:pt x="1823" y="3863"/>
                  </a:cubicBezTo>
                  <a:cubicBezTo>
                    <a:pt x="1588" y="4140"/>
                    <a:pt x="1352" y="4425"/>
                    <a:pt x="1117" y="4720"/>
                  </a:cubicBezTo>
                  <a:cubicBezTo>
                    <a:pt x="1067" y="4780"/>
                    <a:pt x="1018" y="4843"/>
                    <a:pt x="968" y="4907"/>
                  </a:cubicBezTo>
                  <a:cubicBezTo>
                    <a:pt x="908" y="4980"/>
                    <a:pt x="849" y="5054"/>
                    <a:pt x="791" y="5127"/>
                  </a:cubicBezTo>
                  <a:cubicBezTo>
                    <a:pt x="721" y="5215"/>
                    <a:pt x="653" y="5302"/>
                    <a:pt x="584" y="5390"/>
                  </a:cubicBezTo>
                  <a:cubicBezTo>
                    <a:pt x="533" y="5458"/>
                    <a:pt x="480" y="5522"/>
                    <a:pt x="430" y="5589"/>
                  </a:cubicBezTo>
                  <a:cubicBezTo>
                    <a:pt x="332" y="5717"/>
                    <a:pt x="235" y="5843"/>
                    <a:pt x="139" y="5971"/>
                  </a:cubicBezTo>
                  <a:cubicBezTo>
                    <a:pt x="102" y="6022"/>
                    <a:pt x="65" y="6072"/>
                    <a:pt x="26" y="6124"/>
                  </a:cubicBezTo>
                  <a:cubicBezTo>
                    <a:pt x="18" y="6135"/>
                    <a:pt x="8" y="6148"/>
                    <a:pt x="0" y="6159"/>
                  </a:cubicBezTo>
                  <a:cubicBezTo>
                    <a:pt x="26" y="6158"/>
                    <a:pt x="50" y="6156"/>
                    <a:pt x="78" y="6153"/>
                  </a:cubicBezTo>
                  <a:cubicBezTo>
                    <a:pt x="2100" y="3425"/>
                    <a:pt x="4433" y="991"/>
                    <a:pt x="5624" y="66"/>
                  </a:cubicBezTo>
                  <a:cubicBezTo>
                    <a:pt x="5645" y="50"/>
                    <a:pt x="5648" y="24"/>
                    <a:pt x="5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
            <p:cNvSpPr/>
            <p:nvPr/>
          </p:nvSpPr>
          <p:spPr>
            <a:xfrm>
              <a:off x="3435349" y="2526399"/>
              <a:ext cx="47035" cy="99237"/>
            </a:xfrm>
            <a:custGeom>
              <a:rect b="b" l="l" r="r" t="t"/>
              <a:pathLst>
                <a:path extrusionOk="0" h="4167" w="1975">
                  <a:moveTo>
                    <a:pt x="1180" y="3474"/>
                  </a:moveTo>
                  <a:cubicBezTo>
                    <a:pt x="1188" y="3482"/>
                    <a:pt x="1196" y="3490"/>
                    <a:pt x="1204" y="3498"/>
                  </a:cubicBezTo>
                  <a:lnTo>
                    <a:pt x="1204" y="3498"/>
                  </a:lnTo>
                  <a:cubicBezTo>
                    <a:pt x="1200" y="3490"/>
                    <a:pt x="1193" y="3483"/>
                    <a:pt x="1185" y="3477"/>
                  </a:cubicBezTo>
                  <a:cubicBezTo>
                    <a:pt x="1184" y="3476"/>
                    <a:pt x="1182" y="3475"/>
                    <a:pt x="1180" y="3474"/>
                  </a:cubicBezTo>
                  <a:close/>
                  <a:moveTo>
                    <a:pt x="285" y="1"/>
                  </a:moveTo>
                  <a:cubicBezTo>
                    <a:pt x="259" y="1"/>
                    <a:pt x="236" y="16"/>
                    <a:pt x="229" y="42"/>
                  </a:cubicBezTo>
                  <a:cubicBezTo>
                    <a:pt x="1" y="810"/>
                    <a:pt x="38" y="1644"/>
                    <a:pt x="338" y="2387"/>
                  </a:cubicBezTo>
                  <a:cubicBezTo>
                    <a:pt x="511" y="2815"/>
                    <a:pt x="766" y="3202"/>
                    <a:pt x="1082" y="3529"/>
                  </a:cubicBezTo>
                  <a:cubicBezTo>
                    <a:pt x="1090" y="3518"/>
                    <a:pt x="1099" y="3505"/>
                    <a:pt x="1108" y="3494"/>
                  </a:cubicBezTo>
                  <a:cubicBezTo>
                    <a:pt x="1119" y="3476"/>
                    <a:pt x="1136" y="3467"/>
                    <a:pt x="1154" y="3467"/>
                  </a:cubicBezTo>
                  <a:cubicBezTo>
                    <a:pt x="1163" y="3467"/>
                    <a:pt x="1172" y="3470"/>
                    <a:pt x="1180" y="3474"/>
                  </a:cubicBezTo>
                  <a:lnTo>
                    <a:pt x="1180" y="3474"/>
                  </a:lnTo>
                  <a:cubicBezTo>
                    <a:pt x="864" y="3151"/>
                    <a:pt x="612" y="2767"/>
                    <a:pt x="443" y="2345"/>
                  </a:cubicBezTo>
                  <a:cubicBezTo>
                    <a:pt x="155" y="1623"/>
                    <a:pt x="117" y="818"/>
                    <a:pt x="338" y="74"/>
                  </a:cubicBezTo>
                  <a:cubicBezTo>
                    <a:pt x="346" y="43"/>
                    <a:pt x="330" y="11"/>
                    <a:pt x="300" y="3"/>
                  </a:cubicBezTo>
                  <a:cubicBezTo>
                    <a:pt x="295" y="1"/>
                    <a:pt x="290" y="1"/>
                    <a:pt x="285" y="1"/>
                  </a:cubicBezTo>
                  <a:close/>
                  <a:moveTo>
                    <a:pt x="1204" y="3498"/>
                  </a:moveTo>
                  <a:lnTo>
                    <a:pt x="1204" y="3498"/>
                  </a:lnTo>
                  <a:cubicBezTo>
                    <a:pt x="1214" y="3516"/>
                    <a:pt x="1214" y="3539"/>
                    <a:pt x="1202" y="3558"/>
                  </a:cubicBezTo>
                  <a:cubicBezTo>
                    <a:pt x="1189" y="3576"/>
                    <a:pt x="1172" y="3597"/>
                    <a:pt x="1161" y="3617"/>
                  </a:cubicBezTo>
                  <a:cubicBezTo>
                    <a:pt x="1375" y="3826"/>
                    <a:pt x="1616" y="4009"/>
                    <a:pt x="1881" y="4158"/>
                  </a:cubicBezTo>
                  <a:cubicBezTo>
                    <a:pt x="1889" y="4161"/>
                    <a:pt x="1898" y="4166"/>
                    <a:pt x="1908" y="4166"/>
                  </a:cubicBezTo>
                  <a:cubicBezTo>
                    <a:pt x="1929" y="4166"/>
                    <a:pt x="1949" y="4156"/>
                    <a:pt x="1958" y="4139"/>
                  </a:cubicBezTo>
                  <a:cubicBezTo>
                    <a:pt x="1975" y="4109"/>
                    <a:pt x="1965" y="4075"/>
                    <a:pt x="1937" y="4059"/>
                  </a:cubicBezTo>
                  <a:cubicBezTo>
                    <a:pt x="1668" y="3905"/>
                    <a:pt x="1421" y="3716"/>
                    <a:pt x="1204" y="34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
            <p:cNvSpPr/>
            <p:nvPr/>
          </p:nvSpPr>
          <p:spPr>
            <a:xfrm>
              <a:off x="3264071" y="2797342"/>
              <a:ext cx="17575" cy="14360"/>
            </a:xfrm>
            <a:custGeom>
              <a:rect b="b" l="l" r="r" t="t"/>
              <a:pathLst>
                <a:path extrusionOk="0" h="603" w="738">
                  <a:moveTo>
                    <a:pt x="567" y="1"/>
                  </a:moveTo>
                  <a:cubicBezTo>
                    <a:pt x="412" y="147"/>
                    <a:pt x="261" y="285"/>
                    <a:pt x="122" y="414"/>
                  </a:cubicBezTo>
                  <a:lnTo>
                    <a:pt x="25" y="503"/>
                  </a:lnTo>
                  <a:cubicBezTo>
                    <a:pt x="0" y="526"/>
                    <a:pt x="0" y="562"/>
                    <a:pt x="21" y="584"/>
                  </a:cubicBezTo>
                  <a:cubicBezTo>
                    <a:pt x="33" y="597"/>
                    <a:pt x="47" y="602"/>
                    <a:pt x="63" y="602"/>
                  </a:cubicBezTo>
                  <a:cubicBezTo>
                    <a:pt x="78" y="602"/>
                    <a:pt x="93" y="596"/>
                    <a:pt x="102" y="586"/>
                  </a:cubicBezTo>
                  <a:lnTo>
                    <a:pt x="200" y="497"/>
                  </a:lnTo>
                  <a:cubicBezTo>
                    <a:pt x="365" y="343"/>
                    <a:pt x="548" y="178"/>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
            <p:cNvSpPr/>
            <p:nvPr/>
          </p:nvSpPr>
          <p:spPr>
            <a:xfrm>
              <a:off x="3307248" y="2673314"/>
              <a:ext cx="103309" cy="96665"/>
            </a:xfrm>
            <a:custGeom>
              <a:rect b="b" l="l" r="r" t="t"/>
              <a:pathLst>
                <a:path extrusionOk="0" h="4059" w="4338">
                  <a:moveTo>
                    <a:pt x="4338" y="0"/>
                  </a:moveTo>
                  <a:cubicBezTo>
                    <a:pt x="4313" y="5"/>
                    <a:pt x="4289" y="12"/>
                    <a:pt x="4265" y="15"/>
                  </a:cubicBezTo>
                  <a:cubicBezTo>
                    <a:pt x="4224" y="23"/>
                    <a:pt x="4184" y="31"/>
                    <a:pt x="4142" y="39"/>
                  </a:cubicBezTo>
                  <a:cubicBezTo>
                    <a:pt x="2853" y="1370"/>
                    <a:pt x="1313" y="2836"/>
                    <a:pt x="1" y="4058"/>
                  </a:cubicBezTo>
                  <a:lnTo>
                    <a:pt x="169" y="4058"/>
                  </a:lnTo>
                  <a:cubicBezTo>
                    <a:pt x="1501" y="2814"/>
                    <a:pt x="3054" y="1336"/>
                    <a:pt x="4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
            <p:cNvSpPr/>
            <p:nvPr/>
          </p:nvSpPr>
          <p:spPr>
            <a:xfrm>
              <a:off x="3405866" y="2673647"/>
              <a:ext cx="2953" cy="619"/>
            </a:xfrm>
            <a:custGeom>
              <a:rect b="b" l="l" r="r" t="t"/>
              <a:pathLst>
                <a:path extrusionOk="0" h="26" w="124">
                  <a:moveTo>
                    <a:pt x="124" y="1"/>
                  </a:moveTo>
                  <a:cubicBezTo>
                    <a:pt x="83" y="9"/>
                    <a:pt x="43" y="17"/>
                    <a:pt x="1" y="25"/>
                  </a:cubicBezTo>
                  <a:lnTo>
                    <a:pt x="1" y="25"/>
                  </a:lnTo>
                  <a:cubicBezTo>
                    <a:pt x="43" y="17"/>
                    <a:pt x="83" y="9"/>
                    <a:pt x="124"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
            <p:cNvSpPr/>
            <p:nvPr/>
          </p:nvSpPr>
          <p:spPr>
            <a:xfrm>
              <a:off x="3408795" y="2673266"/>
              <a:ext cx="1834" cy="381"/>
            </a:xfrm>
            <a:custGeom>
              <a:rect b="b" l="l" r="r" t="t"/>
              <a:pathLst>
                <a:path extrusionOk="0" h="16" w="77">
                  <a:moveTo>
                    <a:pt x="77" y="1"/>
                  </a:moveTo>
                  <a:lnTo>
                    <a:pt x="77" y="1"/>
                  </a:lnTo>
                  <a:cubicBezTo>
                    <a:pt x="56" y="3"/>
                    <a:pt x="36" y="8"/>
                    <a:pt x="13" y="13"/>
                  </a:cubicBezTo>
                  <a:lnTo>
                    <a:pt x="13" y="13"/>
                  </a:lnTo>
                  <a:cubicBezTo>
                    <a:pt x="34" y="9"/>
                    <a:pt x="57" y="6"/>
                    <a:pt x="77" y="1"/>
                  </a:cubicBezTo>
                  <a:close/>
                  <a:moveTo>
                    <a:pt x="13" y="13"/>
                  </a:moveTo>
                  <a:cubicBezTo>
                    <a:pt x="9" y="14"/>
                    <a:pt x="5" y="14"/>
                    <a:pt x="1" y="15"/>
                  </a:cubicBezTo>
                  <a:cubicBezTo>
                    <a:pt x="5" y="14"/>
                    <a:pt x="9" y="14"/>
                    <a:pt x="13" y="13"/>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
            <p:cNvSpPr/>
            <p:nvPr/>
          </p:nvSpPr>
          <p:spPr>
            <a:xfrm>
              <a:off x="3405914" y="2664931"/>
              <a:ext cx="11217" cy="9288"/>
            </a:xfrm>
            <a:custGeom>
              <a:rect b="b" l="l" r="r" t="t"/>
              <a:pathLst>
                <a:path extrusionOk="0" h="390" w="471">
                  <a:moveTo>
                    <a:pt x="373" y="1"/>
                  </a:moveTo>
                  <a:cubicBezTo>
                    <a:pt x="251" y="127"/>
                    <a:pt x="128" y="257"/>
                    <a:pt x="0" y="390"/>
                  </a:cubicBezTo>
                  <a:cubicBezTo>
                    <a:pt x="44" y="381"/>
                    <a:pt x="84" y="373"/>
                    <a:pt x="125" y="365"/>
                  </a:cubicBezTo>
                  <a:cubicBezTo>
                    <a:pt x="149" y="360"/>
                    <a:pt x="170" y="357"/>
                    <a:pt x="198" y="351"/>
                  </a:cubicBezTo>
                  <a:cubicBezTo>
                    <a:pt x="290" y="255"/>
                    <a:pt x="379" y="161"/>
                    <a:pt x="470" y="65"/>
                  </a:cubicBezTo>
                  <a:cubicBezTo>
                    <a:pt x="436" y="44"/>
                    <a:pt x="404" y="22"/>
                    <a:pt x="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
            <p:cNvSpPr/>
            <p:nvPr/>
          </p:nvSpPr>
          <p:spPr>
            <a:xfrm>
              <a:off x="3435206" y="2610466"/>
              <a:ext cx="27816" cy="32293"/>
            </a:xfrm>
            <a:custGeom>
              <a:rect b="b" l="l" r="r" t="t"/>
              <a:pathLst>
                <a:path extrusionOk="0" h="1356" w="1168">
                  <a:moveTo>
                    <a:pt x="1086" y="1"/>
                  </a:moveTo>
                  <a:cubicBezTo>
                    <a:pt x="825" y="383"/>
                    <a:pt x="452" y="845"/>
                    <a:pt x="0" y="1356"/>
                  </a:cubicBezTo>
                  <a:lnTo>
                    <a:pt x="180" y="1325"/>
                  </a:lnTo>
                  <a:cubicBezTo>
                    <a:pt x="585" y="861"/>
                    <a:pt x="924" y="442"/>
                    <a:pt x="1167" y="85"/>
                  </a:cubicBezTo>
                  <a:cubicBezTo>
                    <a:pt x="1140" y="58"/>
                    <a:pt x="1112" y="28"/>
                    <a:pt x="1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
            <p:cNvSpPr/>
            <p:nvPr/>
          </p:nvSpPr>
          <p:spPr>
            <a:xfrm>
              <a:off x="3277646" y="2769955"/>
              <a:ext cx="33674" cy="27459"/>
            </a:xfrm>
            <a:custGeom>
              <a:rect b="b" l="l" r="r" t="t"/>
              <a:pathLst>
                <a:path extrusionOk="0" h="1153" w="1414">
                  <a:moveTo>
                    <a:pt x="1245" y="0"/>
                  </a:moveTo>
                  <a:cubicBezTo>
                    <a:pt x="798" y="418"/>
                    <a:pt x="377" y="809"/>
                    <a:pt x="1" y="1153"/>
                  </a:cubicBezTo>
                  <a:lnTo>
                    <a:pt x="171" y="1153"/>
                  </a:lnTo>
                  <a:cubicBezTo>
                    <a:pt x="547" y="804"/>
                    <a:pt x="968" y="415"/>
                    <a:pt x="1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
            <p:cNvSpPr/>
            <p:nvPr/>
          </p:nvSpPr>
          <p:spPr>
            <a:xfrm>
              <a:off x="3414749" y="2641973"/>
              <a:ext cx="24768" cy="24529"/>
            </a:xfrm>
            <a:custGeom>
              <a:rect b="b" l="l" r="r" t="t"/>
              <a:pathLst>
                <a:path extrusionOk="0" h="1030" w="1040">
                  <a:moveTo>
                    <a:pt x="1039" y="0"/>
                  </a:moveTo>
                  <a:lnTo>
                    <a:pt x="859" y="31"/>
                  </a:lnTo>
                  <a:cubicBezTo>
                    <a:pt x="597" y="328"/>
                    <a:pt x="308" y="640"/>
                    <a:pt x="0" y="965"/>
                  </a:cubicBezTo>
                  <a:cubicBezTo>
                    <a:pt x="33" y="987"/>
                    <a:pt x="65" y="1007"/>
                    <a:pt x="97" y="1029"/>
                  </a:cubicBezTo>
                  <a:cubicBezTo>
                    <a:pt x="438" y="671"/>
                    <a:pt x="755" y="326"/>
                    <a:pt x="1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
            <p:cNvSpPr/>
            <p:nvPr/>
          </p:nvSpPr>
          <p:spPr>
            <a:xfrm>
              <a:off x="3461021" y="2608942"/>
              <a:ext cx="3382" cy="3525"/>
            </a:xfrm>
            <a:custGeom>
              <a:rect b="b" l="l" r="r" t="t"/>
              <a:pathLst>
                <a:path extrusionOk="0" h="148" w="142">
                  <a:moveTo>
                    <a:pt x="76" y="0"/>
                  </a:moveTo>
                  <a:cubicBezTo>
                    <a:pt x="57" y="0"/>
                    <a:pt x="38" y="9"/>
                    <a:pt x="26" y="26"/>
                  </a:cubicBezTo>
                  <a:cubicBezTo>
                    <a:pt x="18" y="37"/>
                    <a:pt x="9" y="50"/>
                    <a:pt x="0" y="62"/>
                  </a:cubicBezTo>
                  <a:cubicBezTo>
                    <a:pt x="26" y="91"/>
                    <a:pt x="52" y="122"/>
                    <a:pt x="81" y="147"/>
                  </a:cubicBezTo>
                  <a:cubicBezTo>
                    <a:pt x="98" y="131"/>
                    <a:pt x="112" y="110"/>
                    <a:pt x="124" y="91"/>
                  </a:cubicBezTo>
                  <a:cubicBezTo>
                    <a:pt x="141" y="65"/>
                    <a:pt x="133" y="28"/>
                    <a:pt x="107" y="10"/>
                  </a:cubicBezTo>
                  <a:cubicBezTo>
                    <a:pt x="98" y="3"/>
                    <a:pt x="87" y="0"/>
                    <a:pt x="76"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
            <p:cNvSpPr/>
            <p:nvPr/>
          </p:nvSpPr>
          <p:spPr>
            <a:xfrm>
              <a:off x="3185363" y="3037921"/>
              <a:ext cx="37151" cy="16647"/>
            </a:xfrm>
            <a:custGeom>
              <a:rect b="b" l="l" r="r" t="t"/>
              <a:pathLst>
                <a:path extrusionOk="0" h="699" w="1560">
                  <a:moveTo>
                    <a:pt x="1482" y="0"/>
                  </a:moveTo>
                  <a:lnTo>
                    <a:pt x="1" y="572"/>
                  </a:lnTo>
                  <a:lnTo>
                    <a:pt x="127" y="699"/>
                  </a:lnTo>
                  <a:lnTo>
                    <a:pt x="1560" y="146"/>
                  </a:lnTo>
                  <a:cubicBezTo>
                    <a:pt x="1534" y="98"/>
                    <a:pt x="1510" y="49"/>
                    <a:pt x="14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
            <p:cNvSpPr/>
            <p:nvPr/>
          </p:nvSpPr>
          <p:spPr>
            <a:xfrm>
              <a:off x="3294197" y="2964619"/>
              <a:ext cx="40628" cy="46773"/>
            </a:xfrm>
            <a:custGeom>
              <a:rect b="b" l="l" r="r" t="t"/>
              <a:pathLst>
                <a:path extrusionOk="0" h="1964" w="1706">
                  <a:moveTo>
                    <a:pt x="1090" y="0"/>
                  </a:moveTo>
                  <a:cubicBezTo>
                    <a:pt x="1080" y="0"/>
                    <a:pt x="1071" y="2"/>
                    <a:pt x="1061" y="6"/>
                  </a:cubicBezTo>
                  <a:cubicBezTo>
                    <a:pt x="1059" y="6"/>
                    <a:pt x="1058" y="9"/>
                    <a:pt x="1054" y="9"/>
                  </a:cubicBezTo>
                  <a:cubicBezTo>
                    <a:pt x="661" y="163"/>
                    <a:pt x="341" y="411"/>
                    <a:pt x="161" y="714"/>
                  </a:cubicBezTo>
                  <a:cubicBezTo>
                    <a:pt x="80" y="847"/>
                    <a:pt x="29" y="991"/>
                    <a:pt x="1" y="1142"/>
                  </a:cubicBezTo>
                  <a:cubicBezTo>
                    <a:pt x="72" y="1360"/>
                    <a:pt x="144" y="1583"/>
                    <a:pt x="212" y="1809"/>
                  </a:cubicBezTo>
                  <a:cubicBezTo>
                    <a:pt x="229" y="1847"/>
                    <a:pt x="241" y="1887"/>
                    <a:pt x="252" y="1929"/>
                  </a:cubicBezTo>
                  <a:cubicBezTo>
                    <a:pt x="257" y="1941"/>
                    <a:pt x="259" y="1952"/>
                    <a:pt x="264" y="1963"/>
                  </a:cubicBezTo>
                  <a:lnTo>
                    <a:pt x="1643" y="1430"/>
                  </a:lnTo>
                  <a:cubicBezTo>
                    <a:pt x="1685" y="1414"/>
                    <a:pt x="1706" y="1367"/>
                    <a:pt x="1690" y="1325"/>
                  </a:cubicBezTo>
                  <a:cubicBezTo>
                    <a:pt x="1677" y="1293"/>
                    <a:pt x="1647" y="1274"/>
                    <a:pt x="1615" y="1274"/>
                  </a:cubicBezTo>
                  <a:cubicBezTo>
                    <a:pt x="1605" y="1274"/>
                    <a:pt x="1594" y="1276"/>
                    <a:pt x="1584" y="1279"/>
                  </a:cubicBezTo>
                  <a:lnTo>
                    <a:pt x="225" y="1803"/>
                  </a:lnTo>
                  <a:cubicBezTo>
                    <a:pt x="101" y="1432"/>
                    <a:pt x="126" y="1091"/>
                    <a:pt x="304" y="797"/>
                  </a:cubicBezTo>
                  <a:cubicBezTo>
                    <a:pt x="466" y="526"/>
                    <a:pt x="755" y="297"/>
                    <a:pt x="1119" y="158"/>
                  </a:cubicBezTo>
                  <a:cubicBezTo>
                    <a:pt x="1122" y="158"/>
                    <a:pt x="1122" y="156"/>
                    <a:pt x="1124" y="156"/>
                  </a:cubicBezTo>
                  <a:cubicBezTo>
                    <a:pt x="1163" y="139"/>
                    <a:pt x="1182" y="93"/>
                    <a:pt x="1166" y="53"/>
                  </a:cubicBezTo>
                  <a:cubicBezTo>
                    <a:pt x="1154" y="20"/>
                    <a:pt x="1123" y="0"/>
                    <a:pt x="10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
            <p:cNvSpPr/>
            <p:nvPr/>
          </p:nvSpPr>
          <p:spPr>
            <a:xfrm>
              <a:off x="3243257" y="3229251"/>
              <a:ext cx="172278" cy="98999"/>
            </a:xfrm>
            <a:custGeom>
              <a:rect b="b" l="l" r="r" t="t"/>
              <a:pathLst>
                <a:path extrusionOk="0" h="4157" w="7234">
                  <a:moveTo>
                    <a:pt x="6620" y="1"/>
                  </a:moveTo>
                  <a:cubicBezTo>
                    <a:pt x="6610" y="1"/>
                    <a:pt x="6599" y="2"/>
                    <a:pt x="6589" y="6"/>
                  </a:cubicBezTo>
                  <a:cubicBezTo>
                    <a:pt x="6587" y="6"/>
                    <a:pt x="6585" y="8"/>
                    <a:pt x="6584" y="8"/>
                  </a:cubicBezTo>
                  <a:cubicBezTo>
                    <a:pt x="6188" y="162"/>
                    <a:pt x="5871" y="411"/>
                    <a:pt x="5689" y="713"/>
                  </a:cubicBezTo>
                  <a:cubicBezTo>
                    <a:pt x="5490" y="1050"/>
                    <a:pt x="5459" y="1445"/>
                    <a:pt x="5600" y="1864"/>
                  </a:cubicBezTo>
                  <a:lnTo>
                    <a:pt x="4482" y="2295"/>
                  </a:lnTo>
                  <a:lnTo>
                    <a:pt x="4026" y="2471"/>
                  </a:lnTo>
                  <a:lnTo>
                    <a:pt x="90" y="3988"/>
                  </a:lnTo>
                  <a:lnTo>
                    <a:pt x="64" y="3998"/>
                  </a:lnTo>
                  <a:cubicBezTo>
                    <a:pt x="22" y="4014"/>
                    <a:pt x="1" y="4061"/>
                    <a:pt x="19" y="4103"/>
                  </a:cubicBezTo>
                  <a:cubicBezTo>
                    <a:pt x="30" y="4136"/>
                    <a:pt x="61" y="4157"/>
                    <a:pt x="95" y="4157"/>
                  </a:cubicBezTo>
                  <a:cubicBezTo>
                    <a:pt x="101" y="4157"/>
                    <a:pt x="104" y="4155"/>
                    <a:pt x="111" y="4155"/>
                  </a:cubicBezTo>
                  <a:cubicBezTo>
                    <a:pt x="116" y="4155"/>
                    <a:pt x="121" y="4155"/>
                    <a:pt x="126" y="4152"/>
                  </a:cubicBezTo>
                  <a:lnTo>
                    <a:pt x="4096" y="2620"/>
                  </a:lnTo>
                  <a:lnTo>
                    <a:pt x="4552" y="2445"/>
                  </a:lnTo>
                  <a:lnTo>
                    <a:pt x="5735" y="1988"/>
                  </a:lnTo>
                  <a:lnTo>
                    <a:pt x="7170" y="1434"/>
                  </a:lnTo>
                  <a:cubicBezTo>
                    <a:pt x="7213" y="1415"/>
                    <a:pt x="7234" y="1368"/>
                    <a:pt x="7217" y="1326"/>
                  </a:cubicBezTo>
                  <a:cubicBezTo>
                    <a:pt x="7205" y="1292"/>
                    <a:pt x="7175" y="1273"/>
                    <a:pt x="7142" y="1273"/>
                  </a:cubicBezTo>
                  <a:cubicBezTo>
                    <a:pt x="7132" y="1273"/>
                    <a:pt x="7122" y="1275"/>
                    <a:pt x="7112" y="1279"/>
                  </a:cubicBezTo>
                  <a:lnTo>
                    <a:pt x="5752" y="1802"/>
                  </a:lnTo>
                  <a:cubicBezTo>
                    <a:pt x="5629" y="1431"/>
                    <a:pt x="5654" y="1092"/>
                    <a:pt x="5832" y="796"/>
                  </a:cubicBezTo>
                  <a:cubicBezTo>
                    <a:pt x="5994" y="525"/>
                    <a:pt x="6284" y="298"/>
                    <a:pt x="6649" y="159"/>
                  </a:cubicBezTo>
                  <a:cubicBezTo>
                    <a:pt x="6650" y="159"/>
                    <a:pt x="6650" y="155"/>
                    <a:pt x="6652" y="155"/>
                  </a:cubicBezTo>
                  <a:cubicBezTo>
                    <a:pt x="6691" y="138"/>
                    <a:pt x="6710" y="92"/>
                    <a:pt x="6694" y="52"/>
                  </a:cubicBezTo>
                  <a:cubicBezTo>
                    <a:pt x="6683" y="20"/>
                    <a:pt x="6653" y="1"/>
                    <a:pt x="6620"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
            <p:cNvSpPr/>
            <p:nvPr/>
          </p:nvSpPr>
          <p:spPr>
            <a:xfrm>
              <a:off x="3311511" y="3244231"/>
              <a:ext cx="25244" cy="11860"/>
            </a:xfrm>
            <a:custGeom>
              <a:rect b="b" l="l" r="r" t="t"/>
              <a:pathLst>
                <a:path extrusionOk="0" h="498" w="1060">
                  <a:moveTo>
                    <a:pt x="84" y="0"/>
                  </a:moveTo>
                  <a:cubicBezTo>
                    <a:pt x="42" y="0"/>
                    <a:pt x="9" y="33"/>
                    <a:pt x="5" y="74"/>
                  </a:cubicBezTo>
                  <a:cubicBezTo>
                    <a:pt x="0" y="115"/>
                    <a:pt x="26" y="150"/>
                    <a:pt x="65" y="162"/>
                  </a:cubicBezTo>
                  <a:cubicBezTo>
                    <a:pt x="70" y="163"/>
                    <a:pt x="73" y="165"/>
                    <a:pt x="78" y="165"/>
                  </a:cubicBezTo>
                  <a:cubicBezTo>
                    <a:pt x="207" y="180"/>
                    <a:pt x="332" y="210"/>
                    <a:pt x="454" y="252"/>
                  </a:cubicBezTo>
                  <a:cubicBezTo>
                    <a:pt x="621" y="308"/>
                    <a:pt x="778" y="384"/>
                    <a:pt x="921" y="483"/>
                  </a:cubicBezTo>
                  <a:cubicBezTo>
                    <a:pt x="934" y="494"/>
                    <a:pt x="950" y="497"/>
                    <a:pt x="966" y="497"/>
                  </a:cubicBezTo>
                  <a:cubicBezTo>
                    <a:pt x="992" y="497"/>
                    <a:pt x="1018" y="484"/>
                    <a:pt x="1032" y="463"/>
                  </a:cubicBezTo>
                  <a:cubicBezTo>
                    <a:pt x="1060" y="426"/>
                    <a:pt x="1049" y="376"/>
                    <a:pt x="1013" y="350"/>
                  </a:cubicBezTo>
                  <a:cubicBezTo>
                    <a:pt x="817" y="212"/>
                    <a:pt x="595" y="113"/>
                    <a:pt x="365" y="53"/>
                  </a:cubicBezTo>
                  <a:cubicBezTo>
                    <a:pt x="290" y="32"/>
                    <a:pt x="211" y="17"/>
                    <a:pt x="133" y="8"/>
                  </a:cubicBezTo>
                  <a:cubicBezTo>
                    <a:pt x="122" y="5"/>
                    <a:pt x="107" y="1"/>
                    <a:pt x="96" y="1"/>
                  </a:cubicBezTo>
                  <a:cubicBezTo>
                    <a:pt x="92" y="1"/>
                    <a:pt x="88" y="0"/>
                    <a:pt x="8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
            <p:cNvSpPr/>
            <p:nvPr/>
          </p:nvSpPr>
          <p:spPr>
            <a:xfrm>
              <a:off x="3303152" y="3256448"/>
              <a:ext cx="23577" cy="11908"/>
            </a:xfrm>
            <a:custGeom>
              <a:rect b="b" l="l" r="r" t="t"/>
              <a:pathLst>
                <a:path extrusionOk="0" h="500" w="990">
                  <a:moveTo>
                    <a:pt x="90" y="0"/>
                  </a:moveTo>
                  <a:cubicBezTo>
                    <a:pt x="49" y="0"/>
                    <a:pt x="10" y="29"/>
                    <a:pt x="4" y="72"/>
                  </a:cubicBezTo>
                  <a:cubicBezTo>
                    <a:pt x="1" y="104"/>
                    <a:pt x="17" y="135"/>
                    <a:pt x="43" y="151"/>
                  </a:cubicBezTo>
                  <a:cubicBezTo>
                    <a:pt x="53" y="156"/>
                    <a:pt x="64" y="161"/>
                    <a:pt x="76" y="162"/>
                  </a:cubicBezTo>
                  <a:cubicBezTo>
                    <a:pt x="356" y="201"/>
                    <a:pt x="620" y="310"/>
                    <a:pt x="845" y="483"/>
                  </a:cubicBezTo>
                  <a:cubicBezTo>
                    <a:pt x="860" y="495"/>
                    <a:pt x="878" y="500"/>
                    <a:pt x="896" y="500"/>
                  </a:cubicBezTo>
                  <a:cubicBezTo>
                    <a:pt x="920" y="500"/>
                    <a:pt x="944" y="488"/>
                    <a:pt x="960" y="467"/>
                  </a:cubicBezTo>
                  <a:cubicBezTo>
                    <a:pt x="990" y="430"/>
                    <a:pt x="981" y="380"/>
                    <a:pt x="947" y="354"/>
                  </a:cubicBezTo>
                  <a:cubicBezTo>
                    <a:pt x="717" y="177"/>
                    <a:pt x="447" y="62"/>
                    <a:pt x="163" y="12"/>
                  </a:cubicBezTo>
                  <a:cubicBezTo>
                    <a:pt x="139" y="10"/>
                    <a:pt x="118" y="5"/>
                    <a:pt x="97" y="0"/>
                  </a:cubicBezTo>
                  <a:cubicBezTo>
                    <a:pt x="94" y="0"/>
                    <a:pt x="92"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
            <p:cNvSpPr/>
            <p:nvPr/>
          </p:nvSpPr>
          <p:spPr>
            <a:xfrm>
              <a:off x="3293007" y="3267045"/>
              <a:ext cx="20981" cy="12360"/>
            </a:xfrm>
            <a:custGeom>
              <a:rect b="b" l="l" r="r" t="t"/>
              <a:pathLst>
                <a:path extrusionOk="0" h="519" w="881">
                  <a:moveTo>
                    <a:pt x="90" y="0"/>
                  </a:moveTo>
                  <a:cubicBezTo>
                    <a:pt x="58" y="0"/>
                    <a:pt x="26" y="20"/>
                    <a:pt x="14" y="51"/>
                  </a:cubicBezTo>
                  <a:cubicBezTo>
                    <a:pt x="1" y="84"/>
                    <a:pt x="10" y="121"/>
                    <a:pt x="38" y="144"/>
                  </a:cubicBezTo>
                  <a:cubicBezTo>
                    <a:pt x="45" y="149"/>
                    <a:pt x="53" y="155"/>
                    <a:pt x="59" y="160"/>
                  </a:cubicBezTo>
                  <a:cubicBezTo>
                    <a:pt x="299" y="251"/>
                    <a:pt x="531" y="367"/>
                    <a:pt x="743" y="505"/>
                  </a:cubicBezTo>
                  <a:cubicBezTo>
                    <a:pt x="758" y="513"/>
                    <a:pt x="771" y="518"/>
                    <a:pt x="787" y="518"/>
                  </a:cubicBezTo>
                  <a:cubicBezTo>
                    <a:pt x="814" y="518"/>
                    <a:pt x="840" y="505"/>
                    <a:pt x="856" y="481"/>
                  </a:cubicBezTo>
                  <a:cubicBezTo>
                    <a:pt x="881" y="444"/>
                    <a:pt x="871" y="392"/>
                    <a:pt x="832" y="367"/>
                  </a:cubicBezTo>
                  <a:cubicBezTo>
                    <a:pt x="621" y="233"/>
                    <a:pt x="396" y="116"/>
                    <a:pt x="161" y="24"/>
                  </a:cubicBezTo>
                  <a:cubicBezTo>
                    <a:pt x="147" y="17"/>
                    <a:pt x="134" y="9"/>
                    <a:pt x="119" y="6"/>
                  </a:cubicBezTo>
                  <a:cubicBezTo>
                    <a:pt x="110" y="2"/>
                    <a:pt x="100"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
            <p:cNvSpPr/>
            <p:nvPr/>
          </p:nvSpPr>
          <p:spPr>
            <a:xfrm>
              <a:off x="3027588" y="2324900"/>
              <a:ext cx="8169" cy="4882"/>
            </a:xfrm>
            <a:custGeom>
              <a:rect b="b" l="l" r="r" t="t"/>
              <a:pathLst>
                <a:path extrusionOk="0" h="205" w="343">
                  <a:moveTo>
                    <a:pt x="1" y="1"/>
                  </a:moveTo>
                  <a:lnTo>
                    <a:pt x="1" y="1"/>
                  </a:lnTo>
                  <a:cubicBezTo>
                    <a:pt x="48" y="28"/>
                    <a:pt x="96" y="55"/>
                    <a:pt x="143" y="83"/>
                  </a:cubicBezTo>
                  <a:lnTo>
                    <a:pt x="143" y="83"/>
                  </a:lnTo>
                  <a:cubicBezTo>
                    <a:pt x="95" y="55"/>
                    <a:pt x="48" y="28"/>
                    <a:pt x="1" y="1"/>
                  </a:cubicBezTo>
                  <a:close/>
                  <a:moveTo>
                    <a:pt x="143" y="83"/>
                  </a:moveTo>
                  <a:cubicBezTo>
                    <a:pt x="210" y="122"/>
                    <a:pt x="276" y="162"/>
                    <a:pt x="343" y="205"/>
                  </a:cubicBezTo>
                  <a:cubicBezTo>
                    <a:pt x="277" y="162"/>
                    <a:pt x="210" y="122"/>
                    <a:pt x="143" y="83"/>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
            <p:cNvSpPr/>
            <p:nvPr/>
          </p:nvSpPr>
          <p:spPr>
            <a:xfrm>
              <a:off x="3024707" y="2286201"/>
              <a:ext cx="17575" cy="43558"/>
            </a:xfrm>
            <a:custGeom>
              <a:rect b="b" l="l" r="r" t="t"/>
              <a:pathLst>
                <a:path extrusionOk="0" h="1829" w="738">
                  <a:moveTo>
                    <a:pt x="624" y="0"/>
                  </a:moveTo>
                  <a:lnTo>
                    <a:pt x="624" y="0"/>
                  </a:lnTo>
                  <a:cubicBezTo>
                    <a:pt x="543" y="33"/>
                    <a:pt x="462" y="63"/>
                    <a:pt x="379" y="89"/>
                  </a:cubicBezTo>
                  <a:cubicBezTo>
                    <a:pt x="323" y="516"/>
                    <a:pt x="196" y="1046"/>
                    <a:pt x="0" y="1553"/>
                  </a:cubicBezTo>
                  <a:cubicBezTo>
                    <a:pt x="41" y="1576"/>
                    <a:pt x="81" y="1601"/>
                    <a:pt x="122" y="1626"/>
                  </a:cubicBezTo>
                  <a:cubicBezTo>
                    <a:pt x="237" y="1691"/>
                    <a:pt x="352" y="1757"/>
                    <a:pt x="464" y="1828"/>
                  </a:cubicBezTo>
                  <a:cubicBezTo>
                    <a:pt x="618" y="1277"/>
                    <a:pt x="737" y="572"/>
                    <a:pt x="62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
            <p:cNvSpPr/>
            <p:nvPr/>
          </p:nvSpPr>
          <p:spPr>
            <a:xfrm>
              <a:off x="2931709" y="2326019"/>
              <a:ext cx="8931" cy="5620"/>
            </a:xfrm>
            <a:custGeom>
              <a:rect b="b" l="l" r="r" t="t"/>
              <a:pathLst>
                <a:path extrusionOk="0" h="236" w="375">
                  <a:moveTo>
                    <a:pt x="313" y="1"/>
                  </a:moveTo>
                  <a:cubicBezTo>
                    <a:pt x="260" y="1"/>
                    <a:pt x="0" y="198"/>
                    <a:pt x="56" y="229"/>
                  </a:cubicBezTo>
                  <a:cubicBezTo>
                    <a:pt x="63" y="233"/>
                    <a:pt x="71" y="235"/>
                    <a:pt x="82" y="235"/>
                  </a:cubicBezTo>
                  <a:cubicBezTo>
                    <a:pt x="171" y="235"/>
                    <a:pt x="374" y="103"/>
                    <a:pt x="322" y="4"/>
                  </a:cubicBezTo>
                  <a:cubicBezTo>
                    <a:pt x="320" y="2"/>
                    <a:pt x="317" y="1"/>
                    <a:pt x="31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
            <p:cNvSpPr/>
            <p:nvPr/>
          </p:nvSpPr>
          <p:spPr>
            <a:xfrm>
              <a:off x="2947308" y="2345524"/>
              <a:ext cx="2763" cy="2524"/>
            </a:xfrm>
            <a:custGeom>
              <a:rect b="b" l="l" r="r" t="t"/>
              <a:pathLst>
                <a:path extrusionOk="0" h="106" w="116">
                  <a:moveTo>
                    <a:pt x="33" y="0"/>
                  </a:moveTo>
                  <a:cubicBezTo>
                    <a:pt x="7" y="18"/>
                    <a:pt x="1" y="54"/>
                    <a:pt x="18" y="81"/>
                  </a:cubicBezTo>
                  <a:cubicBezTo>
                    <a:pt x="30" y="97"/>
                    <a:pt x="46" y="106"/>
                    <a:pt x="65" y="106"/>
                  </a:cubicBezTo>
                  <a:cubicBezTo>
                    <a:pt x="77" y="106"/>
                    <a:pt x="87" y="101"/>
                    <a:pt x="98" y="94"/>
                  </a:cubicBezTo>
                  <a:cubicBezTo>
                    <a:pt x="101" y="91"/>
                    <a:pt x="109" y="84"/>
                    <a:pt x="116" y="81"/>
                  </a:cubicBezTo>
                  <a:cubicBezTo>
                    <a:pt x="90" y="52"/>
                    <a:pt x="61" y="26"/>
                    <a:pt x="3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
            <p:cNvSpPr/>
            <p:nvPr/>
          </p:nvSpPr>
          <p:spPr>
            <a:xfrm>
              <a:off x="2948118" y="2329377"/>
              <a:ext cx="17742" cy="18099"/>
            </a:xfrm>
            <a:custGeom>
              <a:rect b="b" l="l" r="r" t="t"/>
              <a:pathLst>
                <a:path extrusionOk="0" h="760" w="745">
                  <a:moveTo>
                    <a:pt x="678" y="0"/>
                  </a:moveTo>
                  <a:cubicBezTo>
                    <a:pt x="661" y="0"/>
                    <a:pt x="645" y="8"/>
                    <a:pt x="633" y="23"/>
                  </a:cubicBezTo>
                  <a:cubicBezTo>
                    <a:pt x="380" y="348"/>
                    <a:pt x="91" y="613"/>
                    <a:pt x="1" y="678"/>
                  </a:cubicBezTo>
                  <a:cubicBezTo>
                    <a:pt x="30" y="704"/>
                    <a:pt x="56" y="732"/>
                    <a:pt x="83" y="759"/>
                  </a:cubicBezTo>
                  <a:cubicBezTo>
                    <a:pt x="195" y="673"/>
                    <a:pt x="471" y="414"/>
                    <a:pt x="723" y="95"/>
                  </a:cubicBezTo>
                  <a:cubicBezTo>
                    <a:pt x="745" y="70"/>
                    <a:pt x="740" y="33"/>
                    <a:pt x="714" y="14"/>
                  </a:cubicBezTo>
                  <a:cubicBezTo>
                    <a:pt x="703" y="5"/>
                    <a:pt x="691" y="0"/>
                    <a:pt x="678"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
            <p:cNvSpPr/>
            <p:nvPr/>
          </p:nvSpPr>
          <p:spPr>
            <a:xfrm>
              <a:off x="2978506" y="2277056"/>
              <a:ext cx="3263" cy="1643"/>
            </a:xfrm>
            <a:custGeom>
              <a:rect b="b" l="l" r="r" t="t"/>
              <a:pathLst>
                <a:path extrusionOk="0" h="69" w="137">
                  <a:moveTo>
                    <a:pt x="0" y="0"/>
                  </a:moveTo>
                  <a:cubicBezTo>
                    <a:pt x="16" y="18"/>
                    <a:pt x="31" y="36"/>
                    <a:pt x="47" y="52"/>
                  </a:cubicBezTo>
                  <a:cubicBezTo>
                    <a:pt x="60" y="63"/>
                    <a:pt x="73" y="68"/>
                    <a:pt x="88" y="68"/>
                  </a:cubicBezTo>
                  <a:cubicBezTo>
                    <a:pt x="102" y="68"/>
                    <a:pt x="118" y="63"/>
                    <a:pt x="128" y="50"/>
                  </a:cubicBezTo>
                  <a:cubicBezTo>
                    <a:pt x="135" y="44"/>
                    <a:pt x="133" y="39"/>
                    <a:pt x="136" y="31"/>
                  </a:cubicBezTo>
                  <a:lnTo>
                    <a:pt x="0" y="0"/>
                  </a:ln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
            <p:cNvSpPr/>
            <p:nvPr/>
          </p:nvSpPr>
          <p:spPr>
            <a:xfrm>
              <a:off x="2975148" y="2271340"/>
              <a:ext cx="6883" cy="6501"/>
            </a:xfrm>
            <a:custGeom>
              <a:rect b="b" l="l" r="r" t="t"/>
              <a:pathLst>
                <a:path extrusionOk="0" h="273" w="289">
                  <a:moveTo>
                    <a:pt x="102" y="0"/>
                  </a:moveTo>
                  <a:cubicBezTo>
                    <a:pt x="102" y="8"/>
                    <a:pt x="99" y="15"/>
                    <a:pt x="97" y="23"/>
                  </a:cubicBezTo>
                  <a:cubicBezTo>
                    <a:pt x="96" y="52"/>
                    <a:pt x="70" y="76"/>
                    <a:pt x="41" y="76"/>
                  </a:cubicBezTo>
                  <a:lnTo>
                    <a:pt x="34" y="76"/>
                  </a:lnTo>
                  <a:cubicBezTo>
                    <a:pt x="21" y="73"/>
                    <a:pt x="8" y="68"/>
                    <a:pt x="0" y="57"/>
                  </a:cubicBezTo>
                  <a:lnTo>
                    <a:pt x="0" y="57"/>
                  </a:lnTo>
                  <a:cubicBezTo>
                    <a:pt x="42" y="122"/>
                    <a:pt x="89" y="185"/>
                    <a:pt x="144" y="242"/>
                  </a:cubicBezTo>
                  <a:lnTo>
                    <a:pt x="281" y="273"/>
                  </a:lnTo>
                  <a:cubicBezTo>
                    <a:pt x="289" y="252"/>
                    <a:pt x="289" y="227"/>
                    <a:pt x="269" y="209"/>
                  </a:cubicBezTo>
                  <a:cubicBezTo>
                    <a:pt x="204" y="146"/>
                    <a:pt x="151" y="76"/>
                    <a:pt x="10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
            <p:cNvSpPr/>
            <p:nvPr/>
          </p:nvSpPr>
          <p:spPr>
            <a:xfrm>
              <a:off x="2968884" y="2247954"/>
              <a:ext cx="6668" cy="24529"/>
            </a:xfrm>
            <a:custGeom>
              <a:rect b="b" l="l" r="r" t="t"/>
              <a:pathLst>
                <a:path extrusionOk="0" h="1030" w="280">
                  <a:moveTo>
                    <a:pt x="192" y="0"/>
                  </a:moveTo>
                  <a:lnTo>
                    <a:pt x="67" y="33"/>
                  </a:lnTo>
                  <a:cubicBezTo>
                    <a:pt x="1" y="373"/>
                    <a:pt x="70" y="736"/>
                    <a:pt x="257" y="1029"/>
                  </a:cubicBezTo>
                  <a:cubicBezTo>
                    <a:pt x="252" y="1020"/>
                    <a:pt x="245" y="1007"/>
                    <a:pt x="247" y="995"/>
                  </a:cubicBezTo>
                  <a:cubicBezTo>
                    <a:pt x="252" y="939"/>
                    <a:pt x="263" y="882"/>
                    <a:pt x="279" y="827"/>
                  </a:cubicBezTo>
                  <a:cubicBezTo>
                    <a:pt x="159" y="569"/>
                    <a:pt x="125" y="276"/>
                    <a:pt x="19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
            <p:cNvSpPr/>
            <p:nvPr/>
          </p:nvSpPr>
          <p:spPr>
            <a:xfrm>
              <a:off x="2975481" y="2256432"/>
              <a:ext cx="10098" cy="14932"/>
            </a:xfrm>
            <a:custGeom>
              <a:rect b="b" l="l" r="r" t="t"/>
              <a:pathLst>
                <a:path extrusionOk="0" h="627" w="424">
                  <a:moveTo>
                    <a:pt x="357" y="0"/>
                  </a:moveTo>
                  <a:cubicBezTo>
                    <a:pt x="348" y="0"/>
                    <a:pt x="338" y="2"/>
                    <a:pt x="328" y="7"/>
                  </a:cubicBezTo>
                  <a:cubicBezTo>
                    <a:pt x="179" y="92"/>
                    <a:pt x="57" y="268"/>
                    <a:pt x="1" y="471"/>
                  </a:cubicBezTo>
                  <a:cubicBezTo>
                    <a:pt x="25" y="526"/>
                    <a:pt x="56" y="576"/>
                    <a:pt x="88" y="626"/>
                  </a:cubicBezTo>
                  <a:cubicBezTo>
                    <a:pt x="113" y="404"/>
                    <a:pt x="234" y="194"/>
                    <a:pt x="385" y="108"/>
                  </a:cubicBezTo>
                  <a:cubicBezTo>
                    <a:pt x="414" y="92"/>
                    <a:pt x="424" y="57"/>
                    <a:pt x="408" y="30"/>
                  </a:cubicBezTo>
                  <a:cubicBezTo>
                    <a:pt x="397" y="10"/>
                    <a:pt x="378" y="0"/>
                    <a:pt x="35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
            <p:cNvSpPr/>
            <p:nvPr/>
          </p:nvSpPr>
          <p:spPr>
            <a:xfrm>
              <a:off x="2974981" y="2272412"/>
              <a:ext cx="191" cy="262"/>
            </a:xfrm>
            <a:custGeom>
              <a:rect b="b" l="l" r="r" t="t"/>
              <a:pathLst>
                <a:path extrusionOk="0" h="11" w="8">
                  <a:moveTo>
                    <a:pt x="1" y="1"/>
                  </a:moveTo>
                  <a:cubicBezTo>
                    <a:pt x="2" y="4"/>
                    <a:pt x="2" y="9"/>
                    <a:pt x="7" y="10"/>
                  </a:cubicBezTo>
                  <a:cubicBezTo>
                    <a:pt x="6" y="7"/>
                    <a:pt x="2" y="4"/>
                    <a:pt x="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
            <p:cNvSpPr/>
            <p:nvPr/>
          </p:nvSpPr>
          <p:spPr>
            <a:xfrm>
              <a:off x="2974719" y="2267625"/>
              <a:ext cx="2882" cy="5549"/>
            </a:xfrm>
            <a:custGeom>
              <a:rect b="b" l="l" r="r" t="t"/>
              <a:pathLst>
                <a:path extrusionOk="0" h="233" w="121">
                  <a:moveTo>
                    <a:pt x="33" y="1"/>
                  </a:moveTo>
                  <a:cubicBezTo>
                    <a:pt x="18" y="56"/>
                    <a:pt x="7" y="111"/>
                    <a:pt x="0" y="169"/>
                  </a:cubicBezTo>
                  <a:cubicBezTo>
                    <a:pt x="0" y="181"/>
                    <a:pt x="4" y="194"/>
                    <a:pt x="12" y="203"/>
                  </a:cubicBezTo>
                  <a:cubicBezTo>
                    <a:pt x="15" y="208"/>
                    <a:pt x="17" y="210"/>
                    <a:pt x="18" y="213"/>
                  </a:cubicBezTo>
                  <a:cubicBezTo>
                    <a:pt x="28" y="224"/>
                    <a:pt x="39" y="229"/>
                    <a:pt x="52" y="232"/>
                  </a:cubicBezTo>
                  <a:lnTo>
                    <a:pt x="59" y="232"/>
                  </a:lnTo>
                  <a:cubicBezTo>
                    <a:pt x="89" y="232"/>
                    <a:pt x="114" y="210"/>
                    <a:pt x="115" y="179"/>
                  </a:cubicBezTo>
                  <a:cubicBezTo>
                    <a:pt x="115" y="171"/>
                    <a:pt x="117" y="164"/>
                    <a:pt x="120" y="156"/>
                  </a:cubicBezTo>
                  <a:cubicBezTo>
                    <a:pt x="88" y="106"/>
                    <a:pt x="59" y="56"/>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
            <p:cNvSpPr/>
            <p:nvPr/>
          </p:nvSpPr>
          <p:spPr>
            <a:xfrm>
              <a:off x="3296603" y="2968262"/>
              <a:ext cx="35341" cy="39271"/>
            </a:xfrm>
            <a:custGeom>
              <a:rect b="b" l="l" r="r" t="t"/>
              <a:pathLst>
                <a:path extrusionOk="0" h="1649" w="1484">
                  <a:moveTo>
                    <a:pt x="1023" y="0"/>
                  </a:moveTo>
                  <a:cubicBezTo>
                    <a:pt x="1021" y="0"/>
                    <a:pt x="1021" y="2"/>
                    <a:pt x="1018" y="2"/>
                  </a:cubicBezTo>
                  <a:cubicBezTo>
                    <a:pt x="655" y="143"/>
                    <a:pt x="365" y="370"/>
                    <a:pt x="203" y="642"/>
                  </a:cubicBezTo>
                  <a:cubicBezTo>
                    <a:pt x="25" y="937"/>
                    <a:pt x="0" y="1277"/>
                    <a:pt x="124" y="1648"/>
                  </a:cubicBezTo>
                  <a:lnTo>
                    <a:pt x="1483" y="1123"/>
                  </a:lnTo>
                  <a:cubicBezTo>
                    <a:pt x="1344" y="759"/>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
            <p:cNvSpPr/>
            <p:nvPr/>
          </p:nvSpPr>
          <p:spPr>
            <a:xfrm>
              <a:off x="3286910" y="2938898"/>
              <a:ext cx="32484" cy="52845"/>
            </a:xfrm>
            <a:custGeom>
              <a:rect b="b" l="l" r="r" t="t"/>
              <a:pathLst>
                <a:path extrusionOk="0" h="2219" w="1364">
                  <a:moveTo>
                    <a:pt x="467" y="0"/>
                  </a:moveTo>
                  <a:cubicBezTo>
                    <a:pt x="433" y="0"/>
                    <a:pt x="399" y="6"/>
                    <a:pt x="365" y="19"/>
                  </a:cubicBezTo>
                  <a:cubicBezTo>
                    <a:pt x="305" y="42"/>
                    <a:pt x="276" y="82"/>
                    <a:pt x="262" y="134"/>
                  </a:cubicBezTo>
                  <a:cubicBezTo>
                    <a:pt x="182" y="405"/>
                    <a:pt x="561" y="1011"/>
                    <a:pt x="1" y="1308"/>
                  </a:cubicBezTo>
                  <a:cubicBezTo>
                    <a:pt x="75" y="1515"/>
                    <a:pt x="150" y="1731"/>
                    <a:pt x="223" y="1949"/>
                  </a:cubicBezTo>
                  <a:cubicBezTo>
                    <a:pt x="252" y="2039"/>
                    <a:pt x="281" y="2128"/>
                    <a:pt x="310" y="2218"/>
                  </a:cubicBezTo>
                  <a:cubicBezTo>
                    <a:pt x="336" y="2069"/>
                    <a:pt x="390" y="1925"/>
                    <a:pt x="471" y="1792"/>
                  </a:cubicBezTo>
                  <a:cubicBezTo>
                    <a:pt x="651" y="1492"/>
                    <a:pt x="967" y="1241"/>
                    <a:pt x="1364" y="1087"/>
                  </a:cubicBezTo>
                  <a:cubicBezTo>
                    <a:pt x="1074" y="478"/>
                    <a:pt x="76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
            <p:cNvSpPr/>
            <p:nvPr/>
          </p:nvSpPr>
          <p:spPr>
            <a:xfrm>
              <a:off x="3300461" y="2998674"/>
              <a:ext cx="36104" cy="21362"/>
            </a:xfrm>
            <a:custGeom>
              <a:rect b="b" l="l" r="r" t="t"/>
              <a:pathLst>
                <a:path extrusionOk="0" h="897" w="1516">
                  <a:moveTo>
                    <a:pt x="1380" y="0"/>
                  </a:moveTo>
                  <a:lnTo>
                    <a:pt x="1" y="533"/>
                  </a:lnTo>
                  <a:cubicBezTo>
                    <a:pt x="39" y="653"/>
                    <a:pt x="75" y="775"/>
                    <a:pt x="111" y="896"/>
                  </a:cubicBezTo>
                  <a:lnTo>
                    <a:pt x="1516" y="355"/>
                  </a:lnTo>
                  <a:cubicBezTo>
                    <a:pt x="1472" y="243"/>
                    <a:pt x="1427" y="125"/>
                    <a:pt x="1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
            <p:cNvSpPr/>
            <p:nvPr/>
          </p:nvSpPr>
          <p:spPr>
            <a:xfrm>
              <a:off x="3188411" y="3041398"/>
              <a:ext cx="38366" cy="20124"/>
            </a:xfrm>
            <a:custGeom>
              <a:rect b="b" l="l" r="r" t="t"/>
              <a:pathLst>
                <a:path extrusionOk="0" h="845" w="1611">
                  <a:moveTo>
                    <a:pt x="1433" y="0"/>
                  </a:moveTo>
                  <a:lnTo>
                    <a:pt x="1" y="553"/>
                  </a:lnTo>
                  <a:lnTo>
                    <a:pt x="114" y="666"/>
                  </a:lnTo>
                  <a:lnTo>
                    <a:pt x="293" y="845"/>
                  </a:lnTo>
                  <a:lnTo>
                    <a:pt x="1610" y="336"/>
                  </a:lnTo>
                  <a:cubicBezTo>
                    <a:pt x="1574" y="271"/>
                    <a:pt x="1542" y="208"/>
                    <a:pt x="1508" y="143"/>
                  </a:cubicBezTo>
                  <a:cubicBezTo>
                    <a:pt x="1484" y="97"/>
                    <a:pt x="1458" y="49"/>
                    <a:pt x="14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
            <p:cNvSpPr/>
            <p:nvPr/>
          </p:nvSpPr>
          <p:spPr>
            <a:xfrm>
              <a:off x="3173336" y="3011510"/>
              <a:ext cx="47416" cy="40057"/>
            </a:xfrm>
            <a:custGeom>
              <a:rect b="b" l="l" r="r" t="t"/>
              <a:pathLst>
                <a:path extrusionOk="0" h="1682" w="1991">
                  <a:moveTo>
                    <a:pt x="1415" y="1"/>
                  </a:moveTo>
                  <a:cubicBezTo>
                    <a:pt x="990" y="377"/>
                    <a:pt x="553" y="717"/>
                    <a:pt x="297" y="915"/>
                  </a:cubicBezTo>
                  <a:cubicBezTo>
                    <a:pt x="182" y="1001"/>
                    <a:pt x="88" y="1088"/>
                    <a:pt x="0" y="1177"/>
                  </a:cubicBezTo>
                  <a:lnTo>
                    <a:pt x="506" y="1681"/>
                  </a:lnTo>
                  <a:lnTo>
                    <a:pt x="1990" y="1111"/>
                  </a:lnTo>
                  <a:cubicBezTo>
                    <a:pt x="1796" y="737"/>
                    <a:pt x="1603" y="366"/>
                    <a:pt x="14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
            <p:cNvSpPr/>
            <p:nvPr/>
          </p:nvSpPr>
          <p:spPr>
            <a:xfrm>
              <a:off x="3446518" y="2968715"/>
              <a:ext cx="118623" cy="193854"/>
            </a:xfrm>
            <a:custGeom>
              <a:rect b="b" l="l" r="r" t="t"/>
              <a:pathLst>
                <a:path extrusionOk="0" h="8140" w="4981">
                  <a:moveTo>
                    <a:pt x="4745" y="1"/>
                  </a:moveTo>
                  <a:cubicBezTo>
                    <a:pt x="4113" y="406"/>
                    <a:pt x="3527" y="874"/>
                    <a:pt x="2998" y="1402"/>
                  </a:cubicBezTo>
                  <a:cubicBezTo>
                    <a:pt x="2741" y="1660"/>
                    <a:pt x="2497" y="1932"/>
                    <a:pt x="2269" y="2216"/>
                  </a:cubicBezTo>
                  <a:cubicBezTo>
                    <a:pt x="2144" y="2370"/>
                    <a:pt x="2026" y="2529"/>
                    <a:pt x="1909" y="2691"/>
                  </a:cubicBezTo>
                  <a:cubicBezTo>
                    <a:pt x="1757" y="2903"/>
                    <a:pt x="1609" y="3120"/>
                    <a:pt x="1473" y="3342"/>
                  </a:cubicBezTo>
                  <a:cubicBezTo>
                    <a:pt x="1389" y="3485"/>
                    <a:pt x="1306" y="3629"/>
                    <a:pt x="1227" y="3775"/>
                  </a:cubicBezTo>
                  <a:cubicBezTo>
                    <a:pt x="1123" y="3965"/>
                    <a:pt x="1026" y="4161"/>
                    <a:pt x="935" y="4360"/>
                  </a:cubicBezTo>
                  <a:cubicBezTo>
                    <a:pt x="818" y="4615"/>
                    <a:pt x="707" y="4874"/>
                    <a:pt x="609" y="5140"/>
                  </a:cubicBezTo>
                  <a:cubicBezTo>
                    <a:pt x="493" y="5454"/>
                    <a:pt x="392" y="5777"/>
                    <a:pt x="310" y="6104"/>
                  </a:cubicBezTo>
                  <a:cubicBezTo>
                    <a:pt x="141" y="6760"/>
                    <a:pt x="34" y="7441"/>
                    <a:pt x="0" y="8139"/>
                  </a:cubicBezTo>
                  <a:lnTo>
                    <a:pt x="488" y="8138"/>
                  </a:lnTo>
                  <a:cubicBezTo>
                    <a:pt x="660" y="4903"/>
                    <a:pt x="2410" y="2083"/>
                    <a:pt x="4980" y="428"/>
                  </a:cubicBezTo>
                  <a:lnTo>
                    <a:pt x="47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
            <p:cNvSpPr/>
            <p:nvPr/>
          </p:nvSpPr>
          <p:spPr>
            <a:xfrm>
              <a:off x="3446590" y="2930325"/>
              <a:ext cx="489374" cy="489827"/>
            </a:xfrm>
            <a:custGeom>
              <a:rect b="b" l="l" r="r" t="t"/>
              <a:pathLst>
                <a:path extrusionOk="0" h="20568" w="20549">
                  <a:moveTo>
                    <a:pt x="10264" y="0"/>
                  </a:moveTo>
                  <a:cubicBezTo>
                    <a:pt x="8645" y="0"/>
                    <a:pt x="7112" y="378"/>
                    <a:pt x="5747" y="1047"/>
                  </a:cubicBezTo>
                  <a:lnTo>
                    <a:pt x="5982" y="1475"/>
                  </a:lnTo>
                  <a:cubicBezTo>
                    <a:pt x="7277" y="843"/>
                    <a:pt x="8729" y="488"/>
                    <a:pt x="10264" y="488"/>
                  </a:cubicBezTo>
                  <a:cubicBezTo>
                    <a:pt x="15664" y="488"/>
                    <a:pt x="20061" y="4883"/>
                    <a:pt x="20061" y="10285"/>
                  </a:cubicBezTo>
                  <a:cubicBezTo>
                    <a:pt x="20061" y="15686"/>
                    <a:pt x="15665" y="20081"/>
                    <a:pt x="10264" y="20081"/>
                  </a:cubicBezTo>
                  <a:cubicBezTo>
                    <a:pt x="5070" y="20081"/>
                    <a:pt x="809" y="16018"/>
                    <a:pt x="488" y="10905"/>
                  </a:cubicBezTo>
                  <a:lnTo>
                    <a:pt x="0" y="10907"/>
                  </a:lnTo>
                  <a:cubicBezTo>
                    <a:pt x="62" y="11925"/>
                    <a:pt x="268" y="12900"/>
                    <a:pt x="605" y="13818"/>
                  </a:cubicBezTo>
                  <a:cubicBezTo>
                    <a:pt x="720" y="14132"/>
                    <a:pt x="850" y="14440"/>
                    <a:pt x="995" y="14740"/>
                  </a:cubicBezTo>
                  <a:cubicBezTo>
                    <a:pt x="1140" y="15040"/>
                    <a:pt x="1298" y="15331"/>
                    <a:pt x="1470" y="15613"/>
                  </a:cubicBezTo>
                  <a:cubicBezTo>
                    <a:pt x="1644" y="15895"/>
                    <a:pt x="1828" y="16171"/>
                    <a:pt x="2026" y="16433"/>
                  </a:cubicBezTo>
                  <a:cubicBezTo>
                    <a:pt x="3310" y="18150"/>
                    <a:pt x="5117" y="19454"/>
                    <a:pt x="7211" y="20104"/>
                  </a:cubicBezTo>
                  <a:cubicBezTo>
                    <a:pt x="7369" y="20154"/>
                    <a:pt x="7535" y="20201"/>
                    <a:pt x="7698" y="20243"/>
                  </a:cubicBezTo>
                  <a:cubicBezTo>
                    <a:pt x="8027" y="20329"/>
                    <a:pt x="8361" y="20397"/>
                    <a:pt x="8702" y="20449"/>
                  </a:cubicBezTo>
                  <a:cubicBezTo>
                    <a:pt x="9212" y="20527"/>
                    <a:pt x="9734" y="20568"/>
                    <a:pt x="10265" y="20568"/>
                  </a:cubicBezTo>
                  <a:cubicBezTo>
                    <a:pt x="15934" y="20568"/>
                    <a:pt x="20548" y="15955"/>
                    <a:pt x="20548" y="10285"/>
                  </a:cubicBezTo>
                  <a:cubicBezTo>
                    <a:pt x="20547" y="9396"/>
                    <a:pt x="20432" y="8538"/>
                    <a:pt x="20223" y="7716"/>
                  </a:cubicBezTo>
                  <a:cubicBezTo>
                    <a:pt x="20137" y="7389"/>
                    <a:pt x="20038" y="7066"/>
                    <a:pt x="19923" y="6752"/>
                  </a:cubicBezTo>
                  <a:cubicBezTo>
                    <a:pt x="19863" y="6594"/>
                    <a:pt x="19803" y="6439"/>
                    <a:pt x="19738" y="6286"/>
                  </a:cubicBezTo>
                  <a:cubicBezTo>
                    <a:pt x="19608" y="5979"/>
                    <a:pt x="19463" y="5679"/>
                    <a:pt x="19304" y="5387"/>
                  </a:cubicBezTo>
                  <a:cubicBezTo>
                    <a:pt x="19147" y="5095"/>
                    <a:pt x="18975" y="4812"/>
                    <a:pt x="18788" y="4538"/>
                  </a:cubicBezTo>
                  <a:cubicBezTo>
                    <a:pt x="16938" y="1801"/>
                    <a:pt x="13807" y="0"/>
                    <a:pt x="102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
            <p:cNvSpPr/>
            <p:nvPr/>
          </p:nvSpPr>
          <p:spPr>
            <a:xfrm>
              <a:off x="3653804" y="3135444"/>
              <a:ext cx="76946" cy="79542"/>
            </a:xfrm>
            <a:custGeom>
              <a:rect b="b" l="l" r="r" t="t"/>
              <a:pathLst>
                <a:path extrusionOk="0" h="3340" w="3231">
                  <a:moveTo>
                    <a:pt x="1561" y="1"/>
                  </a:moveTo>
                  <a:cubicBezTo>
                    <a:pt x="1445" y="1"/>
                    <a:pt x="1331" y="14"/>
                    <a:pt x="1219" y="35"/>
                  </a:cubicBezTo>
                  <a:lnTo>
                    <a:pt x="1511" y="566"/>
                  </a:lnTo>
                  <a:cubicBezTo>
                    <a:pt x="1527" y="566"/>
                    <a:pt x="1543" y="561"/>
                    <a:pt x="1561" y="561"/>
                  </a:cubicBezTo>
                  <a:cubicBezTo>
                    <a:pt x="2174" y="561"/>
                    <a:pt x="2670" y="1059"/>
                    <a:pt x="2670" y="1670"/>
                  </a:cubicBezTo>
                  <a:cubicBezTo>
                    <a:pt x="2670" y="2279"/>
                    <a:pt x="2172" y="2778"/>
                    <a:pt x="1561" y="2778"/>
                  </a:cubicBezTo>
                  <a:cubicBezTo>
                    <a:pt x="1164" y="2778"/>
                    <a:pt x="819" y="2566"/>
                    <a:pt x="623" y="2252"/>
                  </a:cubicBezTo>
                  <a:lnTo>
                    <a:pt x="1" y="2253"/>
                  </a:lnTo>
                  <a:cubicBezTo>
                    <a:pt x="237" y="2887"/>
                    <a:pt x="846" y="3339"/>
                    <a:pt x="1561" y="3339"/>
                  </a:cubicBezTo>
                  <a:cubicBezTo>
                    <a:pt x="2482" y="3339"/>
                    <a:pt x="3230" y="2590"/>
                    <a:pt x="3230" y="1670"/>
                  </a:cubicBezTo>
                  <a:cubicBezTo>
                    <a:pt x="3230" y="751"/>
                    <a:pt x="2482" y="1"/>
                    <a:pt x="1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
            <p:cNvSpPr/>
            <p:nvPr/>
          </p:nvSpPr>
          <p:spPr>
            <a:xfrm>
              <a:off x="3720272" y="2992268"/>
              <a:ext cx="150701" cy="155202"/>
            </a:xfrm>
            <a:custGeom>
              <a:rect b="b" l="l" r="r" t="t"/>
              <a:pathLst>
                <a:path extrusionOk="0" h="6517" w="6328">
                  <a:moveTo>
                    <a:pt x="0" y="0"/>
                  </a:moveTo>
                  <a:lnTo>
                    <a:pt x="0" y="0"/>
                  </a:lnTo>
                  <a:cubicBezTo>
                    <a:pt x="195" y="55"/>
                    <a:pt x="391" y="107"/>
                    <a:pt x="585" y="159"/>
                  </a:cubicBezTo>
                  <a:lnTo>
                    <a:pt x="1151" y="357"/>
                  </a:lnTo>
                  <a:lnTo>
                    <a:pt x="1707" y="590"/>
                  </a:lnTo>
                  <a:lnTo>
                    <a:pt x="2242" y="864"/>
                  </a:lnTo>
                  <a:cubicBezTo>
                    <a:pt x="2938" y="1256"/>
                    <a:pt x="3579" y="1742"/>
                    <a:pt x="4133" y="2316"/>
                  </a:cubicBezTo>
                  <a:cubicBezTo>
                    <a:pt x="4690" y="2885"/>
                    <a:pt x="5159" y="3541"/>
                    <a:pt x="5532" y="4248"/>
                  </a:cubicBezTo>
                  <a:cubicBezTo>
                    <a:pt x="5901" y="4958"/>
                    <a:pt x="6165" y="5723"/>
                    <a:pt x="6327" y="6517"/>
                  </a:cubicBezTo>
                  <a:cubicBezTo>
                    <a:pt x="6303" y="6317"/>
                    <a:pt x="6277" y="6116"/>
                    <a:pt x="6246" y="5914"/>
                  </a:cubicBezTo>
                  <a:lnTo>
                    <a:pt x="6112" y="5317"/>
                  </a:lnTo>
                  <a:cubicBezTo>
                    <a:pt x="6053" y="5123"/>
                    <a:pt x="5987" y="4930"/>
                    <a:pt x="5924" y="4737"/>
                  </a:cubicBezTo>
                  <a:cubicBezTo>
                    <a:pt x="5849" y="4546"/>
                    <a:pt x="5768" y="4360"/>
                    <a:pt x="5689" y="4172"/>
                  </a:cubicBezTo>
                  <a:cubicBezTo>
                    <a:pt x="5347" y="3428"/>
                    <a:pt x="4869" y="2747"/>
                    <a:pt x="4300" y="2156"/>
                  </a:cubicBezTo>
                  <a:cubicBezTo>
                    <a:pt x="3726" y="1569"/>
                    <a:pt x="3060" y="1071"/>
                    <a:pt x="2326" y="707"/>
                  </a:cubicBezTo>
                  <a:lnTo>
                    <a:pt x="1767" y="456"/>
                  </a:lnTo>
                  <a:lnTo>
                    <a:pt x="1191" y="250"/>
                  </a:lnTo>
                  <a:lnTo>
                    <a:pt x="600" y="99"/>
                  </a:lnTo>
                  <a:cubicBezTo>
                    <a:pt x="399" y="63"/>
                    <a:pt x="200" y="3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
            <p:cNvSpPr/>
            <p:nvPr/>
          </p:nvSpPr>
          <p:spPr>
            <a:xfrm>
              <a:off x="3511033"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8" y="3697"/>
                    <a:pt x="2276" y="3791"/>
                    <a:pt x="2385" y="3880"/>
                  </a:cubicBezTo>
                  <a:cubicBezTo>
                    <a:pt x="2495" y="3969"/>
                    <a:pt x="2599" y="4065"/>
                    <a:pt x="2709" y="4151"/>
                  </a:cubicBezTo>
                  <a:cubicBezTo>
                    <a:pt x="2941" y="4311"/>
                    <a:pt x="3161" y="4490"/>
                    <a:pt x="3409" y="4627"/>
                  </a:cubicBezTo>
                  <a:cubicBezTo>
                    <a:pt x="3531" y="4699"/>
                    <a:pt x="3647" y="4778"/>
                    <a:pt x="3774" y="4843"/>
                  </a:cubicBezTo>
                  <a:lnTo>
                    <a:pt x="4151" y="5031"/>
                  </a:lnTo>
                  <a:cubicBezTo>
                    <a:pt x="4278" y="5097"/>
                    <a:pt x="4409" y="5144"/>
                    <a:pt x="4540" y="5195"/>
                  </a:cubicBezTo>
                  <a:cubicBezTo>
                    <a:pt x="4673" y="5243"/>
                    <a:pt x="4803" y="5300"/>
                    <a:pt x="4937" y="5344"/>
                  </a:cubicBezTo>
                  <a:cubicBezTo>
                    <a:pt x="5210" y="5418"/>
                    <a:pt x="5477" y="5515"/>
                    <a:pt x="5754" y="5562"/>
                  </a:cubicBezTo>
                  <a:cubicBezTo>
                    <a:pt x="5892" y="5590"/>
                    <a:pt x="6030" y="5621"/>
                    <a:pt x="6169" y="5645"/>
                  </a:cubicBezTo>
                  <a:lnTo>
                    <a:pt x="6589" y="5695"/>
                  </a:lnTo>
                  <a:cubicBezTo>
                    <a:pt x="6869" y="5741"/>
                    <a:pt x="7153" y="5724"/>
                    <a:pt x="7431" y="5736"/>
                  </a:cubicBezTo>
                  <a:cubicBezTo>
                    <a:pt x="7995" y="5728"/>
                    <a:pt x="8556" y="5660"/>
                    <a:pt x="9101" y="5530"/>
                  </a:cubicBezTo>
                  <a:cubicBezTo>
                    <a:pt x="9644" y="5392"/>
                    <a:pt x="10175" y="5203"/>
                    <a:pt x="10669" y="4948"/>
                  </a:cubicBezTo>
                  <a:lnTo>
                    <a:pt x="10669" y="4948"/>
                  </a:lnTo>
                  <a:cubicBezTo>
                    <a:pt x="9690" y="5348"/>
                    <a:pt x="8646" y="5559"/>
                    <a:pt x="7602" y="5559"/>
                  </a:cubicBezTo>
                  <a:cubicBezTo>
                    <a:pt x="7545" y="5559"/>
                    <a:pt x="7488" y="5559"/>
                    <a:pt x="7431" y="5558"/>
                  </a:cubicBezTo>
                  <a:cubicBezTo>
                    <a:pt x="6334" y="5524"/>
                    <a:pt x="5235" y="5300"/>
                    <a:pt x="4247" y="4820"/>
                  </a:cubicBezTo>
                  <a:lnTo>
                    <a:pt x="3879" y="4647"/>
                  </a:lnTo>
                  <a:cubicBezTo>
                    <a:pt x="3757" y="4584"/>
                    <a:pt x="3641" y="4509"/>
                    <a:pt x="3522" y="4441"/>
                  </a:cubicBezTo>
                  <a:cubicBezTo>
                    <a:pt x="3279" y="4311"/>
                    <a:pt x="3064" y="4139"/>
                    <a:pt x="2837" y="3987"/>
                  </a:cubicBezTo>
                  <a:cubicBezTo>
                    <a:pt x="2407" y="3647"/>
                    <a:pt x="1993" y="3285"/>
                    <a:pt x="1634" y="2866"/>
                  </a:cubicBezTo>
                  <a:cubicBezTo>
                    <a:pt x="1442" y="2670"/>
                    <a:pt x="1289"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
            <p:cNvSpPr/>
            <p:nvPr/>
          </p:nvSpPr>
          <p:spPr>
            <a:xfrm>
              <a:off x="2747667" y="3135610"/>
              <a:ext cx="79518" cy="79328"/>
            </a:xfrm>
            <a:custGeom>
              <a:rect b="b" l="l" r="r" t="t"/>
              <a:pathLst>
                <a:path extrusionOk="0" h="3331" w="3339">
                  <a:moveTo>
                    <a:pt x="1527" y="0"/>
                  </a:moveTo>
                  <a:lnTo>
                    <a:pt x="1527" y="0"/>
                  </a:lnTo>
                  <a:cubicBezTo>
                    <a:pt x="673" y="73"/>
                    <a:pt x="0" y="789"/>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7"/>
                    <a:pt x="2778" y="1365"/>
                    <a:pt x="2778" y="1661"/>
                  </a:cubicBezTo>
                  <a:cubicBezTo>
                    <a:pt x="2778" y="2272"/>
                    <a:pt x="2282" y="2770"/>
                    <a:pt x="1669" y="2770"/>
                  </a:cubicBezTo>
                  <a:cubicBezTo>
                    <a:pt x="1058" y="2770"/>
                    <a:pt x="561" y="2272"/>
                    <a:pt x="561" y="1661"/>
                  </a:cubicBezTo>
                  <a:cubicBezTo>
                    <a:pt x="562" y="1162"/>
                    <a:pt x="896"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
            <p:cNvSpPr/>
            <p:nvPr/>
          </p:nvSpPr>
          <p:spPr>
            <a:xfrm>
              <a:off x="2850048" y="3000294"/>
              <a:ext cx="117360" cy="147177"/>
            </a:xfrm>
            <a:custGeom>
              <a:rect b="b" l="l" r="r" t="t"/>
              <a:pathLst>
                <a:path extrusionOk="0" h="6180" w="4928">
                  <a:moveTo>
                    <a:pt x="35" y="0"/>
                  </a:moveTo>
                  <a:lnTo>
                    <a:pt x="1" y="123"/>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0"/>
                    <a:pt x="4877" y="5779"/>
                    <a:pt x="4846" y="5577"/>
                  </a:cubicBezTo>
                  <a:lnTo>
                    <a:pt x="4712" y="4980"/>
                  </a:lnTo>
                  <a:cubicBezTo>
                    <a:pt x="4654" y="4786"/>
                    <a:pt x="4587" y="4593"/>
                    <a:pt x="4524" y="4400"/>
                  </a:cubicBezTo>
                  <a:cubicBezTo>
                    <a:pt x="4449" y="4209"/>
                    <a:pt x="4368" y="4023"/>
                    <a:pt x="4289" y="3835"/>
                  </a:cubicBezTo>
                  <a:cubicBezTo>
                    <a:pt x="3947" y="3091"/>
                    <a:pt x="3469" y="2410"/>
                    <a:pt x="2898" y="1819"/>
                  </a:cubicBezTo>
                  <a:cubicBezTo>
                    <a:pt x="2326" y="1232"/>
                    <a:pt x="1659" y="734"/>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
            <p:cNvSpPr/>
            <p:nvPr/>
          </p:nvSpPr>
          <p:spPr>
            <a:xfrm>
              <a:off x="2816635" y="2992268"/>
              <a:ext cx="7502" cy="1977"/>
            </a:xfrm>
            <a:custGeom>
              <a:rect b="b" l="l" r="r" t="t"/>
              <a:pathLst>
                <a:path extrusionOk="0" h="83" w="315">
                  <a:moveTo>
                    <a:pt x="0" y="0"/>
                  </a:moveTo>
                  <a:cubicBezTo>
                    <a:pt x="102" y="29"/>
                    <a:pt x="204" y="55"/>
                    <a:pt x="308" y="83"/>
                  </a:cubicBezTo>
                  <a:lnTo>
                    <a:pt x="315" y="54"/>
                  </a:lnTo>
                  <a:cubicBezTo>
                    <a:pt x="211" y="37"/>
                    <a:pt x="106" y="1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
            <p:cNvSpPr/>
            <p:nvPr/>
          </p:nvSpPr>
          <p:spPr>
            <a:xfrm>
              <a:off x="2607397"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9" y="3697"/>
                    <a:pt x="2276" y="3791"/>
                    <a:pt x="2386" y="3880"/>
                  </a:cubicBezTo>
                  <a:cubicBezTo>
                    <a:pt x="2495" y="3969"/>
                    <a:pt x="2599" y="4065"/>
                    <a:pt x="2710" y="4151"/>
                  </a:cubicBezTo>
                  <a:cubicBezTo>
                    <a:pt x="2941"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5"/>
                    <a:pt x="5754" y="5562"/>
                  </a:cubicBezTo>
                  <a:cubicBezTo>
                    <a:pt x="5893" y="5590"/>
                    <a:pt x="6031" y="5621"/>
                    <a:pt x="6170" y="5645"/>
                  </a:cubicBezTo>
                  <a:lnTo>
                    <a:pt x="6589" y="5695"/>
                  </a:lnTo>
                  <a:cubicBezTo>
                    <a:pt x="6869" y="5741"/>
                    <a:pt x="7153" y="5724"/>
                    <a:pt x="7433" y="5736"/>
                  </a:cubicBezTo>
                  <a:cubicBezTo>
                    <a:pt x="7995" y="5728"/>
                    <a:pt x="8556" y="5660"/>
                    <a:pt x="9101" y="5530"/>
                  </a:cubicBezTo>
                  <a:cubicBezTo>
                    <a:pt x="9643" y="5392"/>
                    <a:pt x="10175" y="5203"/>
                    <a:pt x="10669" y="4948"/>
                  </a:cubicBezTo>
                  <a:lnTo>
                    <a:pt x="10669" y="4948"/>
                  </a:lnTo>
                  <a:cubicBezTo>
                    <a:pt x="9692" y="5348"/>
                    <a:pt x="8646" y="5559"/>
                    <a:pt x="7601" y="5559"/>
                  </a:cubicBezTo>
                  <a:cubicBezTo>
                    <a:pt x="7545" y="5559"/>
                    <a:pt x="7488" y="5559"/>
                    <a:pt x="7431" y="5558"/>
                  </a:cubicBezTo>
                  <a:cubicBezTo>
                    <a:pt x="6334" y="5524"/>
                    <a:pt x="5235" y="5300"/>
                    <a:pt x="4247" y="4820"/>
                  </a:cubicBezTo>
                  <a:lnTo>
                    <a:pt x="3879" y="4647"/>
                  </a:lnTo>
                  <a:cubicBezTo>
                    <a:pt x="3757" y="4584"/>
                    <a:pt x="3642" y="4509"/>
                    <a:pt x="3522" y="4441"/>
                  </a:cubicBezTo>
                  <a:cubicBezTo>
                    <a:pt x="3279" y="4311"/>
                    <a:pt x="3064" y="4139"/>
                    <a:pt x="2837" y="3987"/>
                  </a:cubicBezTo>
                  <a:cubicBezTo>
                    <a:pt x="2409" y="3647"/>
                    <a:pt x="1992" y="3285"/>
                    <a:pt x="1634" y="2866"/>
                  </a:cubicBezTo>
                  <a:cubicBezTo>
                    <a:pt x="1441" y="2670"/>
                    <a:pt x="1291"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
            <p:cNvSpPr/>
            <p:nvPr/>
          </p:nvSpPr>
          <p:spPr>
            <a:xfrm>
              <a:off x="3245853" y="3263354"/>
              <a:ext cx="171420" cy="73588"/>
            </a:xfrm>
            <a:custGeom>
              <a:rect b="b" l="l" r="r" t="t"/>
              <a:pathLst>
                <a:path extrusionOk="0" h="3090" w="7198">
                  <a:moveTo>
                    <a:pt x="7061" y="0"/>
                  </a:moveTo>
                  <a:lnTo>
                    <a:pt x="5626" y="553"/>
                  </a:lnTo>
                  <a:lnTo>
                    <a:pt x="4441" y="1009"/>
                  </a:lnTo>
                  <a:lnTo>
                    <a:pt x="3984" y="1185"/>
                  </a:lnTo>
                  <a:lnTo>
                    <a:pt x="13" y="2717"/>
                  </a:lnTo>
                  <a:cubicBezTo>
                    <a:pt x="10" y="2718"/>
                    <a:pt x="4" y="2718"/>
                    <a:pt x="0" y="2718"/>
                  </a:cubicBezTo>
                  <a:cubicBezTo>
                    <a:pt x="18" y="2835"/>
                    <a:pt x="46" y="2957"/>
                    <a:pt x="99" y="3089"/>
                  </a:cubicBezTo>
                  <a:lnTo>
                    <a:pt x="1388" y="2594"/>
                  </a:lnTo>
                  <a:lnTo>
                    <a:pt x="4595" y="1357"/>
                  </a:lnTo>
                  <a:lnTo>
                    <a:pt x="7198" y="355"/>
                  </a:lnTo>
                  <a:cubicBezTo>
                    <a:pt x="7155" y="244"/>
                    <a:pt x="7108" y="124"/>
                    <a:pt x="70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
            <p:cNvSpPr/>
            <p:nvPr/>
          </p:nvSpPr>
          <p:spPr>
            <a:xfrm>
              <a:off x="3232993" y="3124132"/>
              <a:ext cx="167062" cy="200117"/>
            </a:xfrm>
            <a:custGeom>
              <a:rect b="b" l="l" r="r" t="t"/>
              <a:pathLst>
                <a:path extrusionOk="0" h="8403" w="7015">
                  <a:moveTo>
                    <a:pt x="1417" y="1"/>
                  </a:moveTo>
                  <a:cubicBezTo>
                    <a:pt x="1334" y="40"/>
                    <a:pt x="1255" y="82"/>
                    <a:pt x="1179" y="131"/>
                  </a:cubicBezTo>
                  <a:cubicBezTo>
                    <a:pt x="847" y="336"/>
                    <a:pt x="566" y="615"/>
                    <a:pt x="364" y="947"/>
                  </a:cubicBezTo>
                  <a:cubicBezTo>
                    <a:pt x="135" y="1320"/>
                    <a:pt x="1" y="1756"/>
                    <a:pt x="1" y="2224"/>
                  </a:cubicBezTo>
                  <a:cubicBezTo>
                    <a:pt x="1" y="3578"/>
                    <a:pt x="1103" y="4680"/>
                    <a:pt x="2456" y="4680"/>
                  </a:cubicBezTo>
                  <a:cubicBezTo>
                    <a:pt x="2712" y="4680"/>
                    <a:pt x="2957" y="4641"/>
                    <a:pt x="3188" y="4568"/>
                  </a:cubicBezTo>
                  <a:cubicBezTo>
                    <a:pt x="3247" y="4701"/>
                    <a:pt x="3342" y="4838"/>
                    <a:pt x="3456" y="4957"/>
                  </a:cubicBezTo>
                  <a:cubicBezTo>
                    <a:pt x="3449" y="4988"/>
                    <a:pt x="3436" y="5022"/>
                    <a:pt x="3425" y="5054"/>
                  </a:cubicBezTo>
                  <a:cubicBezTo>
                    <a:pt x="3504" y="5064"/>
                    <a:pt x="3581" y="5078"/>
                    <a:pt x="3658" y="5098"/>
                  </a:cubicBezTo>
                  <a:cubicBezTo>
                    <a:pt x="3889" y="5158"/>
                    <a:pt x="4109" y="5257"/>
                    <a:pt x="4307" y="5394"/>
                  </a:cubicBezTo>
                  <a:cubicBezTo>
                    <a:pt x="4342" y="5420"/>
                    <a:pt x="4352" y="5471"/>
                    <a:pt x="4326" y="5508"/>
                  </a:cubicBezTo>
                  <a:cubicBezTo>
                    <a:pt x="4310" y="5530"/>
                    <a:pt x="4286" y="5542"/>
                    <a:pt x="4260" y="5542"/>
                  </a:cubicBezTo>
                  <a:cubicBezTo>
                    <a:pt x="4243" y="5542"/>
                    <a:pt x="4227" y="5539"/>
                    <a:pt x="4213" y="5527"/>
                  </a:cubicBezTo>
                  <a:cubicBezTo>
                    <a:pt x="4068" y="5428"/>
                    <a:pt x="3911" y="5352"/>
                    <a:pt x="3748" y="5297"/>
                  </a:cubicBezTo>
                  <a:cubicBezTo>
                    <a:pt x="3626" y="5257"/>
                    <a:pt x="3498" y="5224"/>
                    <a:pt x="3370" y="5210"/>
                  </a:cubicBezTo>
                  <a:cubicBezTo>
                    <a:pt x="3367" y="5210"/>
                    <a:pt x="3362" y="5208"/>
                    <a:pt x="3359" y="5206"/>
                  </a:cubicBezTo>
                  <a:cubicBezTo>
                    <a:pt x="3295" y="5321"/>
                    <a:pt x="3208" y="5445"/>
                    <a:pt x="3101" y="5574"/>
                  </a:cubicBezTo>
                  <a:cubicBezTo>
                    <a:pt x="3385" y="5623"/>
                    <a:pt x="3655" y="5740"/>
                    <a:pt x="3885" y="5915"/>
                  </a:cubicBezTo>
                  <a:cubicBezTo>
                    <a:pt x="3921" y="5944"/>
                    <a:pt x="3927" y="5994"/>
                    <a:pt x="3898" y="6028"/>
                  </a:cubicBezTo>
                  <a:cubicBezTo>
                    <a:pt x="3882" y="6049"/>
                    <a:pt x="3858" y="6060"/>
                    <a:pt x="3833" y="6060"/>
                  </a:cubicBezTo>
                  <a:cubicBezTo>
                    <a:pt x="3816" y="6060"/>
                    <a:pt x="3799" y="6056"/>
                    <a:pt x="3783" y="6044"/>
                  </a:cubicBezTo>
                  <a:cubicBezTo>
                    <a:pt x="3558" y="5872"/>
                    <a:pt x="3294" y="5764"/>
                    <a:pt x="3013" y="5725"/>
                  </a:cubicBezTo>
                  <a:cubicBezTo>
                    <a:pt x="3002" y="5723"/>
                    <a:pt x="2991" y="5718"/>
                    <a:pt x="2981" y="5712"/>
                  </a:cubicBezTo>
                  <a:cubicBezTo>
                    <a:pt x="2889" y="5817"/>
                    <a:pt x="2785" y="5926"/>
                    <a:pt x="2675" y="6031"/>
                  </a:cubicBezTo>
                  <a:cubicBezTo>
                    <a:pt x="2910" y="6124"/>
                    <a:pt x="3135" y="6237"/>
                    <a:pt x="3346" y="6375"/>
                  </a:cubicBezTo>
                  <a:cubicBezTo>
                    <a:pt x="3385" y="6399"/>
                    <a:pt x="3394" y="6449"/>
                    <a:pt x="3370" y="6488"/>
                  </a:cubicBezTo>
                  <a:cubicBezTo>
                    <a:pt x="3360" y="6506"/>
                    <a:pt x="3336" y="6521"/>
                    <a:pt x="3307" y="6521"/>
                  </a:cubicBezTo>
                  <a:cubicBezTo>
                    <a:pt x="3291" y="6521"/>
                    <a:pt x="3278" y="6517"/>
                    <a:pt x="3263" y="6509"/>
                  </a:cubicBezTo>
                  <a:cubicBezTo>
                    <a:pt x="3051" y="6372"/>
                    <a:pt x="2819" y="6253"/>
                    <a:pt x="2579" y="6163"/>
                  </a:cubicBezTo>
                  <a:cubicBezTo>
                    <a:pt x="2573" y="6158"/>
                    <a:pt x="2565" y="6154"/>
                    <a:pt x="2558" y="6148"/>
                  </a:cubicBezTo>
                  <a:cubicBezTo>
                    <a:pt x="2064" y="6616"/>
                    <a:pt x="1490" y="7064"/>
                    <a:pt x="1180" y="7300"/>
                  </a:cubicBezTo>
                  <a:cubicBezTo>
                    <a:pt x="746" y="7631"/>
                    <a:pt x="510" y="7963"/>
                    <a:pt x="521" y="8402"/>
                  </a:cubicBezTo>
                  <a:lnTo>
                    <a:pt x="4457" y="6885"/>
                  </a:lnTo>
                  <a:lnTo>
                    <a:pt x="4913" y="6709"/>
                  </a:lnTo>
                  <a:lnTo>
                    <a:pt x="6031" y="6278"/>
                  </a:lnTo>
                  <a:cubicBezTo>
                    <a:pt x="5892" y="5859"/>
                    <a:pt x="5921" y="5466"/>
                    <a:pt x="6120" y="5127"/>
                  </a:cubicBezTo>
                  <a:cubicBezTo>
                    <a:pt x="6302" y="4825"/>
                    <a:pt x="6618" y="4576"/>
                    <a:pt x="7015" y="4422"/>
                  </a:cubicBezTo>
                  <a:cubicBezTo>
                    <a:pt x="6725" y="3812"/>
                    <a:pt x="6414" y="3335"/>
                    <a:pt x="6117" y="3335"/>
                  </a:cubicBezTo>
                  <a:cubicBezTo>
                    <a:pt x="6083" y="3335"/>
                    <a:pt x="6050" y="3341"/>
                    <a:pt x="6016" y="3354"/>
                  </a:cubicBezTo>
                  <a:cubicBezTo>
                    <a:pt x="5791" y="3441"/>
                    <a:pt x="5955" y="3774"/>
                    <a:pt x="5963" y="4101"/>
                  </a:cubicBezTo>
                  <a:cubicBezTo>
                    <a:pt x="5969" y="4333"/>
                    <a:pt x="5897" y="4560"/>
                    <a:pt x="5550" y="4693"/>
                  </a:cubicBezTo>
                  <a:cubicBezTo>
                    <a:pt x="5459" y="4728"/>
                    <a:pt x="5369" y="4742"/>
                    <a:pt x="5283" y="4742"/>
                  </a:cubicBezTo>
                  <a:cubicBezTo>
                    <a:pt x="4967" y="4742"/>
                    <a:pt x="4702" y="4545"/>
                    <a:pt x="4636" y="4461"/>
                  </a:cubicBezTo>
                  <a:cubicBezTo>
                    <a:pt x="4579" y="4388"/>
                    <a:pt x="4417" y="4164"/>
                    <a:pt x="4117" y="4027"/>
                  </a:cubicBezTo>
                  <a:cubicBezTo>
                    <a:pt x="3994" y="3970"/>
                    <a:pt x="3846" y="3931"/>
                    <a:pt x="3671" y="3923"/>
                  </a:cubicBezTo>
                  <a:cubicBezTo>
                    <a:pt x="3649" y="3921"/>
                    <a:pt x="3629" y="3920"/>
                    <a:pt x="3607" y="3920"/>
                  </a:cubicBezTo>
                  <a:cubicBezTo>
                    <a:pt x="3595" y="3920"/>
                    <a:pt x="3587" y="3918"/>
                    <a:pt x="3574" y="3918"/>
                  </a:cubicBezTo>
                  <a:cubicBezTo>
                    <a:pt x="3388" y="3921"/>
                    <a:pt x="3268" y="3976"/>
                    <a:pt x="3198" y="4057"/>
                  </a:cubicBezTo>
                  <a:lnTo>
                    <a:pt x="3072" y="3774"/>
                  </a:lnTo>
                  <a:cubicBezTo>
                    <a:pt x="2882" y="3848"/>
                    <a:pt x="2675" y="3890"/>
                    <a:pt x="2458" y="3890"/>
                  </a:cubicBezTo>
                  <a:cubicBezTo>
                    <a:pt x="1539" y="3890"/>
                    <a:pt x="788" y="3142"/>
                    <a:pt x="788" y="2221"/>
                  </a:cubicBezTo>
                  <a:cubicBezTo>
                    <a:pt x="788" y="1973"/>
                    <a:pt x="845" y="1735"/>
                    <a:pt x="942" y="1524"/>
                  </a:cubicBezTo>
                  <a:cubicBezTo>
                    <a:pt x="1116" y="1152"/>
                    <a:pt x="1419" y="855"/>
                    <a:pt x="1796" y="690"/>
                  </a:cubicBezTo>
                  <a:cubicBezTo>
                    <a:pt x="1767" y="638"/>
                    <a:pt x="1740" y="584"/>
                    <a:pt x="1709" y="532"/>
                  </a:cubicBezTo>
                  <a:cubicBezTo>
                    <a:pt x="1613" y="357"/>
                    <a:pt x="1516" y="179"/>
                    <a:pt x="1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
            <p:cNvSpPr/>
            <p:nvPr/>
          </p:nvSpPr>
          <p:spPr>
            <a:xfrm>
              <a:off x="3377312" y="3232871"/>
              <a:ext cx="35341" cy="39271"/>
            </a:xfrm>
            <a:custGeom>
              <a:rect b="b" l="l" r="r" t="t"/>
              <a:pathLst>
                <a:path extrusionOk="0" h="1649" w="1484">
                  <a:moveTo>
                    <a:pt x="1023" y="0"/>
                  </a:moveTo>
                  <a:cubicBezTo>
                    <a:pt x="1021" y="0"/>
                    <a:pt x="1021" y="2"/>
                    <a:pt x="1020" y="2"/>
                  </a:cubicBezTo>
                  <a:cubicBezTo>
                    <a:pt x="655" y="146"/>
                    <a:pt x="365" y="371"/>
                    <a:pt x="203" y="642"/>
                  </a:cubicBezTo>
                  <a:cubicBezTo>
                    <a:pt x="25" y="939"/>
                    <a:pt x="0" y="1279"/>
                    <a:pt x="123" y="1648"/>
                  </a:cubicBezTo>
                  <a:lnTo>
                    <a:pt x="1483" y="1125"/>
                  </a:lnTo>
                  <a:cubicBezTo>
                    <a:pt x="1344" y="757"/>
                    <a:pt x="1188" y="363"/>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
            <p:cNvSpPr/>
            <p:nvPr/>
          </p:nvSpPr>
          <p:spPr>
            <a:xfrm>
              <a:off x="2971171" y="2135476"/>
              <a:ext cx="60371" cy="57656"/>
            </a:xfrm>
            <a:custGeom>
              <a:rect b="b" l="l" r="r" t="t"/>
              <a:pathLst>
                <a:path extrusionOk="0" h="2421" w="2535">
                  <a:moveTo>
                    <a:pt x="0" y="1"/>
                  </a:moveTo>
                  <a:cubicBezTo>
                    <a:pt x="1" y="1"/>
                    <a:pt x="2" y="1"/>
                    <a:pt x="3" y="1"/>
                  </a:cubicBezTo>
                  <a:lnTo>
                    <a:pt x="3" y="1"/>
                  </a:lnTo>
                  <a:cubicBezTo>
                    <a:pt x="2" y="1"/>
                    <a:pt x="1" y="1"/>
                    <a:pt x="0" y="1"/>
                  </a:cubicBezTo>
                  <a:close/>
                  <a:moveTo>
                    <a:pt x="3" y="1"/>
                  </a:moveTo>
                  <a:lnTo>
                    <a:pt x="3" y="1"/>
                  </a:lnTo>
                  <a:cubicBezTo>
                    <a:pt x="4" y="3"/>
                    <a:pt x="6" y="4"/>
                    <a:pt x="7" y="6"/>
                  </a:cubicBezTo>
                  <a:cubicBezTo>
                    <a:pt x="44" y="25"/>
                    <a:pt x="80" y="48"/>
                    <a:pt x="120" y="72"/>
                  </a:cubicBezTo>
                  <a:cubicBezTo>
                    <a:pt x="752" y="463"/>
                    <a:pt x="1751" y="1320"/>
                    <a:pt x="2186" y="2253"/>
                  </a:cubicBezTo>
                  <a:lnTo>
                    <a:pt x="2188" y="2255"/>
                  </a:lnTo>
                  <a:cubicBezTo>
                    <a:pt x="2264" y="2294"/>
                    <a:pt x="2339" y="2328"/>
                    <a:pt x="2413" y="2364"/>
                  </a:cubicBezTo>
                  <a:cubicBezTo>
                    <a:pt x="2454" y="2381"/>
                    <a:pt x="2493" y="2404"/>
                    <a:pt x="2533" y="2420"/>
                  </a:cubicBezTo>
                  <a:lnTo>
                    <a:pt x="2535" y="2420"/>
                  </a:lnTo>
                  <a:cubicBezTo>
                    <a:pt x="2457" y="2132"/>
                    <a:pt x="2331" y="1860"/>
                    <a:pt x="2169" y="1605"/>
                  </a:cubicBezTo>
                  <a:cubicBezTo>
                    <a:pt x="1934" y="1237"/>
                    <a:pt x="1624" y="913"/>
                    <a:pt x="1268" y="646"/>
                  </a:cubicBezTo>
                  <a:cubicBezTo>
                    <a:pt x="969" y="422"/>
                    <a:pt x="644" y="242"/>
                    <a:pt x="305" y="109"/>
                  </a:cubicBezTo>
                  <a:cubicBezTo>
                    <a:pt x="204" y="69"/>
                    <a:pt x="106" y="32"/>
                    <a:pt x="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
            <p:cNvSpPr/>
            <p:nvPr/>
          </p:nvSpPr>
          <p:spPr>
            <a:xfrm>
              <a:off x="2933853" y="2161839"/>
              <a:ext cx="51202" cy="48916"/>
            </a:xfrm>
            <a:custGeom>
              <a:rect b="b" l="l" r="r" t="t"/>
              <a:pathLst>
                <a:path extrusionOk="0" h="2054" w="2150">
                  <a:moveTo>
                    <a:pt x="0" y="1"/>
                  </a:moveTo>
                  <a:lnTo>
                    <a:pt x="0" y="1"/>
                  </a:lnTo>
                  <a:cubicBezTo>
                    <a:pt x="1" y="1"/>
                    <a:pt x="3" y="1"/>
                    <a:pt x="4" y="2"/>
                  </a:cubicBezTo>
                  <a:lnTo>
                    <a:pt x="4" y="2"/>
                  </a:lnTo>
                  <a:cubicBezTo>
                    <a:pt x="3" y="1"/>
                    <a:pt x="1" y="1"/>
                    <a:pt x="0" y="1"/>
                  </a:cubicBezTo>
                  <a:close/>
                  <a:moveTo>
                    <a:pt x="4" y="2"/>
                  </a:moveTo>
                  <a:lnTo>
                    <a:pt x="4" y="2"/>
                  </a:lnTo>
                  <a:cubicBezTo>
                    <a:pt x="4" y="2"/>
                    <a:pt x="5" y="2"/>
                    <a:pt x="5" y="2"/>
                  </a:cubicBezTo>
                  <a:cubicBezTo>
                    <a:pt x="532" y="302"/>
                    <a:pt x="1463" y="1072"/>
                    <a:pt x="1854" y="1913"/>
                  </a:cubicBezTo>
                  <a:lnTo>
                    <a:pt x="1856" y="1915"/>
                  </a:lnTo>
                  <a:cubicBezTo>
                    <a:pt x="1919" y="1947"/>
                    <a:pt x="1984" y="1978"/>
                    <a:pt x="2047" y="2005"/>
                  </a:cubicBezTo>
                  <a:cubicBezTo>
                    <a:pt x="2081" y="2022"/>
                    <a:pt x="2113" y="2039"/>
                    <a:pt x="2147" y="2054"/>
                  </a:cubicBezTo>
                  <a:lnTo>
                    <a:pt x="2149" y="2054"/>
                  </a:lnTo>
                  <a:cubicBezTo>
                    <a:pt x="2083" y="1809"/>
                    <a:pt x="1976" y="1576"/>
                    <a:pt x="1836" y="1362"/>
                  </a:cubicBezTo>
                  <a:cubicBezTo>
                    <a:pt x="1639" y="1054"/>
                    <a:pt x="1378" y="780"/>
                    <a:pt x="1079" y="553"/>
                  </a:cubicBezTo>
                  <a:cubicBezTo>
                    <a:pt x="755" y="308"/>
                    <a:pt x="385" y="115"/>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
            <p:cNvSpPr/>
            <p:nvPr/>
          </p:nvSpPr>
          <p:spPr>
            <a:xfrm>
              <a:off x="2900726" y="2191203"/>
              <a:ext cx="40867" cy="39057"/>
            </a:xfrm>
            <a:custGeom>
              <a:rect b="b" l="l" r="r" t="t"/>
              <a:pathLst>
                <a:path extrusionOk="0" h="1640" w="1716">
                  <a:moveTo>
                    <a:pt x="1" y="1"/>
                  </a:moveTo>
                  <a:lnTo>
                    <a:pt x="1" y="1"/>
                  </a:lnTo>
                  <a:cubicBezTo>
                    <a:pt x="2" y="1"/>
                    <a:pt x="3" y="2"/>
                    <a:pt x="4" y="2"/>
                  </a:cubicBezTo>
                  <a:lnTo>
                    <a:pt x="4" y="2"/>
                  </a:lnTo>
                  <a:cubicBezTo>
                    <a:pt x="3" y="1"/>
                    <a:pt x="2" y="1"/>
                    <a:pt x="1" y="1"/>
                  </a:cubicBezTo>
                  <a:close/>
                  <a:moveTo>
                    <a:pt x="4" y="2"/>
                  </a:moveTo>
                  <a:cubicBezTo>
                    <a:pt x="4" y="2"/>
                    <a:pt x="5" y="3"/>
                    <a:pt x="5" y="3"/>
                  </a:cubicBezTo>
                  <a:cubicBezTo>
                    <a:pt x="425" y="242"/>
                    <a:pt x="1169" y="857"/>
                    <a:pt x="1480" y="1526"/>
                  </a:cubicBezTo>
                  <a:lnTo>
                    <a:pt x="1480" y="1529"/>
                  </a:lnTo>
                  <a:cubicBezTo>
                    <a:pt x="1530" y="1555"/>
                    <a:pt x="1581" y="1578"/>
                    <a:pt x="1633" y="1602"/>
                  </a:cubicBezTo>
                  <a:cubicBezTo>
                    <a:pt x="1658" y="1613"/>
                    <a:pt x="1684" y="1628"/>
                    <a:pt x="1714" y="1639"/>
                  </a:cubicBezTo>
                  <a:lnTo>
                    <a:pt x="1715" y="1639"/>
                  </a:lnTo>
                  <a:cubicBezTo>
                    <a:pt x="1660" y="1443"/>
                    <a:pt x="1576" y="1259"/>
                    <a:pt x="1466" y="1087"/>
                  </a:cubicBezTo>
                  <a:cubicBezTo>
                    <a:pt x="1307" y="837"/>
                    <a:pt x="1091" y="615"/>
                    <a:pt x="847" y="430"/>
                  </a:cubicBezTo>
                  <a:cubicBezTo>
                    <a:pt x="591" y="241"/>
                    <a:pt x="304" y="93"/>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
            <p:cNvSpPr/>
            <p:nvPr/>
          </p:nvSpPr>
          <p:spPr>
            <a:xfrm>
              <a:off x="2905941" y="2148574"/>
              <a:ext cx="1834" cy="1905"/>
            </a:xfrm>
            <a:custGeom>
              <a:rect b="b" l="l" r="r" t="t"/>
              <a:pathLst>
                <a:path extrusionOk="0" h="80" w="77">
                  <a:moveTo>
                    <a:pt x="76" y="0"/>
                  </a:moveTo>
                  <a:cubicBezTo>
                    <a:pt x="71" y="4"/>
                    <a:pt x="67" y="9"/>
                    <a:pt x="63" y="14"/>
                  </a:cubicBezTo>
                  <a:lnTo>
                    <a:pt x="63" y="14"/>
                  </a:lnTo>
                  <a:lnTo>
                    <a:pt x="76" y="0"/>
                  </a:lnTo>
                  <a:close/>
                  <a:moveTo>
                    <a:pt x="63" y="14"/>
                  </a:moveTo>
                  <a:lnTo>
                    <a:pt x="46" y="31"/>
                  </a:lnTo>
                  <a:cubicBezTo>
                    <a:pt x="30" y="47"/>
                    <a:pt x="15" y="63"/>
                    <a:pt x="0" y="79"/>
                  </a:cubicBezTo>
                  <a:cubicBezTo>
                    <a:pt x="20" y="62"/>
                    <a:pt x="38" y="41"/>
                    <a:pt x="55" y="23"/>
                  </a:cubicBezTo>
                  <a:cubicBezTo>
                    <a:pt x="58" y="20"/>
                    <a:pt x="60" y="17"/>
                    <a:pt x="63" y="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
            <p:cNvSpPr/>
            <p:nvPr/>
          </p:nvSpPr>
          <p:spPr>
            <a:xfrm>
              <a:off x="2937806" y="2123973"/>
              <a:ext cx="1548" cy="929"/>
            </a:xfrm>
            <a:custGeom>
              <a:rect b="b" l="l" r="r" t="t"/>
              <a:pathLst>
                <a:path extrusionOk="0" h="39" w="65">
                  <a:moveTo>
                    <a:pt x="64" y="1"/>
                  </a:moveTo>
                  <a:cubicBezTo>
                    <a:pt x="58" y="4"/>
                    <a:pt x="50" y="10"/>
                    <a:pt x="38" y="14"/>
                  </a:cubicBezTo>
                  <a:cubicBezTo>
                    <a:pt x="27" y="22"/>
                    <a:pt x="12" y="30"/>
                    <a:pt x="1" y="38"/>
                  </a:cubicBezTo>
                  <a:cubicBezTo>
                    <a:pt x="14" y="30"/>
                    <a:pt x="30" y="20"/>
                    <a:pt x="45" y="12"/>
                  </a:cubicBezTo>
                  <a:cubicBezTo>
                    <a:pt x="51" y="9"/>
                    <a:pt x="59" y="4"/>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
            <p:cNvSpPr/>
            <p:nvPr/>
          </p:nvSpPr>
          <p:spPr>
            <a:xfrm>
              <a:off x="2913110" y="2141191"/>
              <a:ext cx="2453" cy="2191"/>
            </a:xfrm>
            <a:custGeom>
              <a:rect b="b" l="l" r="r" t="t"/>
              <a:pathLst>
                <a:path extrusionOk="0" h="92" w="103">
                  <a:moveTo>
                    <a:pt x="103" y="1"/>
                  </a:moveTo>
                  <a:cubicBezTo>
                    <a:pt x="95" y="8"/>
                    <a:pt x="87" y="15"/>
                    <a:pt x="79" y="22"/>
                  </a:cubicBezTo>
                  <a:lnTo>
                    <a:pt x="79" y="22"/>
                  </a:lnTo>
                  <a:cubicBezTo>
                    <a:pt x="86" y="16"/>
                    <a:pt x="95" y="8"/>
                    <a:pt x="103" y="1"/>
                  </a:cubicBezTo>
                  <a:close/>
                  <a:moveTo>
                    <a:pt x="79" y="22"/>
                  </a:moveTo>
                  <a:lnTo>
                    <a:pt x="79" y="22"/>
                  </a:lnTo>
                  <a:cubicBezTo>
                    <a:pt x="78" y="22"/>
                    <a:pt x="78" y="23"/>
                    <a:pt x="77" y="23"/>
                  </a:cubicBezTo>
                  <a:cubicBezTo>
                    <a:pt x="51" y="44"/>
                    <a:pt x="27" y="67"/>
                    <a:pt x="1" y="91"/>
                  </a:cubicBezTo>
                  <a:cubicBezTo>
                    <a:pt x="17" y="77"/>
                    <a:pt x="33" y="64"/>
                    <a:pt x="49" y="48"/>
                  </a:cubicBezTo>
                  <a:cubicBezTo>
                    <a:pt x="59" y="39"/>
                    <a:pt x="69" y="30"/>
                    <a:pt x="79" y="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
            <p:cNvSpPr/>
            <p:nvPr/>
          </p:nvSpPr>
          <p:spPr>
            <a:xfrm>
              <a:off x="2876149" y="2190988"/>
              <a:ext cx="143" cy="214"/>
            </a:xfrm>
            <a:custGeom>
              <a:rect b="b" l="l" r="r" t="t"/>
              <a:pathLst>
                <a:path extrusionOk="0" h="9" w="6">
                  <a:moveTo>
                    <a:pt x="5" y="0"/>
                  </a:moveTo>
                  <a:cubicBezTo>
                    <a:pt x="2" y="2"/>
                    <a:pt x="2" y="3"/>
                    <a:pt x="0" y="8"/>
                  </a:cubicBezTo>
                  <a:cubicBezTo>
                    <a:pt x="2" y="3"/>
                    <a:pt x="5" y="2"/>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
            <p:cNvSpPr/>
            <p:nvPr/>
          </p:nvSpPr>
          <p:spPr>
            <a:xfrm>
              <a:off x="2889771" y="2167316"/>
              <a:ext cx="1667" cy="2262"/>
            </a:xfrm>
            <a:custGeom>
              <a:rect b="b" l="l" r="r" t="t"/>
              <a:pathLst>
                <a:path extrusionOk="0" h="95" w="70">
                  <a:moveTo>
                    <a:pt x="70" y="1"/>
                  </a:moveTo>
                  <a:lnTo>
                    <a:pt x="70" y="1"/>
                  </a:lnTo>
                  <a:cubicBezTo>
                    <a:pt x="69" y="2"/>
                    <a:pt x="68" y="4"/>
                    <a:pt x="67" y="6"/>
                  </a:cubicBezTo>
                  <a:lnTo>
                    <a:pt x="67" y="6"/>
                  </a:lnTo>
                  <a:cubicBezTo>
                    <a:pt x="68" y="4"/>
                    <a:pt x="69" y="2"/>
                    <a:pt x="70" y="1"/>
                  </a:cubicBezTo>
                  <a:close/>
                  <a:moveTo>
                    <a:pt x="67" y="6"/>
                  </a:moveTo>
                  <a:cubicBezTo>
                    <a:pt x="58" y="18"/>
                    <a:pt x="48" y="30"/>
                    <a:pt x="38" y="41"/>
                  </a:cubicBezTo>
                  <a:cubicBezTo>
                    <a:pt x="29" y="57"/>
                    <a:pt x="17" y="69"/>
                    <a:pt x="8" y="83"/>
                  </a:cubicBezTo>
                  <a:lnTo>
                    <a:pt x="8" y="83"/>
                  </a:lnTo>
                  <a:cubicBezTo>
                    <a:pt x="28" y="59"/>
                    <a:pt x="48" y="32"/>
                    <a:pt x="67" y="6"/>
                  </a:cubicBezTo>
                  <a:close/>
                  <a:moveTo>
                    <a:pt x="8" y="83"/>
                  </a:moveTo>
                  <a:cubicBezTo>
                    <a:pt x="6" y="86"/>
                    <a:pt x="4" y="88"/>
                    <a:pt x="2" y="90"/>
                  </a:cubicBezTo>
                  <a:cubicBezTo>
                    <a:pt x="2" y="93"/>
                    <a:pt x="0" y="93"/>
                    <a:pt x="0" y="95"/>
                  </a:cubicBezTo>
                  <a:cubicBezTo>
                    <a:pt x="3" y="91"/>
                    <a:pt x="5" y="87"/>
                    <a:pt x="8" y="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
            <p:cNvSpPr/>
            <p:nvPr/>
          </p:nvSpPr>
          <p:spPr>
            <a:xfrm>
              <a:off x="2924803" y="2131594"/>
              <a:ext cx="2691" cy="1977"/>
            </a:xfrm>
            <a:custGeom>
              <a:rect b="b" l="l" r="r" t="t"/>
              <a:pathLst>
                <a:path extrusionOk="0" h="83" w="113">
                  <a:moveTo>
                    <a:pt x="113" y="0"/>
                  </a:moveTo>
                  <a:cubicBezTo>
                    <a:pt x="110" y="2"/>
                    <a:pt x="108" y="3"/>
                    <a:pt x="106" y="5"/>
                  </a:cubicBezTo>
                  <a:lnTo>
                    <a:pt x="106" y="5"/>
                  </a:lnTo>
                  <a:cubicBezTo>
                    <a:pt x="108" y="3"/>
                    <a:pt x="110" y="2"/>
                    <a:pt x="113" y="0"/>
                  </a:cubicBezTo>
                  <a:close/>
                  <a:moveTo>
                    <a:pt x="106" y="5"/>
                  </a:moveTo>
                  <a:cubicBezTo>
                    <a:pt x="100" y="8"/>
                    <a:pt x="95" y="11"/>
                    <a:pt x="90" y="16"/>
                  </a:cubicBezTo>
                  <a:cubicBezTo>
                    <a:pt x="89" y="17"/>
                    <a:pt x="89" y="17"/>
                    <a:pt x="88" y="17"/>
                  </a:cubicBezTo>
                  <a:lnTo>
                    <a:pt x="88" y="17"/>
                  </a:lnTo>
                  <a:cubicBezTo>
                    <a:pt x="94" y="13"/>
                    <a:pt x="100" y="9"/>
                    <a:pt x="106" y="5"/>
                  </a:cubicBezTo>
                  <a:close/>
                  <a:moveTo>
                    <a:pt x="88" y="17"/>
                  </a:moveTo>
                  <a:cubicBezTo>
                    <a:pt x="62" y="36"/>
                    <a:pt x="36" y="56"/>
                    <a:pt x="12" y="75"/>
                  </a:cubicBezTo>
                  <a:cubicBezTo>
                    <a:pt x="11" y="75"/>
                    <a:pt x="10" y="76"/>
                    <a:pt x="9" y="77"/>
                  </a:cubicBezTo>
                  <a:lnTo>
                    <a:pt x="9" y="77"/>
                  </a:lnTo>
                  <a:cubicBezTo>
                    <a:pt x="36" y="58"/>
                    <a:pt x="62" y="38"/>
                    <a:pt x="88" y="17"/>
                  </a:cubicBezTo>
                  <a:close/>
                  <a:moveTo>
                    <a:pt x="9" y="77"/>
                  </a:moveTo>
                  <a:cubicBezTo>
                    <a:pt x="6" y="79"/>
                    <a:pt x="4" y="81"/>
                    <a:pt x="1" y="83"/>
                  </a:cubicBezTo>
                  <a:cubicBezTo>
                    <a:pt x="4" y="81"/>
                    <a:pt x="6" y="79"/>
                    <a:pt x="9" y="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
            <p:cNvSpPr/>
            <p:nvPr/>
          </p:nvSpPr>
          <p:spPr>
            <a:xfrm>
              <a:off x="2894772" y="2160648"/>
              <a:ext cx="2048" cy="2453"/>
            </a:xfrm>
            <a:custGeom>
              <a:rect b="b" l="l" r="r" t="t"/>
              <a:pathLst>
                <a:path extrusionOk="0" h="103" w="86">
                  <a:moveTo>
                    <a:pt x="85" y="0"/>
                  </a:moveTo>
                  <a:cubicBezTo>
                    <a:pt x="74" y="13"/>
                    <a:pt x="59" y="28"/>
                    <a:pt x="48" y="42"/>
                  </a:cubicBezTo>
                  <a:cubicBezTo>
                    <a:pt x="41" y="52"/>
                    <a:pt x="35" y="60"/>
                    <a:pt x="27" y="70"/>
                  </a:cubicBezTo>
                  <a:cubicBezTo>
                    <a:pt x="25" y="73"/>
                    <a:pt x="23" y="75"/>
                    <a:pt x="21" y="78"/>
                  </a:cubicBezTo>
                  <a:lnTo>
                    <a:pt x="21" y="78"/>
                  </a:lnTo>
                  <a:lnTo>
                    <a:pt x="85" y="0"/>
                  </a:lnTo>
                  <a:close/>
                  <a:moveTo>
                    <a:pt x="21" y="78"/>
                  </a:moveTo>
                  <a:lnTo>
                    <a:pt x="1" y="102"/>
                  </a:lnTo>
                  <a:cubicBezTo>
                    <a:pt x="8" y="95"/>
                    <a:pt x="15" y="86"/>
                    <a:pt x="21" y="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
            <p:cNvSpPr/>
            <p:nvPr/>
          </p:nvSpPr>
          <p:spPr>
            <a:xfrm>
              <a:off x="2885056" y="2175199"/>
              <a:ext cx="762" cy="1024"/>
            </a:xfrm>
            <a:custGeom>
              <a:rect b="b" l="l" r="r" t="t"/>
              <a:pathLst>
                <a:path extrusionOk="0" h="43" w="32">
                  <a:moveTo>
                    <a:pt x="31" y="0"/>
                  </a:moveTo>
                  <a:cubicBezTo>
                    <a:pt x="30" y="2"/>
                    <a:pt x="26" y="7"/>
                    <a:pt x="25" y="8"/>
                  </a:cubicBezTo>
                  <a:cubicBezTo>
                    <a:pt x="21" y="15"/>
                    <a:pt x="17" y="20"/>
                    <a:pt x="13" y="26"/>
                  </a:cubicBezTo>
                  <a:lnTo>
                    <a:pt x="13" y="26"/>
                  </a:lnTo>
                  <a:cubicBezTo>
                    <a:pt x="16" y="22"/>
                    <a:pt x="19" y="18"/>
                    <a:pt x="22" y="15"/>
                  </a:cubicBezTo>
                  <a:cubicBezTo>
                    <a:pt x="25" y="8"/>
                    <a:pt x="30" y="5"/>
                    <a:pt x="31" y="0"/>
                  </a:cubicBezTo>
                  <a:close/>
                  <a:moveTo>
                    <a:pt x="13" y="26"/>
                  </a:moveTo>
                  <a:lnTo>
                    <a:pt x="13" y="26"/>
                  </a:lnTo>
                  <a:cubicBezTo>
                    <a:pt x="9" y="31"/>
                    <a:pt x="4" y="37"/>
                    <a:pt x="1" y="42"/>
                  </a:cubicBezTo>
                  <a:cubicBezTo>
                    <a:pt x="5" y="37"/>
                    <a:pt x="9" y="31"/>
                    <a:pt x="13" y="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
            <p:cNvSpPr/>
            <p:nvPr/>
          </p:nvSpPr>
          <p:spPr>
            <a:xfrm>
              <a:off x="2900059" y="2154385"/>
              <a:ext cx="2191" cy="2501"/>
            </a:xfrm>
            <a:custGeom>
              <a:rect b="b" l="l" r="r" t="t"/>
              <a:pathLst>
                <a:path extrusionOk="0" h="105" w="92">
                  <a:moveTo>
                    <a:pt x="92" y="1"/>
                  </a:moveTo>
                  <a:lnTo>
                    <a:pt x="92" y="1"/>
                  </a:lnTo>
                  <a:cubicBezTo>
                    <a:pt x="87" y="6"/>
                    <a:pt x="82" y="9"/>
                    <a:pt x="79" y="15"/>
                  </a:cubicBezTo>
                  <a:cubicBezTo>
                    <a:pt x="72" y="22"/>
                    <a:pt x="66" y="28"/>
                    <a:pt x="63" y="33"/>
                  </a:cubicBezTo>
                  <a:cubicBezTo>
                    <a:pt x="42" y="56"/>
                    <a:pt x="22" y="80"/>
                    <a:pt x="1" y="105"/>
                  </a:cubicBezTo>
                  <a:lnTo>
                    <a:pt x="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
            <p:cNvSpPr/>
            <p:nvPr/>
          </p:nvSpPr>
          <p:spPr>
            <a:xfrm>
              <a:off x="2918944" y="2136071"/>
              <a:ext cx="2691" cy="2215"/>
            </a:xfrm>
            <a:custGeom>
              <a:rect b="b" l="l" r="r" t="t"/>
              <a:pathLst>
                <a:path extrusionOk="0" h="93" w="113">
                  <a:moveTo>
                    <a:pt x="112" y="0"/>
                  </a:moveTo>
                  <a:cubicBezTo>
                    <a:pt x="111" y="1"/>
                    <a:pt x="109" y="2"/>
                    <a:pt x="108" y="4"/>
                  </a:cubicBezTo>
                  <a:lnTo>
                    <a:pt x="108" y="4"/>
                  </a:lnTo>
                  <a:cubicBezTo>
                    <a:pt x="109" y="2"/>
                    <a:pt x="111" y="1"/>
                    <a:pt x="112" y="0"/>
                  </a:cubicBezTo>
                  <a:close/>
                  <a:moveTo>
                    <a:pt x="108" y="4"/>
                  </a:moveTo>
                  <a:lnTo>
                    <a:pt x="108" y="4"/>
                  </a:lnTo>
                  <a:cubicBezTo>
                    <a:pt x="100" y="9"/>
                    <a:pt x="91" y="16"/>
                    <a:pt x="85" y="21"/>
                  </a:cubicBezTo>
                  <a:cubicBezTo>
                    <a:pt x="57" y="45"/>
                    <a:pt x="28" y="68"/>
                    <a:pt x="0" y="92"/>
                  </a:cubicBezTo>
                  <a:lnTo>
                    <a:pt x="31" y="68"/>
                  </a:lnTo>
                  <a:cubicBezTo>
                    <a:pt x="56" y="47"/>
                    <a:pt x="80" y="25"/>
                    <a:pt x="108"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
            <p:cNvSpPr/>
            <p:nvPr/>
          </p:nvSpPr>
          <p:spPr>
            <a:xfrm>
              <a:off x="2930900" y="2127569"/>
              <a:ext cx="2501" cy="1691"/>
            </a:xfrm>
            <a:custGeom>
              <a:rect b="b" l="l" r="r" t="t"/>
              <a:pathLst>
                <a:path extrusionOk="0" h="71" w="105">
                  <a:moveTo>
                    <a:pt x="105" y="0"/>
                  </a:moveTo>
                  <a:lnTo>
                    <a:pt x="105" y="0"/>
                  </a:lnTo>
                  <a:cubicBezTo>
                    <a:pt x="103" y="2"/>
                    <a:pt x="101" y="3"/>
                    <a:pt x="99" y="4"/>
                  </a:cubicBezTo>
                  <a:lnTo>
                    <a:pt x="99" y="4"/>
                  </a:lnTo>
                  <a:cubicBezTo>
                    <a:pt x="101" y="3"/>
                    <a:pt x="103" y="2"/>
                    <a:pt x="105" y="0"/>
                  </a:cubicBezTo>
                  <a:close/>
                  <a:moveTo>
                    <a:pt x="99" y="4"/>
                  </a:moveTo>
                  <a:lnTo>
                    <a:pt x="99" y="4"/>
                  </a:lnTo>
                  <a:cubicBezTo>
                    <a:pt x="95" y="6"/>
                    <a:pt x="90" y="8"/>
                    <a:pt x="85" y="12"/>
                  </a:cubicBezTo>
                  <a:cubicBezTo>
                    <a:pt x="64" y="25"/>
                    <a:pt x="41" y="41"/>
                    <a:pt x="17" y="57"/>
                  </a:cubicBezTo>
                  <a:cubicBezTo>
                    <a:pt x="11" y="62"/>
                    <a:pt x="7" y="65"/>
                    <a:pt x="1" y="70"/>
                  </a:cubicBezTo>
                  <a:cubicBezTo>
                    <a:pt x="33" y="49"/>
                    <a:pt x="66" y="26"/>
                    <a:pt x="99"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
            <p:cNvSpPr/>
            <p:nvPr/>
          </p:nvSpPr>
          <p:spPr>
            <a:xfrm>
              <a:off x="2884984" y="2115209"/>
              <a:ext cx="113598" cy="78542"/>
            </a:xfrm>
            <a:custGeom>
              <a:rect b="b" l="l" r="r" t="t"/>
              <a:pathLst>
                <a:path extrusionOk="0" h="3298" w="4770">
                  <a:moveTo>
                    <a:pt x="3535" y="1"/>
                  </a:moveTo>
                  <a:cubicBezTo>
                    <a:pt x="2418" y="479"/>
                    <a:pt x="1522" y="1220"/>
                    <a:pt x="838" y="2046"/>
                  </a:cubicBezTo>
                  <a:cubicBezTo>
                    <a:pt x="837" y="2048"/>
                    <a:pt x="835" y="2051"/>
                    <a:pt x="833" y="2054"/>
                  </a:cubicBezTo>
                  <a:cubicBezTo>
                    <a:pt x="504" y="2453"/>
                    <a:pt x="227" y="2873"/>
                    <a:pt x="0" y="3297"/>
                  </a:cubicBezTo>
                  <a:cubicBezTo>
                    <a:pt x="610" y="2672"/>
                    <a:pt x="1736" y="1503"/>
                    <a:pt x="3052" y="855"/>
                  </a:cubicBezTo>
                  <a:cubicBezTo>
                    <a:pt x="3601" y="584"/>
                    <a:pt x="4182" y="403"/>
                    <a:pt x="4770" y="390"/>
                  </a:cubicBezTo>
                  <a:cubicBezTo>
                    <a:pt x="4582" y="280"/>
                    <a:pt x="4387" y="187"/>
                    <a:pt x="4186" y="122"/>
                  </a:cubicBezTo>
                  <a:cubicBezTo>
                    <a:pt x="4177" y="119"/>
                    <a:pt x="4167" y="114"/>
                    <a:pt x="4157" y="113"/>
                  </a:cubicBezTo>
                  <a:cubicBezTo>
                    <a:pt x="4063" y="82"/>
                    <a:pt x="3971" y="61"/>
                    <a:pt x="3877" y="41"/>
                  </a:cubicBezTo>
                  <a:cubicBezTo>
                    <a:pt x="3861" y="38"/>
                    <a:pt x="3843" y="37"/>
                    <a:pt x="3827" y="33"/>
                  </a:cubicBezTo>
                  <a:cubicBezTo>
                    <a:pt x="3738" y="20"/>
                    <a:pt x="3647" y="7"/>
                    <a:pt x="3556" y="4"/>
                  </a:cubicBezTo>
                  <a:cubicBezTo>
                    <a:pt x="3550" y="4"/>
                    <a:pt x="3543" y="1"/>
                    <a:pt x="3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
            <p:cNvSpPr/>
            <p:nvPr/>
          </p:nvSpPr>
          <p:spPr>
            <a:xfrm>
              <a:off x="3161238" y="3068333"/>
              <a:ext cx="10645" cy="9812"/>
            </a:xfrm>
            <a:custGeom>
              <a:rect b="b" l="l" r="r" t="t"/>
              <a:pathLst>
                <a:path extrusionOk="0" h="412" w="447">
                  <a:moveTo>
                    <a:pt x="88" y="0"/>
                  </a:moveTo>
                  <a:cubicBezTo>
                    <a:pt x="28" y="65"/>
                    <a:pt x="1" y="161"/>
                    <a:pt x="37" y="252"/>
                  </a:cubicBezTo>
                  <a:cubicBezTo>
                    <a:pt x="72" y="350"/>
                    <a:pt x="166" y="411"/>
                    <a:pt x="266" y="411"/>
                  </a:cubicBezTo>
                  <a:cubicBezTo>
                    <a:pt x="294" y="411"/>
                    <a:pt x="323" y="406"/>
                    <a:pt x="351" y="396"/>
                  </a:cubicBezTo>
                  <a:lnTo>
                    <a:pt x="447" y="360"/>
                  </a:lnTo>
                  <a:lnTo>
                    <a:pt x="8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
            <p:cNvSpPr/>
            <p:nvPr/>
          </p:nvSpPr>
          <p:spPr>
            <a:xfrm>
              <a:off x="3195437" y="3049424"/>
              <a:ext cx="34413" cy="16932"/>
            </a:xfrm>
            <a:custGeom>
              <a:rect b="b" l="l" r="r" t="t"/>
              <a:pathLst>
                <a:path extrusionOk="0" h="711" w="1445">
                  <a:moveTo>
                    <a:pt x="1317" y="0"/>
                  </a:moveTo>
                  <a:lnTo>
                    <a:pt x="1" y="509"/>
                  </a:lnTo>
                  <a:lnTo>
                    <a:pt x="200" y="710"/>
                  </a:lnTo>
                  <a:lnTo>
                    <a:pt x="1445" y="243"/>
                  </a:lnTo>
                  <a:lnTo>
                    <a:pt x="131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
            <p:cNvSpPr/>
            <p:nvPr/>
          </p:nvSpPr>
          <p:spPr>
            <a:xfrm>
              <a:off x="3417369" y="2943233"/>
              <a:ext cx="142128" cy="219455"/>
            </a:xfrm>
            <a:custGeom>
              <a:rect b="b" l="l" r="r" t="t"/>
              <a:pathLst>
                <a:path extrusionOk="0" h="9215" w="5968">
                  <a:moveTo>
                    <a:pt x="5381" y="1"/>
                  </a:moveTo>
                  <a:cubicBezTo>
                    <a:pt x="2282" y="1951"/>
                    <a:pt x="174" y="5334"/>
                    <a:pt x="0" y="9214"/>
                  </a:cubicBezTo>
                  <a:lnTo>
                    <a:pt x="1218" y="9208"/>
                  </a:lnTo>
                  <a:cubicBezTo>
                    <a:pt x="1256" y="8511"/>
                    <a:pt x="1360" y="7829"/>
                    <a:pt x="1532" y="7174"/>
                  </a:cubicBezTo>
                  <a:cubicBezTo>
                    <a:pt x="1616" y="6847"/>
                    <a:pt x="1715" y="6524"/>
                    <a:pt x="1832" y="6210"/>
                  </a:cubicBezTo>
                  <a:cubicBezTo>
                    <a:pt x="1927" y="5945"/>
                    <a:pt x="2039" y="5686"/>
                    <a:pt x="2158" y="5430"/>
                  </a:cubicBezTo>
                  <a:cubicBezTo>
                    <a:pt x="2248" y="5232"/>
                    <a:pt x="2346" y="5035"/>
                    <a:pt x="2449" y="4845"/>
                  </a:cubicBezTo>
                  <a:cubicBezTo>
                    <a:pt x="2529" y="4699"/>
                    <a:pt x="2611" y="4555"/>
                    <a:pt x="2696" y="4414"/>
                  </a:cubicBezTo>
                  <a:cubicBezTo>
                    <a:pt x="2832" y="4189"/>
                    <a:pt x="2979" y="3973"/>
                    <a:pt x="3132" y="3761"/>
                  </a:cubicBezTo>
                  <a:cubicBezTo>
                    <a:pt x="3247" y="3599"/>
                    <a:pt x="3367" y="3442"/>
                    <a:pt x="3490" y="3288"/>
                  </a:cubicBezTo>
                  <a:cubicBezTo>
                    <a:pt x="3720" y="3004"/>
                    <a:pt x="3963" y="2732"/>
                    <a:pt x="4219" y="2472"/>
                  </a:cubicBezTo>
                  <a:cubicBezTo>
                    <a:pt x="4749" y="1944"/>
                    <a:pt x="5336" y="1476"/>
                    <a:pt x="5968" y="1071"/>
                  </a:cubicBezTo>
                  <a:lnTo>
                    <a:pt x="5381"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
            <p:cNvSpPr/>
            <p:nvPr/>
          </p:nvSpPr>
          <p:spPr>
            <a:xfrm>
              <a:off x="3417440" y="2901295"/>
              <a:ext cx="547459" cy="547793"/>
            </a:xfrm>
            <a:custGeom>
              <a:rect b="b" l="l" r="r" t="t"/>
              <a:pathLst>
                <a:path extrusionOk="0" h="23002" w="22988">
                  <a:moveTo>
                    <a:pt x="11486" y="0"/>
                  </a:moveTo>
                  <a:cubicBezTo>
                    <a:pt x="9656" y="0"/>
                    <a:pt x="7924" y="431"/>
                    <a:pt x="6386" y="1196"/>
                  </a:cubicBezTo>
                  <a:lnTo>
                    <a:pt x="6971" y="2264"/>
                  </a:lnTo>
                  <a:cubicBezTo>
                    <a:pt x="8334" y="1597"/>
                    <a:pt x="9869" y="1217"/>
                    <a:pt x="11486" y="1217"/>
                  </a:cubicBezTo>
                  <a:cubicBezTo>
                    <a:pt x="15031" y="1217"/>
                    <a:pt x="18162" y="3020"/>
                    <a:pt x="20011" y="5755"/>
                  </a:cubicBezTo>
                  <a:cubicBezTo>
                    <a:pt x="20196" y="6029"/>
                    <a:pt x="20367" y="6313"/>
                    <a:pt x="20528" y="6604"/>
                  </a:cubicBezTo>
                  <a:cubicBezTo>
                    <a:pt x="20687" y="6896"/>
                    <a:pt x="20832" y="7196"/>
                    <a:pt x="20962" y="7504"/>
                  </a:cubicBezTo>
                  <a:cubicBezTo>
                    <a:pt x="21027" y="7658"/>
                    <a:pt x="21088" y="7813"/>
                    <a:pt x="21145" y="7969"/>
                  </a:cubicBezTo>
                  <a:cubicBezTo>
                    <a:pt x="21262" y="8283"/>
                    <a:pt x="21362" y="8604"/>
                    <a:pt x="21445" y="8933"/>
                  </a:cubicBezTo>
                  <a:cubicBezTo>
                    <a:pt x="21659" y="9753"/>
                    <a:pt x="21769" y="10615"/>
                    <a:pt x="21769" y="11500"/>
                  </a:cubicBezTo>
                  <a:cubicBezTo>
                    <a:pt x="21769" y="17171"/>
                    <a:pt x="17157" y="21783"/>
                    <a:pt x="11486" y="21783"/>
                  </a:cubicBezTo>
                  <a:cubicBezTo>
                    <a:pt x="10956" y="21783"/>
                    <a:pt x="10433" y="21743"/>
                    <a:pt x="9922" y="21663"/>
                  </a:cubicBezTo>
                  <a:cubicBezTo>
                    <a:pt x="9582" y="21611"/>
                    <a:pt x="9248" y="21542"/>
                    <a:pt x="8921" y="21459"/>
                  </a:cubicBezTo>
                  <a:cubicBezTo>
                    <a:pt x="8755" y="21417"/>
                    <a:pt x="8593" y="21370"/>
                    <a:pt x="8431" y="21320"/>
                  </a:cubicBezTo>
                  <a:cubicBezTo>
                    <a:pt x="6339" y="20667"/>
                    <a:pt x="4532" y="19364"/>
                    <a:pt x="3248" y="17649"/>
                  </a:cubicBezTo>
                  <a:cubicBezTo>
                    <a:pt x="3049" y="17385"/>
                    <a:pt x="2864" y="17111"/>
                    <a:pt x="2693" y="16827"/>
                  </a:cubicBezTo>
                  <a:cubicBezTo>
                    <a:pt x="2521" y="16544"/>
                    <a:pt x="2362" y="16252"/>
                    <a:pt x="2216" y="15955"/>
                  </a:cubicBezTo>
                  <a:cubicBezTo>
                    <a:pt x="2074" y="15656"/>
                    <a:pt x="1941" y="15348"/>
                    <a:pt x="1826" y="15033"/>
                  </a:cubicBezTo>
                  <a:cubicBezTo>
                    <a:pt x="1490" y="14118"/>
                    <a:pt x="1283" y="13139"/>
                    <a:pt x="1223" y="12123"/>
                  </a:cubicBezTo>
                  <a:lnTo>
                    <a:pt x="1" y="12128"/>
                  </a:lnTo>
                  <a:cubicBezTo>
                    <a:pt x="326" y="18179"/>
                    <a:pt x="5354" y="23002"/>
                    <a:pt x="11485" y="23002"/>
                  </a:cubicBezTo>
                  <a:cubicBezTo>
                    <a:pt x="17828" y="23002"/>
                    <a:pt x="22986" y="17844"/>
                    <a:pt x="22986" y="11502"/>
                  </a:cubicBezTo>
                  <a:cubicBezTo>
                    <a:pt x="22988" y="5159"/>
                    <a:pt x="17828" y="0"/>
                    <a:pt x="114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
            <p:cNvSpPr/>
            <p:nvPr/>
          </p:nvSpPr>
          <p:spPr>
            <a:xfrm>
              <a:off x="3668545" y="3148804"/>
              <a:ext cx="48821" cy="52822"/>
            </a:xfrm>
            <a:custGeom>
              <a:rect b="b" l="l" r="r" t="t"/>
              <a:pathLst>
                <a:path extrusionOk="0" h="2218" w="2050">
                  <a:moveTo>
                    <a:pt x="941" y="0"/>
                  </a:moveTo>
                  <a:cubicBezTo>
                    <a:pt x="924" y="0"/>
                    <a:pt x="908" y="5"/>
                    <a:pt x="890" y="5"/>
                  </a:cubicBezTo>
                  <a:lnTo>
                    <a:pt x="1344" y="829"/>
                  </a:lnTo>
                  <a:cubicBezTo>
                    <a:pt x="1349" y="837"/>
                    <a:pt x="1351" y="845"/>
                    <a:pt x="1354" y="853"/>
                  </a:cubicBezTo>
                  <a:cubicBezTo>
                    <a:pt x="1365" y="872"/>
                    <a:pt x="1373" y="892"/>
                    <a:pt x="1378" y="913"/>
                  </a:cubicBezTo>
                  <a:cubicBezTo>
                    <a:pt x="1385" y="929"/>
                    <a:pt x="1391" y="947"/>
                    <a:pt x="1394" y="963"/>
                  </a:cubicBezTo>
                  <a:lnTo>
                    <a:pt x="1407" y="1018"/>
                  </a:lnTo>
                  <a:cubicBezTo>
                    <a:pt x="1411" y="1038"/>
                    <a:pt x="1414" y="1059"/>
                    <a:pt x="1414" y="1078"/>
                  </a:cubicBezTo>
                  <a:cubicBezTo>
                    <a:pt x="1414" y="1086"/>
                    <a:pt x="1415" y="1096"/>
                    <a:pt x="1415" y="1104"/>
                  </a:cubicBezTo>
                  <a:cubicBezTo>
                    <a:pt x="1415" y="1112"/>
                    <a:pt x="1414" y="1124"/>
                    <a:pt x="1414" y="1132"/>
                  </a:cubicBezTo>
                  <a:cubicBezTo>
                    <a:pt x="1414" y="1154"/>
                    <a:pt x="1411" y="1172"/>
                    <a:pt x="1409" y="1192"/>
                  </a:cubicBezTo>
                  <a:cubicBezTo>
                    <a:pt x="1407" y="1209"/>
                    <a:pt x="1402" y="1229"/>
                    <a:pt x="1399" y="1247"/>
                  </a:cubicBezTo>
                  <a:cubicBezTo>
                    <a:pt x="1394" y="1265"/>
                    <a:pt x="1388" y="1281"/>
                    <a:pt x="1383" y="1300"/>
                  </a:cubicBezTo>
                  <a:cubicBezTo>
                    <a:pt x="1377" y="1318"/>
                    <a:pt x="1370" y="1336"/>
                    <a:pt x="1362" y="1352"/>
                  </a:cubicBezTo>
                  <a:cubicBezTo>
                    <a:pt x="1354" y="1368"/>
                    <a:pt x="1346" y="1384"/>
                    <a:pt x="1336" y="1401"/>
                  </a:cubicBezTo>
                  <a:cubicBezTo>
                    <a:pt x="1326" y="1417"/>
                    <a:pt x="1318" y="1433"/>
                    <a:pt x="1305" y="1448"/>
                  </a:cubicBezTo>
                  <a:cubicBezTo>
                    <a:pt x="1295" y="1464"/>
                    <a:pt x="1284" y="1478"/>
                    <a:pt x="1270" y="1491"/>
                  </a:cubicBezTo>
                  <a:cubicBezTo>
                    <a:pt x="1257" y="1506"/>
                    <a:pt x="1245" y="1519"/>
                    <a:pt x="1231" y="1532"/>
                  </a:cubicBezTo>
                  <a:cubicBezTo>
                    <a:pt x="1216" y="1545"/>
                    <a:pt x="1203" y="1556"/>
                    <a:pt x="1189" y="1568"/>
                  </a:cubicBezTo>
                  <a:cubicBezTo>
                    <a:pt x="1172" y="1579"/>
                    <a:pt x="1156" y="1592"/>
                    <a:pt x="1138" y="1602"/>
                  </a:cubicBezTo>
                  <a:cubicBezTo>
                    <a:pt x="1130" y="1605"/>
                    <a:pt x="1124" y="1611"/>
                    <a:pt x="1116" y="1615"/>
                  </a:cubicBezTo>
                  <a:cubicBezTo>
                    <a:pt x="1109" y="1619"/>
                    <a:pt x="1103" y="1619"/>
                    <a:pt x="1098" y="1623"/>
                  </a:cubicBezTo>
                  <a:cubicBezTo>
                    <a:pt x="1067" y="1637"/>
                    <a:pt x="1036" y="1650"/>
                    <a:pt x="1004" y="1660"/>
                  </a:cubicBezTo>
                  <a:cubicBezTo>
                    <a:pt x="992" y="1663"/>
                    <a:pt x="981" y="1668"/>
                    <a:pt x="970" y="1670"/>
                  </a:cubicBezTo>
                  <a:cubicBezTo>
                    <a:pt x="929" y="1679"/>
                    <a:pt x="884" y="1686"/>
                    <a:pt x="840" y="1686"/>
                  </a:cubicBezTo>
                  <a:lnTo>
                    <a:pt x="1" y="1691"/>
                  </a:lnTo>
                  <a:cubicBezTo>
                    <a:pt x="198" y="2007"/>
                    <a:pt x="544" y="2217"/>
                    <a:pt x="941" y="2217"/>
                  </a:cubicBezTo>
                  <a:cubicBezTo>
                    <a:pt x="1553" y="2217"/>
                    <a:pt x="2049" y="1720"/>
                    <a:pt x="2049" y="1109"/>
                  </a:cubicBezTo>
                  <a:cubicBezTo>
                    <a:pt x="2049" y="498"/>
                    <a:pt x="1553" y="0"/>
                    <a:pt x="94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
            <p:cNvSpPr/>
            <p:nvPr/>
          </p:nvSpPr>
          <p:spPr>
            <a:xfrm>
              <a:off x="2761051" y="3150042"/>
              <a:ext cx="52774" cy="51536"/>
            </a:xfrm>
            <a:custGeom>
              <a:rect b="b" l="l" r="r" t="t"/>
              <a:pathLst>
                <a:path extrusionOk="0" h="2164" w="2216">
                  <a:moveTo>
                    <a:pt x="791" y="0"/>
                  </a:moveTo>
                  <a:cubicBezTo>
                    <a:pt x="336" y="138"/>
                    <a:pt x="0" y="555"/>
                    <a:pt x="0" y="1055"/>
                  </a:cubicBezTo>
                  <a:cubicBezTo>
                    <a:pt x="0" y="1666"/>
                    <a:pt x="496" y="2164"/>
                    <a:pt x="1107" y="2164"/>
                  </a:cubicBezTo>
                  <a:cubicBezTo>
                    <a:pt x="1720" y="2164"/>
                    <a:pt x="2216" y="1666"/>
                    <a:pt x="2216" y="1055"/>
                  </a:cubicBezTo>
                  <a:cubicBezTo>
                    <a:pt x="2216" y="759"/>
                    <a:pt x="2098" y="491"/>
                    <a:pt x="1908" y="294"/>
                  </a:cubicBezTo>
                  <a:lnTo>
                    <a:pt x="1663" y="1159"/>
                  </a:lnTo>
                  <a:cubicBezTo>
                    <a:pt x="1592" y="1412"/>
                    <a:pt x="1359" y="1577"/>
                    <a:pt x="1107" y="1577"/>
                  </a:cubicBezTo>
                  <a:cubicBezTo>
                    <a:pt x="1026" y="1577"/>
                    <a:pt x="944" y="1559"/>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
            <p:cNvSpPr/>
            <p:nvPr/>
          </p:nvSpPr>
          <p:spPr>
            <a:xfrm>
              <a:off x="3251783" y="3140469"/>
              <a:ext cx="67111" cy="80233"/>
            </a:xfrm>
            <a:custGeom>
              <a:rect b="b" l="l" r="r" t="t"/>
              <a:pathLst>
                <a:path extrusionOk="0" h="3369" w="2818">
                  <a:moveTo>
                    <a:pt x="1007" y="0"/>
                  </a:moveTo>
                  <a:cubicBezTo>
                    <a:pt x="630" y="164"/>
                    <a:pt x="327" y="462"/>
                    <a:pt x="155" y="835"/>
                  </a:cubicBezTo>
                  <a:cubicBezTo>
                    <a:pt x="54" y="1047"/>
                    <a:pt x="1" y="1282"/>
                    <a:pt x="1" y="1532"/>
                  </a:cubicBezTo>
                  <a:cubicBezTo>
                    <a:pt x="1" y="2452"/>
                    <a:pt x="750" y="3201"/>
                    <a:pt x="1669" y="3201"/>
                  </a:cubicBezTo>
                  <a:cubicBezTo>
                    <a:pt x="1673" y="3201"/>
                    <a:pt x="1677" y="3201"/>
                    <a:pt x="1681" y="3201"/>
                  </a:cubicBezTo>
                  <a:cubicBezTo>
                    <a:pt x="1893" y="3201"/>
                    <a:pt x="2097" y="3159"/>
                    <a:pt x="2283" y="3084"/>
                  </a:cubicBezTo>
                  <a:lnTo>
                    <a:pt x="2409" y="3368"/>
                  </a:lnTo>
                  <a:cubicBezTo>
                    <a:pt x="2480" y="3287"/>
                    <a:pt x="2599" y="3234"/>
                    <a:pt x="2785" y="3227"/>
                  </a:cubicBezTo>
                  <a:cubicBezTo>
                    <a:pt x="2798" y="3227"/>
                    <a:pt x="2806" y="3230"/>
                    <a:pt x="2818" y="3230"/>
                  </a:cubicBezTo>
                  <a:cubicBezTo>
                    <a:pt x="2758" y="3125"/>
                    <a:pt x="2694" y="3015"/>
                    <a:pt x="2628" y="2898"/>
                  </a:cubicBezTo>
                  <a:cubicBezTo>
                    <a:pt x="2490" y="2657"/>
                    <a:pt x="2339" y="2391"/>
                    <a:pt x="2177" y="2107"/>
                  </a:cubicBezTo>
                  <a:cubicBezTo>
                    <a:pt x="2027" y="1840"/>
                    <a:pt x="1868" y="1555"/>
                    <a:pt x="1699" y="1255"/>
                  </a:cubicBezTo>
                  <a:cubicBezTo>
                    <a:pt x="1479" y="859"/>
                    <a:pt x="1249" y="438"/>
                    <a:pt x="100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
            <p:cNvSpPr/>
            <p:nvPr/>
          </p:nvSpPr>
          <p:spPr>
            <a:xfrm>
              <a:off x="3479049" y="2613276"/>
              <a:ext cx="153130" cy="70683"/>
            </a:xfrm>
            <a:custGeom>
              <a:rect b="b" l="l" r="r" t="t"/>
              <a:pathLst>
                <a:path extrusionOk="0" h="2968" w="6430">
                  <a:moveTo>
                    <a:pt x="5366" y="1"/>
                  </a:moveTo>
                  <a:cubicBezTo>
                    <a:pt x="5332" y="1"/>
                    <a:pt x="5297" y="4"/>
                    <a:pt x="5262" y="9"/>
                  </a:cubicBezTo>
                  <a:lnTo>
                    <a:pt x="2371" y="508"/>
                  </a:lnTo>
                  <a:cubicBezTo>
                    <a:pt x="2315" y="576"/>
                    <a:pt x="2258" y="646"/>
                    <a:pt x="2199" y="714"/>
                  </a:cubicBezTo>
                  <a:cubicBezTo>
                    <a:pt x="2191" y="722"/>
                    <a:pt x="2185" y="730"/>
                    <a:pt x="2177" y="739"/>
                  </a:cubicBezTo>
                  <a:cubicBezTo>
                    <a:pt x="2110" y="818"/>
                    <a:pt x="2041" y="896"/>
                    <a:pt x="1969" y="974"/>
                  </a:cubicBezTo>
                  <a:cubicBezTo>
                    <a:pt x="1964" y="982"/>
                    <a:pt x="1955" y="990"/>
                    <a:pt x="1950" y="996"/>
                  </a:cubicBezTo>
                  <a:cubicBezTo>
                    <a:pt x="1383" y="1625"/>
                    <a:pt x="720" y="2238"/>
                    <a:pt x="0" y="2850"/>
                  </a:cubicBezTo>
                  <a:cubicBezTo>
                    <a:pt x="39" y="2851"/>
                    <a:pt x="78" y="2851"/>
                    <a:pt x="117" y="2851"/>
                  </a:cubicBezTo>
                  <a:cubicBezTo>
                    <a:pt x="486" y="2851"/>
                    <a:pt x="841" y="2823"/>
                    <a:pt x="1164" y="2769"/>
                  </a:cubicBezTo>
                  <a:cubicBezTo>
                    <a:pt x="1465" y="2721"/>
                    <a:pt x="1738" y="2648"/>
                    <a:pt x="1958" y="2549"/>
                  </a:cubicBezTo>
                  <a:cubicBezTo>
                    <a:pt x="2102" y="2641"/>
                    <a:pt x="2261" y="2721"/>
                    <a:pt x="2431" y="2781"/>
                  </a:cubicBezTo>
                  <a:cubicBezTo>
                    <a:pt x="2771" y="2905"/>
                    <a:pt x="3154" y="2967"/>
                    <a:pt x="3540" y="2967"/>
                  </a:cubicBezTo>
                  <a:cubicBezTo>
                    <a:pt x="4962" y="2967"/>
                    <a:pt x="6429" y="2124"/>
                    <a:pt x="5969" y="453"/>
                  </a:cubicBezTo>
                  <a:cubicBezTo>
                    <a:pt x="5893" y="181"/>
                    <a:pt x="5641" y="1"/>
                    <a:pt x="536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
            <p:cNvSpPr/>
            <p:nvPr/>
          </p:nvSpPr>
          <p:spPr>
            <a:xfrm>
              <a:off x="2735974" y="2552429"/>
              <a:ext cx="13146" cy="8788"/>
            </a:xfrm>
            <a:custGeom>
              <a:rect b="b" l="l" r="r" t="t"/>
              <a:pathLst>
                <a:path extrusionOk="0" h="369" w="552">
                  <a:moveTo>
                    <a:pt x="0" y="0"/>
                  </a:moveTo>
                  <a:lnTo>
                    <a:pt x="0" y="0"/>
                  </a:lnTo>
                  <a:cubicBezTo>
                    <a:pt x="8" y="114"/>
                    <a:pt x="13" y="222"/>
                    <a:pt x="21" y="333"/>
                  </a:cubicBezTo>
                  <a:cubicBezTo>
                    <a:pt x="183" y="337"/>
                    <a:pt x="361" y="350"/>
                    <a:pt x="551" y="368"/>
                  </a:cubicBezTo>
                  <a:cubicBezTo>
                    <a:pt x="512" y="253"/>
                    <a:pt x="478" y="156"/>
                    <a:pt x="418" y="124"/>
                  </a:cubicBezTo>
                  <a:cubicBezTo>
                    <a:pt x="355" y="90"/>
                    <a:pt x="186" y="49"/>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
            <p:cNvSpPr/>
            <p:nvPr/>
          </p:nvSpPr>
          <p:spPr>
            <a:xfrm>
              <a:off x="2734545" y="2526780"/>
              <a:ext cx="22791" cy="16671"/>
            </a:xfrm>
            <a:custGeom>
              <a:rect b="b" l="l" r="r" t="t"/>
              <a:pathLst>
                <a:path extrusionOk="0" h="700" w="957">
                  <a:moveTo>
                    <a:pt x="479" y="0"/>
                  </a:moveTo>
                  <a:cubicBezTo>
                    <a:pt x="469" y="0"/>
                    <a:pt x="459" y="1"/>
                    <a:pt x="449" y="1"/>
                  </a:cubicBezTo>
                  <a:cubicBezTo>
                    <a:pt x="193" y="18"/>
                    <a:pt x="0" y="236"/>
                    <a:pt x="16" y="491"/>
                  </a:cubicBezTo>
                  <a:lnTo>
                    <a:pt x="23" y="575"/>
                  </a:lnTo>
                  <a:cubicBezTo>
                    <a:pt x="28" y="583"/>
                    <a:pt x="28" y="591"/>
                    <a:pt x="28" y="601"/>
                  </a:cubicBezTo>
                  <a:cubicBezTo>
                    <a:pt x="81" y="599"/>
                    <a:pt x="135" y="598"/>
                    <a:pt x="189" y="598"/>
                  </a:cubicBezTo>
                  <a:cubicBezTo>
                    <a:pt x="355" y="598"/>
                    <a:pt x="519" y="607"/>
                    <a:pt x="645" y="620"/>
                  </a:cubicBezTo>
                  <a:cubicBezTo>
                    <a:pt x="728" y="632"/>
                    <a:pt x="835" y="658"/>
                    <a:pt x="956" y="700"/>
                  </a:cubicBezTo>
                  <a:cubicBezTo>
                    <a:pt x="953" y="640"/>
                    <a:pt x="948" y="578"/>
                    <a:pt x="945" y="515"/>
                  </a:cubicBezTo>
                  <a:lnTo>
                    <a:pt x="938" y="432"/>
                  </a:lnTo>
                  <a:cubicBezTo>
                    <a:pt x="923" y="189"/>
                    <a:pt x="722" y="0"/>
                    <a:pt x="47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
            <p:cNvSpPr/>
            <p:nvPr/>
          </p:nvSpPr>
          <p:spPr>
            <a:xfrm>
              <a:off x="2742070" y="2631113"/>
              <a:ext cx="118694" cy="98523"/>
            </a:xfrm>
            <a:custGeom>
              <a:rect b="b" l="l" r="r" t="t"/>
              <a:pathLst>
                <a:path extrusionOk="0" h="4137" w="4984">
                  <a:moveTo>
                    <a:pt x="924" y="1"/>
                  </a:moveTo>
                  <a:cubicBezTo>
                    <a:pt x="635" y="56"/>
                    <a:pt x="376" y="87"/>
                    <a:pt x="201" y="87"/>
                  </a:cubicBezTo>
                  <a:cubicBezTo>
                    <a:pt x="167" y="87"/>
                    <a:pt x="136" y="86"/>
                    <a:pt x="109" y="84"/>
                  </a:cubicBezTo>
                  <a:cubicBezTo>
                    <a:pt x="68" y="79"/>
                    <a:pt x="31" y="75"/>
                    <a:pt x="8" y="67"/>
                  </a:cubicBezTo>
                  <a:cubicBezTo>
                    <a:pt x="7" y="67"/>
                    <a:pt x="5" y="66"/>
                    <a:pt x="0" y="62"/>
                  </a:cubicBezTo>
                  <a:lnTo>
                    <a:pt x="0" y="62"/>
                  </a:lnTo>
                  <a:cubicBezTo>
                    <a:pt x="114" y="1283"/>
                    <a:pt x="219" y="2038"/>
                    <a:pt x="323" y="2375"/>
                  </a:cubicBezTo>
                  <a:cubicBezTo>
                    <a:pt x="538" y="3077"/>
                    <a:pt x="1149" y="4137"/>
                    <a:pt x="2891" y="4137"/>
                  </a:cubicBezTo>
                  <a:cubicBezTo>
                    <a:pt x="3180" y="4137"/>
                    <a:pt x="3497" y="4109"/>
                    <a:pt x="3849" y="4044"/>
                  </a:cubicBezTo>
                  <a:cubicBezTo>
                    <a:pt x="4206" y="3980"/>
                    <a:pt x="4497" y="3790"/>
                    <a:pt x="4695" y="3497"/>
                  </a:cubicBezTo>
                  <a:cubicBezTo>
                    <a:pt x="4962" y="3100"/>
                    <a:pt x="4984" y="2612"/>
                    <a:pt x="4917" y="2289"/>
                  </a:cubicBezTo>
                  <a:cubicBezTo>
                    <a:pt x="4872" y="2072"/>
                    <a:pt x="4679" y="1923"/>
                    <a:pt x="4465" y="1923"/>
                  </a:cubicBezTo>
                  <a:cubicBezTo>
                    <a:pt x="4434" y="1923"/>
                    <a:pt x="4403" y="1926"/>
                    <a:pt x="4371" y="1933"/>
                  </a:cubicBezTo>
                  <a:cubicBezTo>
                    <a:pt x="4121" y="1986"/>
                    <a:pt x="3961" y="2231"/>
                    <a:pt x="4014" y="2479"/>
                  </a:cubicBezTo>
                  <a:cubicBezTo>
                    <a:pt x="4042" y="2618"/>
                    <a:pt x="4027" y="2834"/>
                    <a:pt x="3929" y="2984"/>
                  </a:cubicBezTo>
                  <a:cubicBezTo>
                    <a:pt x="3872" y="3069"/>
                    <a:pt x="3796" y="3117"/>
                    <a:pt x="3685" y="3138"/>
                  </a:cubicBezTo>
                  <a:cubicBezTo>
                    <a:pt x="3393" y="3192"/>
                    <a:pt x="3125" y="3219"/>
                    <a:pt x="2883" y="3219"/>
                  </a:cubicBezTo>
                  <a:cubicBezTo>
                    <a:pt x="1986" y="3219"/>
                    <a:pt x="1435" y="2851"/>
                    <a:pt x="1207" y="2108"/>
                  </a:cubicBezTo>
                  <a:cubicBezTo>
                    <a:pt x="1157" y="1942"/>
                    <a:pt x="1092" y="1578"/>
                    <a:pt x="1008" y="824"/>
                  </a:cubicBezTo>
                  <a:cubicBezTo>
                    <a:pt x="981" y="589"/>
                    <a:pt x="953" y="315"/>
                    <a:pt x="924"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
            <p:cNvSpPr/>
            <p:nvPr/>
          </p:nvSpPr>
          <p:spPr>
            <a:xfrm>
              <a:off x="3276765" y="3295623"/>
              <a:ext cx="80995" cy="39319"/>
            </a:xfrm>
            <a:custGeom>
              <a:rect b="b" l="l" r="r" t="t"/>
              <a:pathLst>
                <a:path extrusionOk="0" h="1651" w="3401">
                  <a:moveTo>
                    <a:pt x="3297" y="0"/>
                  </a:moveTo>
                  <a:lnTo>
                    <a:pt x="90" y="1237"/>
                  </a:lnTo>
                  <a:cubicBezTo>
                    <a:pt x="25" y="1303"/>
                    <a:pt x="0" y="1402"/>
                    <a:pt x="38" y="1496"/>
                  </a:cubicBezTo>
                  <a:cubicBezTo>
                    <a:pt x="75" y="1590"/>
                    <a:pt x="167" y="1650"/>
                    <a:pt x="265" y="1650"/>
                  </a:cubicBezTo>
                  <a:cubicBezTo>
                    <a:pt x="294" y="1650"/>
                    <a:pt x="325" y="1644"/>
                    <a:pt x="354" y="1634"/>
                  </a:cubicBezTo>
                  <a:lnTo>
                    <a:pt x="3240" y="495"/>
                  </a:lnTo>
                  <a:cubicBezTo>
                    <a:pt x="3300" y="470"/>
                    <a:pt x="3352" y="422"/>
                    <a:pt x="3376" y="362"/>
                  </a:cubicBezTo>
                  <a:cubicBezTo>
                    <a:pt x="3401" y="300"/>
                    <a:pt x="3401" y="232"/>
                    <a:pt x="3373" y="171"/>
                  </a:cubicBezTo>
                  <a:lnTo>
                    <a:pt x="329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
            <p:cNvSpPr/>
            <p:nvPr/>
          </p:nvSpPr>
          <p:spPr>
            <a:xfrm>
              <a:off x="2900797" y="2266792"/>
              <a:ext cx="26316" cy="15885"/>
            </a:xfrm>
            <a:custGeom>
              <a:rect b="b" l="l" r="r" t="t"/>
              <a:pathLst>
                <a:path extrusionOk="0" h="667" w="1105">
                  <a:moveTo>
                    <a:pt x="624" y="0"/>
                  </a:moveTo>
                  <a:cubicBezTo>
                    <a:pt x="568" y="0"/>
                    <a:pt x="512" y="7"/>
                    <a:pt x="458" y="21"/>
                  </a:cubicBezTo>
                  <a:cubicBezTo>
                    <a:pt x="254" y="76"/>
                    <a:pt x="75" y="229"/>
                    <a:pt x="1" y="426"/>
                  </a:cubicBezTo>
                  <a:cubicBezTo>
                    <a:pt x="75" y="553"/>
                    <a:pt x="207" y="642"/>
                    <a:pt x="351" y="666"/>
                  </a:cubicBezTo>
                  <a:cubicBezTo>
                    <a:pt x="391" y="522"/>
                    <a:pt x="547" y="378"/>
                    <a:pt x="693" y="342"/>
                  </a:cubicBezTo>
                  <a:cubicBezTo>
                    <a:pt x="754" y="326"/>
                    <a:pt x="819" y="319"/>
                    <a:pt x="885" y="319"/>
                  </a:cubicBezTo>
                  <a:cubicBezTo>
                    <a:pt x="940" y="319"/>
                    <a:pt x="994" y="324"/>
                    <a:pt x="1046" y="332"/>
                  </a:cubicBezTo>
                  <a:cubicBezTo>
                    <a:pt x="1080" y="284"/>
                    <a:pt x="1104" y="190"/>
                    <a:pt x="1057" y="152"/>
                  </a:cubicBezTo>
                  <a:cubicBezTo>
                    <a:pt x="937" y="53"/>
                    <a:pt x="781" y="0"/>
                    <a:pt x="62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
            <p:cNvSpPr/>
            <p:nvPr/>
          </p:nvSpPr>
          <p:spPr>
            <a:xfrm>
              <a:off x="2918159" y="2288296"/>
              <a:ext cx="14789" cy="11050"/>
            </a:xfrm>
            <a:custGeom>
              <a:rect b="b" l="l" r="r" t="t"/>
              <a:pathLst>
                <a:path extrusionOk="0" h="464" w="621">
                  <a:moveTo>
                    <a:pt x="197" y="1"/>
                  </a:moveTo>
                  <a:cubicBezTo>
                    <a:pt x="166" y="1"/>
                    <a:pt x="136" y="11"/>
                    <a:pt x="113" y="34"/>
                  </a:cubicBezTo>
                  <a:cubicBezTo>
                    <a:pt x="1" y="145"/>
                    <a:pt x="185" y="463"/>
                    <a:pt x="369" y="463"/>
                  </a:cubicBezTo>
                  <a:cubicBezTo>
                    <a:pt x="408" y="463"/>
                    <a:pt x="448" y="449"/>
                    <a:pt x="484" y="415"/>
                  </a:cubicBezTo>
                  <a:cubicBezTo>
                    <a:pt x="621" y="289"/>
                    <a:pt x="369" y="1"/>
                    <a:pt x="19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
            <p:cNvSpPr/>
            <p:nvPr/>
          </p:nvSpPr>
          <p:spPr>
            <a:xfrm>
              <a:off x="2923993" y="2252645"/>
              <a:ext cx="82090" cy="105667"/>
            </a:xfrm>
            <a:custGeom>
              <a:rect b="b" l="l" r="r" t="t"/>
              <a:pathLst>
                <a:path extrusionOk="0" h="4437" w="3447">
                  <a:moveTo>
                    <a:pt x="1326" y="1"/>
                  </a:moveTo>
                  <a:lnTo>
                    <a:pt x="996" y="88"/>
                  </a:lnTo>
                  <a:lnTo>
                    <a:pt x="808" y="139"/>
                  </a:lnTo>
                  <a:lnTo>
                    <a:pt x="1" y="351"/>
                  </a:lnTo>
                  <a:cubicBezTo>
                    <a:pt x="489" y="1039"/>
                    <a:pt x="827" y="1289"/>
                    <a:pt x="1075" y="1289"/>
                  </a:cubicBezTo>
                  <a:cubicBezTo>
                    <a:pt x="1221" y="1289"/>
                    <a:pt x="1336" y="1201"/>
                    <a:pt x="1432" y="1066"/>
                  </a:cubicBezTo>
                  <a:cubicBezTo>
                    <a:pt x="2166" y="2208"/>
                    <a:pt x="3020" y="3685"/>
                    <a:pt x="3258" y="4375"/>
                  </a:cubicBezTo>
                  <a:cubicBezTo>
                    <a:pt x="3263" y="4386"/>
                    <a:pt x="3271" y="4391"/>
                    <a:pt x="3276" y="4399"/>
                  </a:cubicBezTo>
                  <a:cubicBezTo>
                    <a:pt x="3296" y="4420"/>
                    <a:pt x="3317" y="4437"/>
                    <a:pt x="3344" y="4437"/>
                  </a:cubicBezTo>
                  <a:cubicBezTo>
                    <a:pt x="3354" y="4437"/>
                    <a:pt x="3364" y="4433"/>
                    <a:pt x="3373" y="4430"/>
                  </a:cubicBezTo>
                  <a:cubicBezTo>
                    <a:pt x="3420" y="4414"/>
                    <a:pt x="3446" y="4362"/>
                    <a:pt x="3430" y="4315"/>
                  </a:cubicBezTo>
                  <a:cubicBezTo>
                    <a:pt x="3427" y="4302"/>
                    <a:pt x="3420" y="4291"/>
                    <a:pt x="3415" y="4278"/>
                  </a:cubicBezTo>
                  <a:cubicBezTo>
                    <a:pt x="3146" y="3531"/>
                    <a:pt x="2276" y="2030"/>
                    <a:pt x="1534" y="887"/>
                  </a:cubicBezTo>
                  <a:cubicBezTo>
                    <a:pt x="1539" y="878"/>
                    <a:pt x="1544" y="868"/>
                    <a:pt x="1549" y="860"/>
                  </a:cubicBezTo>
                  <a:lnTo>
                    <a:pt x="1702" y="896"/>
                  </a:lnTo>
                  <a:cubicBezTo>
                    <a:pt x="1631" y="823"/>
                    <a:pt x="1566" y="750"/>
                    <a:pt x="1518" y="680"/>
                  </a:cubicBezTo>
                  <a:cubicBezTo>
                    <a:pt x="1386" y="498"/>
                    <a:pt x="1314" y="241"/>
                    <a:pt x="132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
            <p:cNvSpPr/>
            <p:nvPr/>
          </p:nvSpPr>
          <p:spPr>
            <a:xfrm>
              <a:off x="2882746" y="2270864"/>
              <a:ext cx="3144" cy="6430"/>
            </a:xfrm>
            <a:custGeom>
              <a:rect b="b" l="l" r="r" t="t"/>
              <a:pathLst>
                <a:path extrusionOk="0" h="270" w="132">
                  <a:moveTo>
                    <a:pt x="132" y="1"/>
                  </a:moveTo>
                  <a:lnTo>
                    <a:pt x="0" y="37"/>
                  </a:lnTo>
                  <a:cubicBezTo>
                    <a:pt x="7" y="49"/>
                    <a:pt x="13" y="64"/>
                    <a:pt x="20" y="75"/>
                  </a:cubicBezTo>
                  <a:cubicBezTo>
                    <a:pt x="41" y="124"/>
                    <a:pt x="65" y="171"/>
                    <a:pt x="88" y="215"/>
                  </a:cubicBezTo>
                  <a:cubicBezTo>
                    <a:pt x="96" y="234"/>
                    <a:pt x="106" y="252"/>
                    <a:pt x="114" y="268"/>
                  </a:cubicBezTo>
                  <a:lnTo>
                    <a:pt x="115" y="270"/>
                  </a:lnTo>
                  <a:cubicBezTo>
                    <a:pt x="101" y="187"/>
                    <a:pt x="107" y="96"/>
                    <a:pt x="132"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
            <p:cNvSpPr/>
            <p:nvPr/>
          </p:nvSpPr>
          <p:spPr>
            <a:xfrm>
              <a:off x="2986365" y="2156671"/>
              <a:ext cx="302046" cy="134293"/>
            </a:xfrm>
            <a:custGeom>
              <a:rect b="b" l="l" r="r" t="t"/>
              <a:pathLst>
                <a:path extrusionOk="0" h="5639" w="12683">
                  <a:moveTo>
                    <a:pt x="8402" y="0"/>
                  </a:moveTo>
                  <a:cubicBezTo>
                    <a:pt x="8261" y="0"/>
                    <a:pt x="8123" y="8"/>
                    <a:pt x="7992" y="25"/>
                  </a:cubicBezTo>
                  <a:cubicBezTo>
                    <a:pt x="5414" y="346"/>
                    <a:pt x="5034" y="3256"/>
                    <a:pt x="3565" y="3576"/>
                  </a:cubicBezTo>
                  <a:cubicBezTo>
                    <a:pt x="3549" y="3576"/>
                    <a:pt x="3533" y="3576"/>
                    <a:pt x="3517" y="3576"/>
                  </a:cubicBezTo>
                  <a:cubicBezTo>
                    <a:pt x="3218" y="3576"/>
                    <a:pt x="2941" y="3474"/>
                    <a:pt x="2521" y="3263"/>
                  </a:cubicBezTo>
                  <a:cubicBezTo>
                    <a:pt x="2519" y="3260"/>
                    <a:pt x="2518" y="3260"/>
                    <a:pt x="2516" y="3258"/>
                  </a:cubicBezTo>
                  <a:cubicBezTo>
                    <a:pt x="2531" y="3183"/>
                    <a:pt x="2542" y="3104"/>
                    <a:pt x="2550" y="3023"/>
                  </a:cubicBezTo>
                  <a:lnTo>
                    <a:pt x="2550" y="3023"/>
                  </a:lnTo>
                  <a:lnTo>
                    <a:pt x="1" y="3692"/>
                  </a:lnTo>
                  <a:cubicBezTo>
                    <a:pt x="516" y="4075"/>
                    <a:pt x="722" y="4759"/>
                    <a:pt x="234" y="5185"/>
                  </a:cubicBezTo>
                  <a:lnTo>
                    <a:pt x="236" y="5185"/>
                  </a:lnTo>
                  <a:cubicBezTo>
                    <a:pt x="552" y="5515"/>
                    <a:pt x="928" y="5639"/>
                    <a:pt x="1313" y="5639"/>
                  </a:cubicBezTo>
                  <a:cubicBezTo>
                    <a:pt x="1391" y="5639"/>
                    <a:pt x="1470" y="5634"/>
                    <a:pt x="1548" y="5624"/>
                  </a:cubicBezTo>
                  <a:cubicBezTo>
                    <a:pt x="1698" y="5606"/>
                    <a:pt x="1843" y="5574"/>
                    <a:pt x="1986" y="5528"/>
                  </a:cubicBezTo>
                  <a:cubicBezTo>
                    <a:pt x="2070" y="5502"/>
                    <a:pt x="2151" y="5472"/>
                    <a:pt x="2232" y="5439"/>
                  </a:cubicBezTo>
                  <a:cubicBezTo>
                    <a:pt x="2710" y="5245"/>
                    <a:pt x="3133" y="4945"/>
                    <a:pt x="3388" y="4715"/>
                  </a:cubicBezTo>
                  <a:cubicBezTo>
                    <a:pt x="3720" y="4824"/>
                    <a:pt x="4056" y="4869"/>
                    <a:pt x="4394" y="4869"/>
                  </a:cubicBezTo>
                  <a:cubicBezTo>
                    <a:pt x="4406" y="4869"/>
                    <a:pt x="4418" y="4869"/>
                    <a:pt x="4430" y="4869"/>
                  </a:cubicBezTo>
                  <a:lnTo>
                    <a:pt x="4432" y="4869"/>
                  </a:lnTo>
                  <a:cubicBezTo>
                    <a:pt x="5038" y="4861"/>
                    <a:pt x="5654" y="4702"/>
                    <a:pt x="6277" y="4467"/>
                  </a:cubicBezTo>
                  <a:cubicBezTo>
                    <a:pt x="8081" y="3792"/>
                    <a:pt x="9948" y="2505"/>
                    <a:pt x="11823" y="2505"/>
                  </a:cubicBezTo>
                  <a:cubicBezTo>
                    <a:pt x="12109" y="2505"/>
                    <a:pt x="12396" y="2535"/>
                    <a:pt x="12682" y="2602"/>
                  </a:cubicBezTo>
                  <a:cubicBezTo>
                    <a:pt x="12161" y="1022"/>
                    <a:pt x="10002" y="0"/>
                    <a:pt x="84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
            <p:cNvSpPr/>
            <p:nvPr/>
          </p:nvSpPr>
          <p:spPr>
            <a:xfrm>
              <a:off x="2971195" y="2135547"/>
              <a:ext cx="52060" cy="53608"/>
            </a:xfrm>
            <a:custGeom>
              <a:rect b="b" l="l" r="r" t="t"/>
              <a:pathLst>
                <a:path extrusionOk="0" h="2251" w="2186">
                  <a:moveTo>
                    <a:pt x="1" y="1"/>
                  </a:moveTo>
                  <a:lnTo>
                    <a:pt x="1" y="1"/>
                  </a:lnTo>
                  <a:cubicBezTo>
                    <a:pt x="9" y="17"/>
                    <a:pt x="19" y="33"/>
                    <a:pt x="28" y="51"/>
                  </a:cubicBezTo>
                  <a:cubicBezTo>
                    <a:pt x="498" y="983"/>
                    <a:pt x="1265" y="1761"/>
                    <a:pt x="2185" y="2250"/>
                  </a:cubicBezTo>
                  <a:cubicBezTo>
                    <a:pt x="1751" y="1317"/>
                    <a:pt x="754" y="460"/>
                    <a:pt x="119" y="69"/>
                  </a:cubicBezTo>
                  <a:cubicBezTo>
                    <a:pt x="82" y="45"/>
                    <a:pt x="43" y="22"/>
                    <a:pt x="6" y="3"/>
                  </a:cubicBezTo>
                  <a:cubicBezTo>
                    <a:pt x="4" y="3"/>
                    <a:pt x="2"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
            <p:cNvSpPr/>
            <p:nvPr/>
          </p:nvSpPr>
          <p:spPr>
            <a:xfrm>
              <a:off x="3001225" y="2150884"/>
              <a:ext cx="21529" cy="22910"/>
            </a:xfrm>
            <a:custGeom>
              <a:rect b="b" l="l" r="r" t="t"/>
              <a:pathLst>
                <a:path extrusionOk="0" h="962" w="904">
                  <a:moveTo>
                    <a:pt x="903" y="961"/>
                  </a:moveTo>
                  <a:cubicBezTo>
                    <a:pt x="668" y="592"/>
                    <a:pt x="357" y="268"/>
                    <a:pt x="1" y="0"/>
                  </a:cubicBezTo>
                  <a:cubicBezTo>
                    <a:pt x="357" y="268"/>
                    <a:pt x="668" y="592"/>
                    <a:pt x="903" y="96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
            <p:cNvSpPr/>
            <p:nvPr/>
          </p:nvSpPr>
          <p:spPr>
            <a:xfrm>
              <a:off x="3028589" y="2191798"/>
              <a:ext cx="2882" cy="1357"/>
            </a:xfrm>
            <a:custGeom>
              <a:rect b="b" l="l" r="r" t="t"/>
              <a:pathLst>
                <a:path extrusionOk="0" h="57" w="121">
                  <a:moveTo>
                    <a:pt x="1" y="0"/>
                  </a:moveTo>
                  <a:cubicBezTo>
                    <a:pt x="41" y="18"/>
                    <a:pt x="80" y="41"/>
                    <a:pt x="121" y="57"/>
                  </a:cubicBezTo>
                  <a:cubicBezTo>
                    <a:pt x="80" y="39"/>
                    <a:pt x="41" y="18"/>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
            <p:cNvSpPr/>
            <p:nvPr/>
          </p:nvSpPr>
          <p:spPr>
            <a:xfrm>
              <a:off x="2933853" y="2161886"/>
              <a:ext cx="44177" cy="45510"/>
            </a:xfrm>
            <a:custGeom>
              <a:rect b="b" l="l" r="r" t="t"/>
              <a:pathLst>
                <a:path extrusionOk="0" h="1911" w="1855">
                  <a:moveTo>
                    <a:pt x="0" y="0"/>
                  </a:moveTo>
                  <a:lnTo>
                    <a:pt x="0" y="0"/>
                  </a:lnTo>
                  <a:cubicBezTo>
                    <a:pt x="397" y="811"/>
                    <a:pt x="1058" y="1488"/>
                    <a:pt x="1854" y="1911"/>
                  </a:cubicBezTo>
                  <a:cubicBezTo>
                    <a:pt x="1463" y="1070"/>
                    <a:pt x="532" y="302"/>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
            <p:cNvSpPr/>
            <p:nvPr/>
          </p:nvSpPr>
          <p:spPr>
            <a:xfrm>
              <a:off x="2959573" y="2175032"/>
              <a:ext cx="18028" cy="19243"/>
            </a:xfrm>
            <a:custGeom>
              <a:rect b="b" l="l" r="r" t="t"/>
              <a:pathLst>
                <a:path extrusionOk="0" h="808" w="757">
                  <a:moveTo>
                    <a:pt x="1" y="0"/>
                  </a:moveTo>
                  <a:cubicBezTo>
                    <a:pt x="298" y="227"/>
                    <a:pt x="559" y="501"/>
                    <a:pt x="756" y="808"/>
                  </a:cubicBezTo>
                  <a:cubicBezTo>
                    <a:pt x="559" y="499"/>
                    <a:pt x="298" y="227"/>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
            <p:cNvSpPr/>
            <p:nvPr/>
          </p:nvSpPr>
          <p:spPr>
            <a:xfrm>
              <a:off x="2982626" y="2209612"/>
              <a:ext cx="2381" cy="1143"/>
            </a:xfrm>
            <a:custGeom>
              <a:rect b="b" l="l" r="r" t="t"/>
              <a:pathLst>
                <a:path extrusionOk="0" h="48" w="100">
                  <a:moveTo>
                    <a:pt x="1" y="0"/>
                  </a:moveTo>
                  <a:lnTo>
                    <a:pt x="1" y="0"/>
                  </a:lnTo>
                  <a:cubicBezTo>
                    <a:pt x="34" y="16"/>
                    <a:pt x="66" y="35"/>
                    <a:pt x="99" y="48"/>
                  </a:cubicBezTo>
                  <a:lnTo>
                    <a:pt x="99" y="46"/>
                  </a:lnTo>
                  <a:cubicBezTo>
                    <a:pt x="66" y="35"/>
                    <a:pt x="34" y="16"/>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
            <p:cNvSpPr/>
            <p:nvPr/>
          </p:nvSpPr>
          <p:spPr>
            <a:xfrm>
              <a:off x="2920873" y="2201443"/>
              <a:ext cx="14837" cy="15694"/>
            </a:xfrm>
            <a:custGeom>
              <a:rect b="b" l="l" r="r" t="t"/>
              <a:pathLst>
                <a:path extrusionOk="0" h="659" w="623">
                  <a:moveTo>
                    <a:pt x="1" y="0"/>
                  </a:moveTo>
                  <a:lnTo>
                    <a:pt x="1" y="0"/>
                  </a:lnTo>
                  <a:cubicBezTo>
                    <a:pt x="245" y="185"/>
                    <a:pt x="461" y="406"/>
                    <a:pt x="623" y="658"/>
                  </a:cubicBezTo>
                  <a:cubicBezTo>
                    <a:pt x="461" y="406"/>
                    <a:pt x="245" y="183"/>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
            <p:cNvSpPr/>
            <p:nvPr/>
          </p:nvSpPr>
          <p:spPr>
            <a:xfrm>
              <a:off x="2900726" y="2191250"/>
              <a:ext cx="35270" cy="36389"/>
            </a:xfrm>
            <a:custGeom>
              <a:rect b="b" l="l" r="r" t="t"/>
              <a:pathLst>
                <a:path extrusionOk="0" h="1528" w="1481">
                  <a:moveTo>
                    <a:pt x="1" y="1"/>
                  </a:moveTo>
                  <a:cubicBezTo>
                    <a:pt x="318" y="647"/>
                    <a:pt x="847" y="1188"/>
                    <a:pt x="1480" y="1527"/>
                  </a:cubicBezTo>
                  <a:cubicBezTo>
                    <a:pt x="1169" y="856"/>
                    <a:pt x="427" y="242"/>
                    <a:pt x="5" y="4"/>
                  </a:cubicBezTo>
                  <a:cubicBezTo>
                    <a:pt x="4" y="4"/>
                    <a:pt x="4"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
            <p:cNvSpPr/>
            <p:nvPr/>
          </p:nvSpPr>
          <p:spPr>
            <a:xfrm>
              <a:off x="2939640" y="2229378"/>
              <a:ext cx="1953" cy="1000"/>
            </a:xfrm>
            <a:custGeom>
              <a:rect b="b" l="l" r="r" t="t"/>
              <a:pathLst>
                <a:path extrusionOk="0" h="42" w="82">
                  <a:moveTo>
                    <a:pt x="0" y="1"/>
                  </a:moveTo>
                  <a:cubicBezTo>
                    <a:pt x="26" y="15"/>
                    <a:pt x="54" y="28"/>
                    <a:pt x="81" y="41"/>
                  </a:cubicBezTo>
                  <a:cubicBezTo>
                    <a:pt x="55" y="28"/>
                    <a:pt x="28" y="12"/>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
            <p:cNvSpPr/>
            <p:nvPr/>
          </p:nvSpPr>
          <p:spPr>
            <a:xfrm>
              <a:off x="2861622" y="2115376"/>
              <a:ext cx="107549" cy="155369"/>
            </a:xfrm>
            <a:custGeom>
              <a:rect b="b" l="l" r="r" t="t"/>
              <a:pathLst>
                <a:path extrusionOk="0" h="6524" w="4516">
                  <a:moveTo>
                    <a:pt x="4514" y="0"/>
                  </a:moveTo>
                  <a:cubicBezTo>
                    <a:pt x="4514" y="0"/>
                    <a:pt x="4514" y="0"/>
                    <a:pt x="4514" y="0"/>
                  </a:cubicBezTo>
                  <a:lnTo>
                    <a:pt x="4514" y="0"/>
                  </a:lnTo>
                  <a:cubicBezTo>
                    <a:pt x="4515" y="0"/>
                    <a:pt x="4515" y="0"/>
                    <a:pt x="4516" y="0"/>
                  </a:cubicBezTo>
                  <a:close/>
                  <a:moveTo>
                    <a:pt x="4514" y="0"/>
                  </a:moveTo>
                  <a:cubicBezTo>
                    <a:pt x="4499" y="0"/>
                    <a:pt x="4481" y="2"/>
                    <a:pt x="4466" y="2"/>
                  </a:cubicBezTo>
                  <a:cubicBezTo>
                    <a:pt x="4425" y="2"/>
                    <a:pt x="4383" y="4"/>
                    <a:pt x="4339" y="8"/>
                  </a:cubicBezTo>
                  <a:cubicBezTo>
                    <a:pt x="4332" y="9"/>
                    <a:pt x="4325" y="9"/>
                    <a:pt x="4318" y="9"/>
                  </a:cubicBezTo>
                  <a:cubicBezTo>
                    <a:pt x="4311" y="9"/>
                    <a:pt x="4304" y="9"/>
                    <a:pt x="4297" y="10"/>
                  </a:cubicBezTo>
                  <a:cubicBezTo>
                    <a:pt x="4273" y="12"/>
                    <a:pt x="4249" y="18"/>
                    <a:pt x="4224" y="20"/>
                  </a:cubicBezTo>
                  <a:cubicBezTo>
                    <a:pt x="4185" y="26"/>
                    <a:pt x="4150" y="31"/>
                    <a:pt x="4109" y="39"/>
                  </a:cubicBezTo>
                  <a:cubicBezTo>
                    <a:pt x="4101" y="41"/>
                    <a:pt x="4095" y="42"/>
                    <a:pt x="4086" y="44"/>
                  </a:cubicBezTo>
                  <a:cubicBezTo>
                    <a:pt x="4080" y="47"/>
                    <a:pt x="4074" y="49"/>
                    <a:pt x="4069" y="49"/>
                  </a:cubicBezTo>
                  <a:cubicBezTo>
                    <a:pt x="4039" y="55"/>
                    <a:pt x="4009" y="64"/>
                    <a:pt x="3981" y="72"/>
                  </a:cubicBezTo>
                  <a:cubicBezTo>
                    <a:pt x="3952" y="80"/>
                    <a:pt x="3926" y="85"/>
                    <a:pt x="3898" y="93"/>
                  </a:cubicBezTo>
                  <a:cubicBezTo>
                    <a:pt x="3877" y="99"/>
                    <a:pt x="3855" y="107"/>
                    <a:pt x="3834" y="115"/>
                  </a:cubicBezTo>
                  <a:cubicBezTo>
                    <a:pt x="3830" y="115"/>
                    <a:pt x="3830" y="115"/>
                    <a:pt x="3829" y="117"/>
                  </a:cubicBezTo>
                  <a:cubicBezTo>
                    <a:pt x="3798" y="128"/>
                    <a:pt x="3769" y="138"/>
                    <a:pt x="3738" y="149"/>
                  </a:cubicBezTo>
                  <a:cubicBezTo>
                    <a:pt x="3720" y="156"/>
                    <a:pt x="3699" y="162"/>
                    <a:pt x="3681" y="171"/>
                  </a:cubicBezTo>
                  <a:cubicBezTo>
                    <a:pt x="3652" y="182"/>
                    <a:pt x="3623" y="196"/>
                    <a:pt x="3594" y="209"/>
                  </a:cubicBezTo>
                  <a:cubicBezTo>
                    <a:pt x="3587" y="211"/>
                    <a:pt x="3584" y="213"/>
                    <a:pt x="3578" y="214"/>
                  </a:cubicBezTo>
                  <a:cubicBezTo>
                    <a:pt x="3550" y="227"/>
                    <a:pt x="3521" y="237"/>
                    <a:pt x="3493" y="252"/>
                  </a:cubicBezTo>
                  <a:cubicBezTo>
                    <a:pt x="3482" y="255"/>
                    <a:pt x="3471" y="261"/>
                    <a:pt x="3461" y="266"/>
                  </a:cubicBezTo>
                  <a:cubicBezTo>
                    <a:pt x="3425" y="282"/>
                    <a:pt x="3391" y="302"/>
                    <a:pt x="3357" y="320"/>
                  </a:cubicBezTo>
                  <a:cubicBezTo>
                    <a:pt x="3325" y="336"/>
                    <a:pt x="3292" y="352"/>
                    <a:pt x="3260" y="371"/>
                  </a:cubicBezTo>
                  <a:cubicBezTo>
                    <a:pt x="3253" y="375"/>
                    <a:pt x="3245" y="380"/>
                    <a:pt x="3239" y="383"/>
                  </a:cubicBezTo>
                  <a:cubicBezTo>
                    <a:pt x="3226" y="391"/>
                    <a:pt x="3210" y="401"/>
                    <a:pt x="3195" y="409"/>
                  </a:cubicBezTo>
                  <a:cubicBezTo>
                    <a:pt x="3171" y="423"/>
                    <a:pt x="3146" y="438"/>
                    <a:pt x="3124" y="452"/>
                  </a:cubicBezTo>
                  <a:cubicBezTo>
                    <a:pt x="3088" y="474"/>
                    <a:pt x="3051" y="495"/>
                    <a:pt x="3017" y="517"/>
                  </a:cubicBezTo>
                  <a:cubicBezTo>
                    <a:pt x="3015" y="519"/>
                    <a:pt x="3012" y="521"/>
                    <a:pt x="3009" y="521"/>
                  </a:cubicBezTo>
                  <a:cubicBezTo>
                    <a:pt x="2975" y="543"/>
                    <a:pt x="2939" y="568"/>
                    <a:pt x="2905" y="590"/>
                  </a:cubicBezTo>
                  <a:cubicBezTo>
                    <a:pt x="2902" y="593"/>
                    <a:pt x="2895" y="595"/>
                    <a:pt x="2890" y="600"/>
                  </a:cubicBezTo>
                  <a:cubicBezTo>
                    <a:pt x="2858" y="623"/>
                    <a:pt x="2824" y="644"/>
                    <a:pt x="2792" y="666"/>
                  </a:cubicBezTo>
                  <a:cubicBezTo>
                    <a:pt x="2782" y="675"/>
                    <a:pt x="2772" y="681"/>
                    <a:pt x="2761" y="689"/>
                  </a:cubicBezTo>
                  <a:cubicBezTo>
                    <a:pt x="2727" y="713"/>
                    <a:pt x="2693" y="739"/>
                    <a:pt x="2660" y="764"/>
                  </a:cubicBezTo>
                  <a:cubicBezTo>
                    <a:pt x="2655" y="765"/>
                    <a:pt x="2654" y="770"/>
                    <a:pt x="2651" y="772"/>
                  </a:cubicBezTo>
                  <a:cubicBezTo>
                    <a:pt x="2623" y="793"/>
                    <a:pt x="2595" y="812"/>
                    <a:pt x="2570" y="833"/>
                  </a:cubicBezTo>
                  <a:cubicBezTo>
                    <a:pt x="2550" y="846"/>
                    <a:pt x="2532" y="863"/>
                    <a:pt x="2514" y="877"/>
                  </a:cubicBezTo>
                  <a:cubicBezTo>
                    <a:pt x="2489" y="900"/>
                    <a:pt x="2459" y="922"/>
                    <a:pt x="2433" y="944"/>
                  </a:cubicBezTo>
                  <a:lnTo>
                    <a:pt x="2403" y="968"/>
                  </a:lnTo>
                  <a:cubicBezTo>
                    <a:pt x="2385" y="984"/>
                    <a:pt x="2367" y="999"/>
                    <a:pt x="2348" y="1015"/>
                  </a:cubicBezTo>
                  <a:cubicBezTo>
                    <a:pt x="2320" y="1039"/>
                    <a:pt x="2291" y="1065"/>
                    <a:pt x="2265" y="1089"/>
                  </a:cubicBezTo>
                  <a:lnTo>
                    <a:pt x="2210" y="1138"/>
                  </a:lnTo>
                  <a:cubicBezTo>
                    <a:pt x="2194" y="1153"/>
                    <a:pt x="2177" y="1167"/>
                    <a:pt x="2161" y="1183"/>
                  </a:cubicBezTo>
                  <a:cubicBezTo>
                    <a:pt x="2151" y="1193"/>
                    <a:pt x="2142" y="1203"/>
                    <a:pt x="2129" y="1214"/>
                  </a:cubicBezTo>
                  <a:cubicBezTo>
                    <a:pt x="2083" y="1258"/>
                    <a:pt x="2036" y="1303"/>
                    <a:pt x="1991" y="1347"/>
                  </a:cubicBezTo>
                  <a:cubicBezTo>
                    <a:pt x="1973" y="1365"/>
                    <a:pt x="1954" y="1384"/>
                    <a:pt x="1934" y="1402"/>
                  </a:cubicBezTo>
                  <a:lnTo>
                    <a:pt x="1915" y="1422"/>
                  </a:lnTo>
                  <a:cubicBezTo>
                    <a:pt x="1897" y="1441"/>
                    <a:pt x="1878" y="1461"/>
                    <a:pt x="1860" y="1478"/>
                  </a:cubicBezTo>
                  <a:cubicBezTo>
                    <a:pt x="1832" y="1508"/>
                    <a:pt x="1805" y="1535"/>
                    <a:pt x="1777" y="1566"/>
                  </a:cubicBezTo>
                  <a:cubicBezTo>
                    <a:pt x="1753" y="1592"/>
                    <a:pt x="1728" y="1616"/>
                    <a:pt x="1704" y="1644"/>
                  </a:cubicBezTo>
                  <a:lnTo>
                    <a:pt x="1703" y="1645"/>
                  </a:lnTo>
                  <a:lnTo>
                    <a:pt x="1610" y="1749"/>
                  </a:lnTo>
                  <a:cubicBezTo>
                    <a:pt x="1597" y="1765"/>
                    <a:pt x="1583" y="1778"/>
                    <a:pt x="1570" y="1794"/>
                  </a:cubicBezTo>
                  <a:cubicBezTo>
                    <a:pt x="1549" y="1822"/>
                    <a:pt x="1524" y="1848"/>
                    <a:pt x="1502" y="1875"/>
                  </a:cubicBezTo>
                  <a:cubicBezTo>
                    <a:pt x="1493" y="1887"/>
                    <a:pt x="1484" y="1898"/>
                    <a:pt x="1476" y="1908"/>
                  </a:cubicBezTo>
                  <a:lnTo>
                    <a:pt x="1390" y="2012"/>
                  </a:lnTo>
                  <a:cubicBezTo>
                    <a:pt x="1383" y="2020"/>
                    <a:pt x="1378" y="2026"/>
                    <a:pt x="1372" y="2033"/>
                  </a:cubicBezTo>
                  <a:cubicBezTo>
                    <a:pt x="1349" y="2060"/>
                    <a:pt x="1327" y="2089"/>
                    <a:pt x="1305" y="2115"/>
                  </a:cubicBezTo>
                  <a:lnTo>
                    <a:pt x="1250" y="2188"/>
                  </a:lnTo>
                  <a:cubicBezTo>
                    <a:pt x="1228" y="2219"/>
                    <a:pt x="1205" y="2247"/>
                    <a:pt x="1184" y="2277"/>
                  </a:cubicBezTo>
                  <a:cubicBezTo>
                    <a:pt x="1184" y="2279"/>
                    <a:pt x="1181" y="2279"/>
                    <a:pt x="1181" y="2281"/>
                  </a:cubicBezTo>
                  <a:cubicBezTo>
                    <a:pt x="1161" y="2310"/>
                    <a:pt x="1139" y="2337"/>
                    <a:pt x="1119" y="2366"/>
                  </a:cubicBezTo>
                  <a:cubicBezTo>
                    <a:pt x="1082" y="2417"/>
                    <a:pt x="1048" y="2467"/>
                    <a:pt x="1014" y="2519"/>
                  </a:cubicBezTo>
                  <a:cubicBezTo>
                    <a:pt x="1009" y="2522"/>
                    <a:pt x="1007" y="2527"/>
                    <a:pt x="1002" y="2532"/>
                  </a:cubicBezTo>
                  <a:cubicBezTo>
                    <a:pt x="998" y="2543"/>
                    <a:pt x="989" y="2553"/>
                    <a:pt x="983" y="2561"/>
                  </a:cubicBezTo>
                  <a:cubicBezTo>
                    <a:pt x="968" y="2584"/>
                    <a:pt x="954" y="2603"/>
                    <a:pt x="941" y="2626"/>
                  </a:cubicBezTo>
                  <a:cubicBezTo>
                    <a:pt x="904" y="2681"/>
                    <a:pt x="869" y="2734"/>
                    <a:pt x="835" y="2791"/>
                  </a:cubicBezTo>
                  <a:cubicBezTo>
                    <a:pt x="814" y="2823"/>
                    <a:pt x="795" y="2859"/>
                    <a:pt x="774" y="2892"/>
                  </a:cubicBezTo>
                  <a:cubicBezTo>
                    <a:pt x="741" y="2945"/>
                    <a:pt x="709" y="3000"/>
                    <a:pt x="678" y="3057"/>
                  </a:cubicBezTo>
                  <a:cubicBezTo>
                    <a:pt x="659" y="3091"/>
                    <a:pt x="641" y="3128"/>
                    <a:pt x="620" y="3162"/>
                  </a:cubicBezTo>
                  <a:cubicBezTo>
                    <a:pt x="617" y="3169"/>
                    <a:pt x="613" y="3175"/>
                    <a:pt x="610" y="3180"/>
                  </a:cubicBezTo>
                  <a:cubicBezTo>
                    <a:pt x="609" y="3183"/>
                    <a:pt x="609" y="3185"/>
                    <a:pt x="605" y="3188"/>
                  </a:cubicBezTo>
                  <a:cubicBezTo>
                    <a:pt x="581" y="3234"/>
                    <a:pt x="557" y="3281"/>
                    <a:pt x="536" y="3326"/>
                  </a:cubicBezTo>
                  <a:cubicBezTo>
                    <a:pt x="516" y="3363"/>
                    <a:pt x="498" y="3402"/>
                    <a:pt x="481" y="3438"/>
                  </a:cubicBezTo>
                  <a:cubicBezTo>
                    <a:pt x="455" y="3491"/>
                    <a:pt x="430" y="3545"/>
                    <a:pt x="408" y="3598"/>
                  </a:cubicBezTo>
                  <a:cubicBezTo>
                    <a:pt x="390" y="3637"/>
                    <a:pt x="374" y="3678"/>
                    <a:pt x="357" y="3715"/>
                  </a:cubicBezTo>
                  <a:cubicBezTo>
                    <a:pt x="335" y="3768"/>
                    <a:pt x="314" y="3819"/>
                    <a:pt x="294" y="3872"/>
                  </a:cubicBezTo>
                  <a:cubicBezTo>
                    <a:pt x="278" y="3914"/>
                    <a:pt x="263" y="3955"/>
                    <a:pt x="247" y="3997"/>
                  </a:cubicBezTo>
                  <a:cubicBezTo>
                    <a:pt x="229" y="4047"/>
                    <a:pt x="213" y="4096"/>
                    <a:pt x="197" y="4148"/>
                  </a:cubicBezTo>
                  <a:cubicBezTo>
                    <a:pt x="182" y="4191"/>
                    <a:pt x="171" y="4233"/>
                    <a:pt x="158" y="4279"/>
                  </a:cubicBezTo>
                  <a:cubicBezTo>
                    <a:pt x="143" y="4327"/>
                    <a:pt x="132" y="4374"/>
                    <a:pt x="119" y="4423"/>
                  </a:cubicBezTo>
                  <a:cubicBezTo>
                    <a:pt x="108" y="4468"/>
                    <a:pt x="98" y="4514"/>
                    <a:pt x="87" y="4561"/>
                  </a:cubicBezTo>
                  <a:cubicBezTo>
                    <a:pt x="77" y="4605"/>
                    <a:pt x="67" y="4652"/>
                    <a:pt x="59" y="4695"/>
                  </a:cubicBezTo>
                  <a:cubicBezTo>
                    <a:pt x="51" y="4744"/>
                    <a:pt x="43" y="4791"/>
                    <a:pt x="36" y="4838"/>
                  </a:cubicBezTo>
                  <a:cubicBezTo>
                    <a:pt x="30" y="4880"/>
                    <a:pt x="25" y="4925"/>
                    <a:pt x="20" y="4968"/>
                  </a:cubicBezTo>
                  <a:cubicBezTo>
                    <a:pt x="14" y="5016"/>
                    <a:pt x="12" y="5066"/>
                    <a:pt x="9" y="5115"/>
                  </a:cubicBezTo>
                  <a:lnTo>
                    <a:pt x="2" y="5237"/>
                  </a:lnTo>
                  <a:cubicBezTo>
                    <a:pt x="1" y="5287"/>
                    <a:pt x="2" y="5339"/>
                    <a:pt x="2" y="5389"/>
                  </a:cubicBezTo>
                  <a:cubicBezTo>
                    <a:pt x="9" y="5418"/>
                    <a:pt x="9" y="5454"/>
                    <a:pt x="12" y="5493"/>
                  </a:cubicBezTo>
                  <a:cubicBezTo>
                    <a:pt x="17" y="5545"/>
                    <a:pt x="20" y="5596"/>
                    <a:pt x="27" y="5647"/>
                  </a:cubicBezTo>
                  <a:cubicBezTo>
                    <a:pt x="32" y="5681"/>
                    <a:pt x="35" y="5715"/>
                    <a:pt x="41" y="5752"/>
                  </a:cubicBezTo>
                  <a:cubicBezTo>
                    <a:pt x="49" y="5804"/>
                    <a:pt x="61" y="5854"/>
                    <a:pt x="72" y="5908"/>
                  </a:cubicBezTo>
                  <a:cubicBezTo>
                    <a:pt x="80" y="5940"/>
                    <a:pt x="85" y="5972"/>
                    <a:pt x="93" y="6005"/>
                  </a:cubicBezTo>
                  <a:cubicBezTo>
                    <a:pt x="108" y="6057"/>
                    <a:pt x="126" y="6110"/>
                    <a:pt x="142" y="6160"/>
                  </a:cubicBezTo>
                  <a:cubicBezTo>
                    <a:pt x="153" y="6191"/>
                    <a:pt x="163" y="6219"/>
                    <a:pt x="173" y="6250"/>
                  </a:cubicBezTo>
                  <a:cubicBezTo>
                    <a:pt x="194" y="6303"/>
                    <a:pt x="218" y="6353"/>
                    <a:pt x="242" y="6403"/>
                  </a:cubicBezTo>
                  <a:cubicBezTo>
                    <a:pt x="254" y="6429"/>
                    <a:pt x="267" y="6459"/>
                    <a:pt x="280" y="6485"/>
                  </a:cubicBezTo>
                  <a:cubicBezTo>
                    <a:pt x="286" y="6497"/>
                    <a:pt x="293" y="6510"/>
                    <a:pt x="299" y="6523"/>
                  </a:cubicBezTo>
                  <a:cubicBezTo>
                    <a:pt x="299" y="6520"/>
                    <a:pt x="299" y="6517"/>
                    <a:pt x="296" y="6514"/>
                  </a:cubicBezTo>
                  <a:cubicBezTo>
                    <a:pt x="173" y="5966"/>
                    <a:pt x="231" y="5251"/>
                    <a:pt x="471" y="4488"/>
                  </a:cubicBezTo>
                  <a:lnTo>
                    <a:pt x="471" y="4485"/>
                  </a:lnTo>
                  <a:cubicBezTo>
                    <a:pt x="592" y="4097"/>
                    <a:pt x="763" y="3694"/>
                    <a:pt x="976" y="3293"/>
                  </a:cubicBezTo>
                  <a:cubicBezTo>
                    <a:pt x="1203" y="2870"/>
                    <a:pt x="1479" y="2451"/>
                    <a:pt x="1809" y="2052"/>
                  </a:cubicBezTo>
                  <a:cubicBezTo>
                    <a:pt x="1811" y="2050"/>
                    <a:pt x="1814" y="2046"/>
                    <a:pt x="1818" y="2044"/>
                  </a:cubicBezTo>
                  <a:cubicBezTo>
                    <a:pt x="2500" y="1216"/>
                    <a:pt x="3398" y="478"/>
                    <a:pt x="451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
            <p:cNvSpPr/>
            <p:nvPr/>
          </p:nvSpPr>
          <p:spPr>
            <a:xfrm>
              <a:off x="3149831" y="2778290"/>
              <a:ext cx="225409" cy="458701"/>
            </a:xfrm>
            <a:custGeom>
              <a:rect b="b" l="l" r="r" t="t"/>
              <a:pathLst>
                <a:path extrusionOk="0" h="19261" w="9465">
                  <a:moveTo>
                    <a:pt x="1624" y="0"/>
                  </a:moveTo>
                  <a:cubicBezTo>
                    <a:pt x="1605" y="34"/>
                    <a:pt x="1587" y="67"/>
                    <a:pt x="1569" y="102"/>
                  </a:cubicBezTo>
                  <a:cubicBezTo>
                    <a:pt x="1441" y="337"/>
                    <a:pt x="1319" y="571"/>
                    <a:pt x="1204" y="801"/>
                  </a:cubicBezTo>
                  <a:cubicBezTo>
                    <a:pt x="733" y="1749"/>
                    <a:pt x="370" y="2671"/>
                    <a:pt x="170" y="3528"/>
                  </a:cubicBezTo>
                  <a:cubicBezTo>
                    <a:pt x="89" y="3872"/>
                    <a:pt x="36" y="4209"/>
                    <a:pt x="12" y="4528"/>
                  </a:cubicBezTo>
                  <a:cubicBezTo>
                    <a:pt x="0" y="4668"/>
                    <a:pt x="41" y="4799"/>
                    <a:pt x="120" y="4919"/>
                  </a:cubicBezTo>
                  <a:cubicBezTo>
                    <a:pt x="438" y="5859"/>
                    <a:pt x="1329" y="7711"/>
                    <a:pt x="2402" y="9792"/>
                  </a:cubicBezTo>
                  <a:cubicBezTo>
                    <a:pt x="2588" y="10157"/>
                    <a:pt x="2780" y="10526"/>
                    <a:pt x="2977" y="10902"/>
                  </a:cubicBezTo>
                  <a:cubicBezTo>
                    <a:pt x="3003" y="10951"/>
                    <a:pt x="3028" y="11000"/>
                    <a:pt x="3053" y="11048"/>
                  </a:cubicBezTo>
                  <a:cubicBezTo>
                    <a:pt x="3079" y="11095"/>
                    <a:pt x="3104" y="11145"/>
                    <a:pt x="3131" y="11194"/>
                  </a:cubicBezTo>
                  <a:cubicBezTo>
                    <a:pt x="3165" y="11257"/>
                    <a:pt x="3198" y="11320"/>
                    <a:pt x="3232" y="11385"/>
                  </a:cubicBezTo>
                  <a:lnTo>
                    <a:pt x="3360" y="11628"/>
                  </a:lnTo>
                  <a:cubicBezTo>
                    <a:pt x="3877" y="12607"/>
                    <a:pt x="4407" y="13591"/>
                    <a:pt x="4914" y="14520"/>
                  </a:cubicBezTo>
                  <a:cubicBezTo>
                    <a:pt x="5011" y="14700"/>
                    <a:pt x="5108" y="14876"/>
                    <a:pt x="5206" y="15050"/>
                  </a:cubicBezTo>
                  <a:cubicBezTo>
                    <a:pt x="5233" y="15103"/>
                    <a:pt x="5264" y="15155"/>
                    <a:pt x="5292" y="15208"/>
                  </a:cubicBezTo>
                  <a:cubicBezTo>
                    <a:pt x="5533" y="15646"/>
                    <a:pt x="5763" y="16066"/>
                    <a:pt x="5985" y="16463"/>
                  </a:cubicBezTo>
                  <a:cubicBezTo>
                    <a:pt x="6151" y="16763"/>
                    <a:pt x="6311" y="17048"/>
                    <a:pt x="6463" y="17315"/>
                  </a:cubicBezTo>
                  <a:cubicBezTo>
                    <a:pt x="6624" y="17599"/>
                    <a:pt x="6773" y="17865"/>
                    <a:pt x="6912" y="18104"/>
                  </a:cubicBezTo>
                  <a:cubicBezTo>
                    <a:pt x="6980" y="18223"/>
                    <a:pt x="7042" y="18331"/>
                    <a:pt x="7103" y="18437"/>
                  </a:cubicBezTo>
                  <a:cubicBezTo>
                    <a:pt x="7126" y="18437"/>
                    <a:pt x="7146" y="18440"/>
                    <a:pt x="7168" y="18442"/>
                  </a:cubicBezTo>
                  <a:cubicBezTo>
                    <a:pt x="7342" y="18450"/>
                    <a:pt x="7491" y="18489"/>
                    <a:pt x="7614" y="18545"/>
                  </a:cubicBezTo>
                  <a:cubicBezTo>
                    <a:pt x="7914" y="18680"/>
                    <a:pt x="8076" y="18905"/>
                    <a:pt x="8133" y="18978"/>
                  </a:cubicBezTo>
                  <a:cubicBezTo>
                    <a:pt x="8198" y="19062"/>
                    <a:pt x="8463" y="19260"/>
                    <a:pt x="8781" y="19260"/>
                  </a:cubicBezTo>
                  <a:cubicBezTo>
                    <a:pt x="8867" y="19260"/>
                    <a:pt x="8956" y="19246"/>
                    <a:pt x="9047" y="19211"/>
                  </a:cubicBezTo>
                  <a:cubicBezTo>
                    <a:pt x="9392" y="19077"/>
                    <a:pt x="9465" y="18850"/>
                    <a:pt x="9460" y="18620"/>
                  </a:cubicBezTo>
                  <a:cubicBezTo>
                    <a:pt x="9445" y="18578"/>
                    <a:pt x="9427" y="18537"/>
                    <a:pt x="9406" y="18493"/>
                  </a:cubicBezTo>
                  <a:cubicBezTo>
                    <a:pt x="9202" y="18103"/>
                    <a:pt x="9016" y="17704"/>
                    <a:pt x="8838" y="17305"/>
                  </a:cubicBezTo>
                  <a:cubicBezTo>
                    <a:pt x="8669" y="16923"/>
                    <a:pt x="8509" y="16539"/>
                    <a:pt x="8359" y="16155"/>
                  </a:cubicBezTo>
                  <a:cubicBezTo>
                    <a:pt x="8121" y="15545"/>
                    <a:pt x="7906" y="14935"/>
                    <a:pt x="7703" y="14327"/>
                  </a:cubicBezTo>
                  <a:cubicBezTo>
                    <a:pt x="7520" y="13779"/>
                    <a:pt x="7350" y="13231"/>
                    <a:pt x="7188" y="12695"/>
                  </a:cubicBezTo>
                  <a:cubicBezTo>
                    <a:pt x="6925" y="11818"/>
                    <a:pt x="6679" y="10964"/>
                    <a:pt x="6434" y="10150"/>
                  </a:cubicBezTo>
                  <a:cubicBezTo>
                    <a:pt x="6398" y="10029"/>
                    <a:pt x="6361" y="9907"/>
                    <a:pt x="6322" y="9786"/>
                  </a:cubicBezTo>
                  <a:cubicBezTo>
                    <a:pt x="6319" y="9773"/>
                    <a:pt x="6317" y="9763"/>
                    <a:pt x="6313" y="9752"/>
                  </a:cubicBezTo>
                  <a:lnTo>
                    <a:pt x="6277" y="9630"/>
                  </a:lnTo>
                  <a:cubicBezTo>
                    <a:pt x="6206" y="9403"/>
                    <a:pt x="6138" y="9180"/>
                    <a:pt x="6066" y="8961"/>
                  </a:cubicBezTo>
                  <a:cubicBezTo>
                    <a:pt x="6037" y="8872"/>
                    <a:pt x="6008" y="8781"/>
                    <a:pt x="5977" y="8693"/>
                  </a:cubicBezTo>
                  <a:cubicBezTo>
                    <a:pt x="5904" y="8475"/>
                    <a:pt x="5830" y="8261"/>
                    <a:pt x="5753" y="8052"/>
                  </a:cubicBezTo>
                  <a:cubicBezTo>
                    <a:pt x="5434" y="7170"/>
                    <a:pt x="5087" y="6381"/>
                    <a:pt x="4674" y="5711"/>
                  </a:cubicBezTo>
                  <a:cubicBezTo>
                    <a:pt x="4666" y="5718"/>
                    <a:pt x="4656" y="5720"/>
                    <a:pt x="4647" y="5720"/>
                  </a:cubicBezTo>
                  <a:cubicBezTo>
                    <a:pt x="4625" y="5720"/>
                    <a:pt x="4608" y="5710"/>
                    <a:pt x="4598" y="5692"/>
                  </a:cubicBezTo>
                  <a:cubicBezTo>
                    <a:pt x="4489" y="5515"/>
                    <a:pt x="4358" y="5332"/>
                    <a:pt x="4214" y="5157"/>
                  </a:cubicBezTo>
                  <a:cubicBezTo>
                    <a:pt x="3823" y="4681"/>
                    <a:pt x="3334" y="4266"/>
                    <a:pt x="2937" y="4201"/>
                  </a:cubicBezTo>
                  <a:cubicBezTo>
                    <a:pt x="2906" y="4195"/>
                    <a:pt x="2883" y="4165"/>
                    <a:pt x="2890" y="4133"/>
                  </a:cubicBezTo>
                  <a:cubicBezTo>
                    <a:pt x="2893" y="4108"/>
                    <a:pt x="2914" y="4086"/>
                    <a:pt x="2943" y="4086"/>
                  </a:cubicBezTo>
                  <a:cubicBezTo>
                    <a:pt x="2947" y="4086"/>
                    <a:pt x="2951" y="4087"/>
                    <a:pt x="2956" y="4088"/>
                  </a:cubicBezTo>
                  <a:cubicBezTo>
                    <a:pt x="3117" y="4114"/>
                    <a:pt x="3285" y="4188"/>
                    <a:pt x="3451" y="4295"/>
                  </a:cubicBezTo>
                  <a:cubicBezTo>
                    <a:pt x="3744" y="4485"/>
                    <a:pt x="4034" y="4768"/>
                    <a:pt x="4274" y="5053"/>
                  </a:cubicBezTo>
                  <a:lnTo>
                    <a:pt x="4274" y="5052"/>
                  </a:lnTo>
                  <a:cubicBezTo>
                    <a:pt x="4318" y="4951"/>
                    <a:pt x="4366" y="4854"/>
                    <a:pt x="4415" y="4757"/>
                  </a:cubicBezTo>
                  <a:cubicBezTo>
                    <a:pt x="4914" y="3780"/>
                    <a:pt x="5645" y="2856"/>
                    <a:pt x="6514" y="1969"/>
                  </a:cubicBezTo>
                  <a:cubicBezTo>
                    <a:pt x="5183" y="1898"/>
                    <a:pt x="3869" y="1491"/>
                    <a:pt x="2726" y="801"/>
                  </a:cubicBezTo>
                  <a:cubicBezTo>
                    <a:pt x="2337" y="566"/>
                    <a:pt x="1966" y="299"/>
                    <a:pt x="1624"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
            <p:cNvSpPr/>
            <p:nvPr/>
          </p:nvSpPr>
          <p:spPr>
            <a:xfrm>
              <a:off x="3377526" y="2478102"/>
              <a:ext cx="179756" cy="69397"/>
            </a:xfrm>
            <a:custGeom>
              <a:rect b="b" l="l" r="r" t="t"/>
              <a:pathLst>
                <a:path extrusionOk="0" h="2914" w="7548">
                  <a:moveTo>
                    <a:pt x="7415" y="0"/>
                  </a:moveTo>
                  <a:lnTo>
                    <a:pt x="7415" y="2"/>
                  </a:lnTo>
                  <a:cubicBezTo>
                    <a:pt x="7462" y="80"/>
                    <a:pt x="7504" y="161"/>
                    <a:pt x="7547" y="238"/>
                  </a:cubicBezTo>
                  <a:lnTo>
                    <a:pt x="7547" y="238"/>
                  </a:lnTo>
                  <a:cubicBezTo>
                    <a:pt x="7504" y="161"/>
                    <a:pt x="7462" y="80"/>
                    <a:pt x="7415" y="0"/>
                  </a:cubicBezTo>
                  <a:close/>
                  <a:moveTo>
                    <a:pt x="7414" y="0"/>
                  </a:moveTo>
                  <a:lnTo>
                    <a:pt x="1" y="2912"/>
                  </a:lnTo>
                  <a:lnTo>
                    <a:pt x="1" y="2914"/>
                  </a:lnTo>
                  <a:lnTo>
                    <a:pt x="7415" y="0"/>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
            <p:cNvSpPr/>
            <p:nvPr/>
          </p:nvSpPr>
          <p:spPr>
            <a:xfrm>
              <a:off x="3046307" y="2234213"/>
              <a:ext cx="143" cy="95"/>
            </a:xfrm>
            <a:custGeom>
              <a:rect b="b" l="l" r="r" t="t"/>
              <a:pathLst>
                <a:path extrusionOk="0" h="4" w="6">
                  <a:moveTo>
                    <a:pt x="1" y="0"/>
                  </a:moveTo>
                  <a:lnTo>
                    <a:pt x="1" y="2"/>
                  </a:lnTo>
                  <a:cubicBezTo>
                    <a:pt x="2" y="2"/>
                    <a:pt x="4" y="2"/>
                    <a:pt x="5" y="4"/>
                  </a:cubicBezTo>
                  <a:cubicBezTo>
                    <a:pt x="4" y="2"/>
                    <a:pt x="2" y="2"/>
                    <a:pt x="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
            <p:cNvSpPr/>
            <p:nvPr/>
          </p:nvSpPr>
          <p:spPr>
            <a:xfrm>
              <a:off x="3035733" y="2268982"/>
              <a:ext cx="56227" cy="74708"/>
            </a:xfrm>
            <a:custGeom>
              <a:rect b="b" l="l" r="r" t="t"/>
              <a:pathLst>
                <a:path extrusionOk="0" h="3137" w="2361">
                  <a:moveTo>
                    <a:pt x="1320" y="0"/>
                  </a:moveTo>
                  <a:cubicBezTo>
                    <a:pt x="1060" y="229"/>
                    <a:pt x="637" y="527"/>
                    <a:pt x="161" y="723"/>
                  </a:cubicBezTo>
                  <a:cubicBezTo>
                    <a:pt x="274" y="1295"/>
                    <a:pt x="155" y="2002"/>
                    <a:pt x="1" y="2553"/>
                  </a:cubicBezTo>
                  <a:cubicBezTo>
                    <a:pt x="281" y="2731"/>
                    <a:pt x="550" y="2926"/>
                    <a:pt x="803" y="3136"/>
                  </a:cubicBezTo>
                  <a:cubicBezTo>
                    <a:pt x="832" y="2845"/>
                    <a:pt x="934" y="2470"/>
                    <a:pt x="1088" y="2081"/>
                  </a:cubicBezTo>
                  <a:cubicBezTo>
                    <a:pt x="1094" y="2065"/>
                    <a:pt x="1101" y="2049"/>
                    <a:pt x="1109" y="2033"/>
                  </a:cubicBezTo>
                  <a:cubicBezTo>
                    <a:pt x="1133" y="1970"/>
                    <a:pt x="1159" y="1910"/>
                    <a:pt x="1188" y="1846"/>
                  </a:cubicBezTo>
                  <a:cubicBezTo>
                    <a:pt x="1200" y="1820"/>
                    <a:pt x="1210" y="1793"/>
                    <a:pt x="1223" y="1767"/>
                  </a:cubicBezTo>
                  <a:cubicBezTo>
                    <a:pt x="1248" y="1710"/>
                    <a:pt x="1274" y="1654"/>
                    <a:pt x="1304" y="1597"/>
                  </a:cubicBezTo>
                  <a:cubicBezTo>
                    <a:pt x="1320" y="1564"/>
                    <a:pt x="1336" y="1534"/>
                    <a:pt x="1352" y="1504"/>
                  </a:cubicBezTo>
                  <a:cubicBezTo>
                    <a:pt x="1378" y="1451"/>
                    <a:pt x="1407" y="1399"/>
                    <a:pt x="1435" y="1346"/>
                  </a:cubicBezTo>
                  <a:cubicBezTo>
                    <a:pt x="1456" y="1310"/>
                    <a:pt x="1475" y="1274"/>
                    <a:pt x="1496" y="1240"/>
                  </a:cubicBezTo>
                  <a:cubicBezTo>
                    <a:pt x="1540" y="1164"/>
                    <a:pt x="1586" y="1088"/>
                    <a:pt x="1631" y="1015"/>
                  </a:cubicBezTo>
                  <a:cubicBezTo>
                    <a:pt x="1662" y="970"/>
                    <a:pt x="1691" y="923"/>
                    <a:pt x="1720" y="876"/>
                  </a:cubicBezTo>
                  <a:cubicBezTo>
                    <a:pt x="1744" y="840"/>
                    <a:pt x="1772" y="804"/>
                    <a:pt x="1798" y="769"/>
                  </a:cubicBezTo>
                  <a:cubicBezTo>
                    <a:pt x="1825" y="730"/>
                    <a:pt x="1855" y="689"/>
                    <a:pt x="1882" y="654"/>
                  </a:cubicBezTo>
                  <a:cubicBezTo>
                    <a:pt x="1910" y="618"/>
                    <a:pt x="1937" y="586"/>
                    <a:pt x="1963" y="551"/>
                  </a:cubicBezTo>
                  <a:cubicBezTo>
                    <a:pt x="1992" y="517"/>
                    <a:pt x="2020" y="483"/>
                    <a:pt x="2051" y="451"/>
                  </a:cubicBezTo>
                  <a:cubicBezTo>
                    <a:pt x="2080" y="419"/>
                    <a:pt x="2107" y="389"/>
                    <a:pt x="2137" y="359"/>
                  </a:cubicBezTo>
                  <a:cubicBezTo>
                    <a:pt x="2164" y="329"/>
                    <a:pt x="2195" y="300"/>
                    <a:pt x="2222" y="274"/>
                  </a:cubicBezTo>
                  <a:cubicBezTo>
                    <a:pt x="2252" y="248"/>
                    <a:pt x="2282" y="219"/>
                    <a:pt x="2310" y="195"/>
                  </a:cubicBezTo>
                  <a:cubicBezTo>
                    <a:pt x="2326" y="180"/>
                    <a:pt x="2344" y="167"/>
                    <a:pt x="2360" y="154"/>
                  </a:cubicBezTo>
                  <a:lnTo>
                    <a:pt x="2360" y="154"/>
                  </a:lnTo>
                  <a:cubicBezTo>
                    <a:pt x="2343" y="155"/>
                    <a:pt x="2327" y="155"/>
                    <a:pt x="2310" y="155"/>
                  </a:cubicBezTo>
                  <a:cubicBezTo>
                    <a:pt x="1977" y="155"/>
                    <a:pt x="1645" y="108"/>
                    <a:pt x="13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
            <p:cNvSpPr/>
            <p:nvPr/>
          </p:nvSpPr>
          <p:spPr>
            <a:xfrm>
              <a:off x="3046307" y="2228616"/>
              <a:ext cx="834" cy="5620"/>
            </a:xfrm>
            <a:custGeom>
              <a:rect b="b" l="l" r="r" t="t"/>
              <a:pathLst>
                <a:path extrusionOk="0" h="236" w="35">
                  <a:moveTo>
                    <a:pt x="35" y="0"/>
                  </a:moveTo>
                  <a:cubicBezTo>
                    <a:pt x="25" y="80"/>
                    <a:pt x="15" y="157"/>
                    <a:pt x="1" y="235"/>
                  </a:cubicBezTo>
                  <a:cubicBezTo>
                    <a:pt x="17" y="161"/>
                    <a:pt x="27" y="81"/>
                    <a:pt x="3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
            <p:cNvSpPr/>
            <p:nvPr/>
          </p:nvSpPr>
          <p:spPr>
            <a:xfrm>
              <a:off x="2885127" y="2260909"/>
              <a:ext cx="116860" cy="103786"/>
            </a:xfrm>
            <a:custGeom>
              <a:rect b="b" l="l" r="r" t="t"/>
              <a:pathLst>
                <a:path extrusionOk="0" h="4358" w="4907">
                  <a:moveTo>
                    <a:pt x="1283" y="249"/>
                  </a:moveTo>
                  <a:cubicBezTo>
                    <a:pt x="1438" y="249"/>
                    <a:pt x="1594" y="303"/>
                    <a:pt x="1714" y="403"/>
                  </a:cubicBezTo>
                  <a:cubicBezTo>
                    <a:pt x="1761" y="442"/>
                    <a:pt x="1737" y="532"/>
                    <a:pt x="1702" y="581"/>
                  </a:cubicBezTo>
                  <a:cubicBezTo>
                    <a:pt x="1652" y="573"/>
                    <a:pt x="1598" y="569"/>
                    <a:pt x="1545" y="569"/>
                  </a:cubicBezTo>
                  <a:cubicBezTo>
                    <a:pt x="1478" y="569"/>
                    <a:pt x="1411" y="575"/>
                    <a:pt x="1349" y="591"/>
                  </a:cubicBezTo>
                  <a:cubicBezTo>
                    <a:pt x="1205" y="625"/>
                    <a:pt x="1049" y="769"/>
                    <a:pt x="1009" y="913"/>
                  </a:cubicBezTo>
                  <a:cubicBezTo>
                    <a:pt x="865" y="889"/>
                    <a:pt x="733" y="800"/>
                    <a:pt x="657" y="677"/>
                  </a:cubicBezTo>
                  <a:cubicBezTo>
                    <a:pt x="732" y="477"/>
                    <a:pt x="910" y="325"/>
                    <a:pt x="1114" y="271"/>
                  </a:cubicBezTo>
                  <a:cubicBezTo>
                    <a:pt x="1169" y="257"/>
                    <a:pt x="1226" y="249"/>
                    <a:pt x="1283" y="249"/>
                  </a:cubicBezTo>
                  <a:close/>
                  <a:moveTo>
                    <a:pt x="1584" y="1151"/>
                  </a:moveTo>
                  <a:cubicBezTo>
                    <a:pt x="1756" y="1151"/>
                    <a:pt x="2008" y="1439"/>
                    <a:pt x="1871" y="1565"/>
                  </a:cubicBezTo>
                  <a:cubicBezTo>
                    <a:pt x="1835" y="1599"/>
                    <a:pt x="1796" y="1613"/>
                    <a:pt x="1756" y="1613"/>
                  </a:cubicBezTo>
                  <a:cubicBezTo>
                    <a:pt x="1572" y="1613"/>
                    <a:pt x="1388" y="1292"/>
                    <a:pt x="1500" y="1184"/>
                  </a:cubicBezTo>
                  <a:cubicBezTo>
                    <a:pt x="1523" y="1161"/>
                    <a:pt x="1553" y="1151"/>
                    <a:pt x="1584" y="1151"/>
                  </a:cubicBezTo>
                  <a:close/>
                  <a:moveTo>
                    <a:pt x="2270" y="2734"/>
                  </a:moveTo>
                  <a:cubicBezTo>
                    <a:pt x="2274" y="2734"/>
                    <a:pt x="2276" y="2736"/>
                    <a:pt x="2278" y="2738"/>
                  </a:cubicBezTo>
                  <a:cubicBezTo>
                    <a:pt x="2328" y="2836"/>
                    <a:pt x="2126" y="2969"/>
                    <a:pt x="2038" y="2969"/>
                  </a:cubicBezTo>
                  <a:cubicBezTo>
                    <a:pt x="2028" y="2969"/>
                    <a:pt x="2019" y="2967"/>
                    <a:pt x="2012" y="2963"/>
                  </a:cubicBezTo>
                  <a:cubicBezTo>
                    <a:pt x="1958" y="2929"/>
                    <a:pt x="2217" y="2734"/>
                    <a:pt x="2270" y="2734"/>
                  </a:cubicBezTo>
                  <a:close/>
                  <a:moveTo>
                    <a:pt x="1631" y="1"/>
                  </a:moveTo>
                  <a:lnTo>
                    <a:pt x="33" y="420"/>
                  </a:lnTo>
                  <a:cubicBezTo>
                    <a:pt x="7" y="516"/>
                    <a:pt x="1" y="607"/>
                    <a:pt x="17" y="690"/>
                  </a:cubicBezTo>
                  <a:lnTo>
                    <a:pt x="14" y="688"/>
                  </a:lnTo>
                  <a:lnTo>
                    <a:pt x="14" y="688"/>
                  </a:lnTo>
                  <a:cubicBezTo>
                    <a:pt x="184" y="1019"/>
                    <a:pt x="352" y="1265"/>
                    <a:pt x="450" y="1335"/>
                  </a:cubicBezTo>
                  <a:cubicBezTo>
                    <a:pt x="711" y="1518"/>
                    <a:pt x="1113" y="1548"/>
                    <a:pt x="1113" y="1548"/>
                  </a:cubicBezTo>
                  <a:cubicBezTo>
                    <a:pt x="1545" y="2083"/>
                    <a:pt x="1437" y="2741"/>
                    <a:pt x="1638" y="3137"/>
                  </a:cubicBezTo>
                  <a:cubicBezTo>
                    <a:pt x="1653" y="3168"/>
                    <a:pt x="1705" y="3185"/>
                    <a:pt x="1775" y="3185"/>
                  </a:cubicBezTo>
                  <a:cubicBezTo>
                    <a:pt x="1887" y="3185"/>
                    <a:pt x="2046" y="3142"/>
                    <a:pt x="2181" y="3046"/>
                  </a:cubicBezTo>
                  <a:cubicBezTo>
                    <a:pt x="2313" y="3208"/>
                    <a:pt x="2472" y="3385"/>
                    <a:pt x="2644" y="3552"/>
                  </a:cubicBezTo>
                  <a:cubicBezTo>
                    <a:pt x="2735" y="3487"/>
                    <a:pt x="3023" y="3223"/>
                    <a:pt x="3276" y="2898"/>
                  </a:cubicBezTo>
                  <a:cubicBezTo>
                    <a:pt x="3288" y="2884"/>
                    <a:pt x="3306" y="2876"/>
                    <a:pt x="3324" y="2876"/>
                  </a:cubicBezTo>
                  <a:cubicBezTo>
                    <a:pt x="3336" y="2876"/>
                    <a:pt x="3347" y="2879"/>
                    <a:pt x="3357" y="2887"/>
                  </a:cubicBezTo>
                  <a:cubicBezTo>
                    <a:pt x="3381" y="2908"/>
                    <a:pt x="3388" y="2944"/>
                    <a:pt x="3367" y="2968"/>
                  </a:cubicBezTo>
                  <a:cubicBezTo>
                    <a:pt x="3116" y="3291"/>
                    <a:pt x="2839" y="3548"/>
                    <a:pt x="2727" y="3633"/>
                  </a:cubicBezTo>
                  <a:cubicBezTo>
                    <a:pt x="3142" y="4025"/>
                    <a:pt x="3633" y="4357"/>
                    <a:pt x="4088" y="4357"/>
                  </a:cubicBezTo>
                  <a:cubicBezTo>
                    <a:pt x="4394" y="4357"/>
                    <a:pt x="4665" y="4244"/>
                    <a:pt x="4906" y="4052"/>
                  </a:cubicBezTo>
                  <a:cubicBezTo>
                    <a:pt x="4900" y="4044"/>
                    <a:pt x="4890" y="4038"/>
                    <a:pt x="4889" y="4028"/>
                  </a:cubicBezTo>
                  <a:cubicBezTo>
                    <a:pt x="4652" y="3338"/>
                    <a:pt x="3798" y="1861"/>
                    <a:pt x="3064" y="719"/>
                  </a:cubicBezTo>
                  <a:cubicBezTo>
                    <a:pt x="2968" y="854"/>
                    <a:pt x="2853" y="942"/>
                    <a:pt x="2707" y="942"/>
                  </a:cubicBezTo>
                  <a:cubicBezTo>
                    <a:pt x="2459" y="942"/>
                    <a:pt x="2121" y="691"/>
                    <a:pt x="163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
            <p:cNvSpPr/>
            <p:nvPr/>
          </p:nvSpPr>
          <p:spPr>
            <a:xfrm>
              <a:off x="2955262" y="2244596"/>
              <a:ext cx="78494" cy="110025"/>
            </a:xfrm>
            <a:custGeom>
              <a:rect b="b" l="l" r="r" t="t"/>
              <a:pathLst>
                <a:path extrusionOk="0" h="4620" w="3296">
                  <a:moveTo>
                    <a:pt x="1307" y="0"/>
                  </a:moveTo>
                  <a:lnTo>
                    <a:pt x="762" y="143"/>
                  </a:lnTo>
                  <a:cubicBezTo>
                    <a:pt x="696" y="418"/>
                    <a:pt x="730" y="715"/>
                    <a:pt x="850" y="969"/>
                  </a:cubicBezTo>
                  <a:cubicBezTo>
                    <a:pt x="906" y="767"/>
                    <a:pt x="1026" y="592"/>
                    <a:pt x="1177" y="506"/>
                  </a:cubicBezTo>
                  <a:cubicBezTo>
                    <a:pt x="1187" y="501"/>
                    <a:pt x="1197" y="498"/>
                    <a:pt x="1206" y="498"/>
                  </a:cubicBezTo>
                  <a:cubicBezTo>
                    <a:pt x="1227" y="498"/>
                    <a:pt x="1246" y="509"/>
                    <a:pt x="1257" y="529"/>
                  </a:cubicBezTo>
                  <a:cubicBezTo>
                    <a:pt x="1273" y="556"/>
                    <a:pt x="1263" y="592"/>
                    <a:pt x="1234" y="608"/>
                  </a:cubicBezTo>
                  <a:cubicBezTo>
                    <a:pt x="1081" y="692"/>
                    <a:pt x="963" y="903"/>
                    <a:pt x="936" y="1127"/>
                  </a:cubicBezTo>
                  <a:cubicBezTo>
                    <a:pt x="984" y="1201"/>
                    <a:pt x="1039" y="1272"/>
                    <a:pt x="1104" y="1334"/>
                  </a:cubicBezTo>
                  <a:cubicBezTo>
                    <a:pt x="1122" y="1350"/>
                    <a:pt x="1122" y="1375"/>
                    <a:pt x="1114" y="1397"/>
                  </a:cubicBezTo>
                  <a:cubicBezTo>
                    <a:pt x="1112" y="1404"/>
                    <a:pt x="1112" y="1412"/>
                    <a:pt x="1106" y="1418"/>
                  </a:cubicBezTo>
                  <a:cubicBezTo>
                    <a:pt x="1094" y="1430"/>
                    <a:pt x="1080" y="1436"/>
                    <a:pt x="1065" y="1436"/>
                  </a:cubicBezTo>
                  <a:cubicBezTo>
                    <a:pt x="1052" y="1436"/>
                    <a:pt x="1038" y="1430"/>
                    <a:pt x="1025" y="1420"/>
                  </a:cubicBezTo>
                  <a:cubicBezTo>
                    <a:pt x="1009" y="1404"/>
                    <a:pt x="996" y="1386"/>
                    <a:pt x="979" y="1368"/>
                  </a:cubicBezTo>
                  <a:cubicBezTo>
                    <a:pt x="926" y="1311"/>
                    <a:pt x="877" y="1250"/>
                    <a:pt x="835" y="1185"/>
                  </a:cubicBezTo>
                  <a:cubicBezTo>
                    <a:pt x="834" y="1183"/>
                    <a:pt x="830" y="1178"/>
                    <a:pt x="829" y="1175"/>
                  </a:cubicBezTo>
                  <a:cubicBezTo>
                    <a:pt x="644" y="880"/>
                    <a:pt x="571" y="520"/>
                    <a:pt x="636" y="178"/>
                  </a:cubicBezTo>
                  <a:lnTo>
                    <a:pt x="636" y="178"/>
                  </a:lnTo>
                  <a:lnTo>
                    <a:pt x="13" y="342"/>
                  </a:lnTo>
                  <a:cubicBezTo>
                    <a:pt x="1" y="580"/>
                    <a:pt x="73" y="838"/>
                    <a:pt x="205" y="1021"/>
                  </a:cubicBezTo>
                  <a:cubicBezTo>
                    <a:pt x="253" y="1089"/>
                    <a:pt x="318" y="1162"/>
                    <a:pt x="389" y="1235"/>
                  </a:cubicBezTo>
                  <a:lnTo>
                    <a:pt x="236" y="1201"/>
                  </a:lnTo>
                  <a:cubicBezTo>
                    <a:pt x="231" y="1211"/>
                    <a:pt x="226" y="1219"/>
                    <a:pt x="221" y="1227"/>
                  </a:cubicBezTo>
                  <a:cubicBezTo>
                    <a:pt x="963" y="2370"/>
                    <a:pt x="1833" y="3874"/>
                    <a:pt x="2102" y="4619"/>
                  </a:cubicBezTo>
                  <a:cubicBezTo>
                    <a:pt x="2446" y="4290"/>
                    <a:pt x="2715" y="3810"/>
                    <a:pt x="2911" y="3306"/>
                  </a:cubicBezTo>
                  <a:cubicBezTo>
                    <a:pt x="2953" y="3327"/>
                    <a:pt x="2992" y="3353"/>
                    <a:pt x="3034" y="3376"/>
                  </a:cubicBezTo>
                  <a:cubicBezTo>
                    <a:pt x="2994" y="3352"/>
                    <a:pt x="2953" y="3326"/>
                    <a:pt x="2913" y="3303"/>
                  </a:cubicBezTo>
                  <a:cubicBezTo>
                    <a:pt x="3112" y="2793"/>
                    <a:pt x="3239" y="2263"/>
                    <a:pt x="3295" y="1836"/>
                  </a:cubicBezTo>
                  <a:lnTo>
                    <a:pt x="3295" y="1836"/>
                  </a:lnTo>
                  <a:cubicBezTo>
                    <a:pt x="3151" y="1882"/>
                    <a:pt x="3004" y="1916"/>
                    <a:pt x="2854" y="1932"/>
                  </a:cubicBezTo>
                  <a:cubicBezTo>
                    <a:pt x="2777" y="1942"/>
                    <a:pt x="2699" y="1947"/>
                    <a:pt x="2621" y="1947"/>
                  </a:cubicBezTo>
                  <a:cubicBezTo>
                    <a:pt x="2236" y="1947"/>
                    <a:pt x="1859" y="1822"/>
                    <a:pt x="1542" y="1493"/>
                  </a:cubicBezTo>
                  <a:lnTo>
                    <a:pt x="1540" y="1493"/>
                  </a:lnTo>
                  <a:cubicBezTo>
                    <a:pt x="2028" y="1067"/>
                    <a:pt x="1822" y="383"/>
                    <a:pt x="130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
            <p:cNvSpPr/>
            <p:nvPr/>
          </p:nvSpPr>
          <p:spPr>
            <a:xfrm>
              <a:off x="2712468" y="2540974"/>
              <a:ext cx="89759" cy="92093"/>
            </a:xfrm>
            <a:custGeom>
              <a:rect b="b" l="l" r="r" t="t"/>
              <a:pathLst>
                <a:path extrusionOk="0" h="3867" w="3769">
                  <a:moveTo>
                    <a:pt x="1117" y="0"/>
                  </a:moveTo>
                  <a:cubicBezTo>
                    <a:pt x="1063" y="0"/>
                    <a:pt x="1009" y="1"/>
                    <a:pt x="956" y="3"/>
                  </a:cubicBezTo>
                  <a:cubicBezTo>
                    <a:pt x="652" y="13"/>
                    <a:pt x="381" y="55"/>
                    <a:pt x="371" y="149"/>
                  </a:cubicBezTo>
                  <a:cubicBezTo>
                    <a:pt x="355" y="290"/>
                    <a:pt x="689" y="396"/>
                    <a:pt x="989" y="477"/>
                  </a:cubicBezTo>
                  <a:cubicBezTo>
                    <a:pt x="1175" y="528"/>
                    <a:pt x="1345" y="569"/>
                    <a:pt x="1408" y="601"/>
                  </a:cubicBezTo>
                  <a:cubicBezTo>
                    <a:pt x="1468" y="634"/>
                    <a:pt x="1501" y="733"/>
                    <a:pt x="1540" y="844"/>
                  </a:cubicBezTo>
                  <a:cubicBezTo>
                    <a:pt x="1353" y="825"/>
                    <a:pt x="1175" y="814"/>
                    <a:pt x="1011" y="807"/>
                  </a:cubicBezTo>
                  <a:cubicBezTo>
                    <a:pt x="928" y="804"/>
                    <a:pt x="848" y="802"/>
                    <a:pt x="774" y="802"/>
                  </a:cubicBezTo>
                  <a:cubicBezTo>
                    <a:pt x="509" y="802"/>
                    <a:pt x="314" y="823"/>
                    <a:pt x="246" y="861"/>
                  </a:cubicBezTo>
                  <a:cubicBezTo>
                    <a:pt x="0" y="1003"/>
                    <a:pt x="165" y="1462"/>
                    <a:pt x="360" y="1648"/>
                  </a:cubicBezTo>
                  <a:cubicBezTo>
                    <a:pt x="233" y="1963"/>
                    <a:pt x="383" y="2292"/>
                    <a:pt x="579" y="2441"/>
                  </a:cubicBezTo>
                  <a:cubicBezTo>
                    <a:pt x="417" y="2807"/>
                    <a:pt x="687" y="3078"/>
                    <a:pt x="966" y="3151"/>
                  </a:cubicBezTo>
                  <a:cubicBezTo>
                    <a:pt x="851" y="3439"/>
                    <a:pt x="966" y="3741"/>
                    <a:pt x="1243" y="3844"/>
                  </a:cubicBezTo>
                  <a:cubicBezTo>
                    <a:pt x="1246" y="3846"/>
                    <a:pt x="1248" y="3846"/>
                    <a:pt x="1251" y="3847"/>
                  </a:cubicBezTo>
                  <a:cubicBezTo>
                    <a:pt x="1274" y="3856"/>
                    <a:pt x="1311" y="3860"/>
                    <a:pt x="1352" y="3864"/>
                  </a:cubicBezTo>
                  <a:cubicBezTo>
                    <a:pt x="1378" y="3866"/>
                    <a:pt x="1407" y="3867"/>
                    <a:pt x="1439" y="3867"/>
                  </a:cubicBezTo>
                  <a:cubicBezTo>
                    <a:pt x="1613" y="3867"/>
                    <a:pt x="1875" y="3837"/>
                    <a:pt x="2164" y="3779"/>
                  </a:cubicBezTo>
                  <a:cubicBezTo>
                    <a:pt x="2407" y="3731"/>
                    <a:pt x="2666" y="3661"/>
                    <a:pt x="2911" y="3572"/>
                  </a:cubicBezTo>
                  <a:cubicBezTo>
                    <a:pt x="3267" y="3446"/>
                    <a:pt x="3590" y="3277"/>
                    <a:pt x="3768" y="3070"/>
                  </a:cubicBezTo>
                  <a:cubicBezTo>
                    <a:pt x="2907" y="3037"/>
                    <a:pt x="2781" y="1339"/>
                    <a:pt x="3394" y="1266"/>
                  </a:cubicBezTo>
                  <a:cubicBezTo>
                    <a:pt x="3037" y="658"/>
                    <a:pt x="2353" y="263"/>
                    <a:pt x="1886" y="102"/>
                  </a:cubicBezTo>
                  <a:cubicBezTo>
                    <a:pt x="1765" y="60"/>
                    <a:pt x="1656" y="34"/>
                    <a:pt x="1574" y="23"/>
                  </a:cubicBezTo>
                  <a:cubicBezTo>
                    <a:pt x="1449" y="9"/>
                    <a:pt x="1284" y="0"/>
                    <a:pt x="111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
            <p:cNvSpPr/>
            <p:nvPr/>
          </p:nvSpPr>
          <p:spPr>
            <a:xfrm>
              <a:off x="3343756" y="2385224"/>
              <a:ext cx="210334" cy="162275"/>
            </a:xfrm>
            <a:custGeom>
              <a:rect b="b" l="l" r="r" t="t"/>
              <a:pathLst>
                <a:path extrusionOk="0" h="6814" w="8832">
                  <a:moveTo>
                    <a:pt x="1" y="5913"/>
                  </a:moveTo>
                  <a:cubicBezTo>
                    <a:pt x="12" y="5920"/>
                    <a:pt x="24" y="5927"/>
                    <a:pt x="36" y="5934"/>
                  </a:cubicBezTo>
                  <a:lnTo>
                    <a:pt x="36" y="5934"/>
                  </a:lnTo>
                  <a:cubicBezTo>
                    <a:pt x="25" y="5927"/>
                    <a:pt x="13" y="5920"/>
                    <a:pt x="1" y="5913"/>
                  </a:cubicBezTo>
                  <a:close/>
                  <a:moveTo>
                    <a:pt x="5273" y="1"/>
                  </a:moveTo>
                  <a:cubicBezTo>
                    <a:pt x="4386" y="1798"/>
                    <a:pt x="3148" y="3422"/>
                    <a:pt x="1654" y="4756"/>
                  </a:cubicBezTo>
                  <a:cubicBezTo>
                    <a:pt x="1654" y="4756"/>
                    <a:pt x="1652" y="4756"/>
                    <a:pt x="1652" y="4759"/>
                  </a:cubicBezTo>
                  <a:cubicBezTo>
                    <a:pt x="1165" y="5197"/>
                    <a:pt x="648" y="5602"/>
                    <a:pt x="106" y="5974"/>
                  </a:cubicBezTo>
                  <a:cubicBezTo>
                    <a:pt x="85" y="5960"/>
                    <a:pt x="60" y="5947"/>
                    <a:pt x="36" y="5934"/>
                  </a:cubicBezTo>
                  <a:lnTo>
                    <a:pt x="36" y="5934"/>
                  </a:lnTo>
                  <a:cubicBezTo>
                    <a:pt x="774" y="6367"/>
                    <a:pt x="1196" y="6697"/>
                    <a:pt x="1322" y="6798"/>
                  </a:cubicBezTo>
                  <a:cubicBezTo>
                    <a:pt x="1327" y="6796"/>
                    <a:pt x="1328" y="6791"/>
                    <a:pt x="1331" y="6790"/>
                  </a:cubicBezTo>
                  <a:cubicBezTo>
                    <a:pt x="1342" y="6781"/>
                    <a:pt x="1355" y="6777"/>
                    <a:pt x="1368" y="6777"/>
                  </a:cubicBezTo>
                  <a:cubicBezTo>
                    <a:pt x="1385" y="6777"/>
                    <a:pt x="1401" y="6785"/>
                    <a:pt x="1412" y="6801"/>
                  </a:cubicBezTo>
                  <a:cubicBezTo>
                    <a:pt x="1417" y="6804"/>
                    <a:pt x="1416" y="6811"/>
                    <a:pt x="1417" y="6814"/>
                  </a:cubicBezTo>
                  <a:lnTo>
                    <a:pt x="8830" y="3902"/>
                  </a:lnTo>
                  <a:lnTo>
                    <a:pt x="8832" y="3902"/>
                  </a:lnTo>
                  <a:cubicBezTo>
                    <a:pt x="8248" y="2759"/>
                    <a:pt x="6976" y="1348"/>
                    <a:pt x="5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
            <p:cNvSpPr/>
            <p:nvPr/>
          </p:nvSpPr>
          <p:spPr>
            <a:xfrm>
              <a:off x="3290720" y="2499750"/>
              <a:ext cx="7335" cy="3144"/>
            </a:xfrm>
            <a:custGeom>
              <a:rect b="b" l="l" r="r" t="t"/>
              <a:pathLst>
                <a:path extrusionOk="0" h="132" w="308">
                  <a:moveTo>
                    <a:pt x="0" y="0"/>
                  </a:moveTo>
                  <a:cubicBezTo>
                    <a:pt x="105" y="43"/>
                    <a:pt x="207" y="88"/>
                    <a:pt x="307" y="132"/>
                  </a:cubicBezTo>
                  <a:cubicBezTo>
                    <a:pt x="209" y="88"/>
                    <a:pt x="105" y="43"/>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
            <p:cNvSpPr/>
            <p:nvPr/>
          </p:nvSpPr>
          <p:spPr>
            <a:xfrm>
              <a:off x="3417035" y="2348644"/>
              <a:ext cx="4072" cy="2572"/>
            </a:xfrm>
            <a:custGeom>
              <a:rect b="b" l="l" r="r" t="t"/>
              <a:pathLst>
                <a:path extrusionOk="0" h="108" w="171">
                  <a:moveTo>
                    <a:pt x="0" y="1"/>
                  </a:moveTo>
                  <a:lnTo>
                    <a:pt x="0" y="1"/>
                  </a:lnTo>
                  <a:cubicBezTo>
                    <a:pt x="57" y="36"/>
                    <a:pt x="113" y="73"/>
                    <a:pt x="170" y="107"/>
                  </a:cubicBezTo>
                  <a:cubicBezTo>
                    <a:pt x="113" y="72"/>
                    <a:pt x="57" y="36"/>
                    <a:pt x="0"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
            <p:cNvSpPr/>
            <p:nvPr/>
          </p:nvSpPr>
          <p:spPr>
            <a:xfrm>
              <a:off x="3421084" y="2351192"/>
              <a:ext cx="3953" cy="2572"/>
            </a:xfrm>
            <a:custGeom>
              <a:rect b="b" l="l" r="r" t="t"/>
              <a:pathLst>
                <a:path extrusionOk="0" h="108" w="166">
                  <a:moveTo>
                    <a:pt x="0" y="0"/>
                  </a:moveTo>
                  <a:lnTo>
                    <a:pt x="0" y="0"/>
                  </a:lnTo>
                  <a:cubicBezTo>
                    <a:pt x="30" y="20"/>
                    <a:pt x="59" y="39"/>
                    <a:pt x="89" y="57"/>
                  </a:cubicBezTo>
                  <a:lnTo>
                    <a:pt x="89" y="57"/>
                  </a:lnTo>
                  <a:cubicBezTo>
                    <a:pt x="60" y="38"/>
                    <a:pt x="31" y="19"/>
                    <a:pt x="0" y="0"/>
                  </a:cubicBezTo>
                  <a:close/>
                  <a:moveTo>
                    <a:pt x="89" y="57"/>
                  </a:moveTo>
                  <a:cubicBezTo>
                    <a:pt x="113" y="74"/>
                    <a:pt x="138" y="91"/>
                    <a:pt x="164" y="107"/>
                  </a:cubicBezTo>
                  <a:cubicBezTo>
                    <a:pt x="164" y="107"/>
                    <a:pt x="164" y="106"/>
                    <a:pt x="165" y="106"/>
                  </a:cubicBezTo>
                  <a:cubicBezTo>
                    <a:pt x="140" y="89"/>
                    <a:pt x="114" y="73"/>
                    <a:pt x="89" y="5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
            <p:cNvSpPr/>
            <p:nvPr/>
          </p:nvSpPr>
          <p:spPr>
            <a:xfrm>
              <a:off x="3455996" y="2375078"/>
              <a:ext cx="12955" cy="9859"/>
            </a:xfrm>
            <a:custGeom>
              <a:rect b="b" l="l" r="r" t="t"/>
              <a:pathLst>
                <a:path extrusionOk="0" h="414" w="544">
                  <a:moveTo>
                    <a:pt x="1" y="1"/>
                  </a:moveTo>
                  <a:cubicBezTo>
                    <a:pt x="185" y="138"/>
                    <a:pt x="367" y="276"/>
                    <a:pt x="544" y="414"/>
                  </a:cubicBezTo>
                  <a:cubicBezTo>
                    <a:pt x="367" y="276"/>
                    <a:pt x="184" y="137"/>
                    <a:pt x="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
            <p:cNvSpPr/>
            <p:nvPr/>
          </p:nvSpPr>
          <p:spPr>
            <a:xfrm>
              <a:off x="3415678" y="2347882"/>
              <a:ext cx="1357" cy="834"/>
            </a:xfrm>
            <a:custGeom>
              <a:rect b="b" l="l" r="r" t="t"/>
              <a:pathLst>
                <a:path extrusionOk="0" h="35" w="57">
                  <a:moveTo>
                    <a:pt x="0" y="0"/>
                  </a:moveTo>
                  <a:cubicBezTo>
                    <a:pt x="18" y="11"/>
                    <a:pt x="39" y="23"/>
                    <a:pt x="57" y="34"/>
                  </a:cubicBezTo>
                  <a:cubicBezTo>
                    <a:pt x="39" y="23"/>
                    <a:pt x="18" y="1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
            <p:cNvSpPr/>
            <p:nvPr/>
          </p:nvSpPr>
          <p:spPr>
            <a:xfrm>
              <a:off x="2778650" y="2263029"/>
              <a:ext cx="636956" cy="351176"/>
            </a:xfrm>
            <a:custGeom>
              <a:rect b="b" l="l" r="r" t="t"/>
              <a:pathLst>
                <a:path extrusionOk="0" h="14746" w="26746">
                  <a:moveTo>
                    <a:pt x="21312" y="9861"/>
                  </a:moveTo>
                  <a:lnTo>
                    <a:pt x="21312" y="9861"/>
                  </a:lnTo>
                  <a:cubicBezTo>
                    <a:pt x="21312" y="9861"/>
                    <a:pt x="21312" y="9861"/>
                    <a:pt x="21312" y="9861"/>
                  </a:cubicBezTo>
                  <a:cubicBezTo>
                    <a:pt x="21320" y="9866"/>
                    <a:pt x="21328" y="9867"/>
                    <a:pt x="21336" y="9871"/>
                  </a:cubicBezTo>
                  <a:cubicBezTo>
                    <a:pt x="21328" y="9867"/>
                    <a:pt x="21320" y="9864"/>
                    <a:pt x="21312" y="9861"/>
                  </a:cubicBezTo>
                  <a:close/>
                  <a:moveTo>
                    <a:pt x="15110" y="0"/>
                  </a:moveTo>
                  <a:cubicBezTo>
                    <a:pt x="15073" y="0"/>
                    <a:pt x="15037" y="1"/>
                    <a:pt x="15001" y="1"/>
                  </a:cubicBezTo>
                  <a:cubicBezTo>
                    <a:pt x="14377" y="234"/>
                    <a:pt x="13761" y="395"/>
                    <a:pt x="13155" y="403"/>
                  </a:cubicBezTo>
                  <a:cubicBezTo>
                    <a:pt x="13137" y="417"/>
                    <a:pt x="13120" y="429"/>
                    <a:pt x="13102" y="443"/>
                  </a:cubicBezTo>
                  <a:cubicBezTo>
                    <a:pt x="13073" y="468"/>
                    <a:pt x="13042" y="494"/>
                    <a:pt x="13014" y="523"/>
                  </a:cubicBezTo>
                  <a:cubicBezTo>
                    <a:pt x="12983" y="550"/>
                    <a:pt x="12956" y="576"/>
                    <a:pt x="12927" y="607"/>
                  </a:cubicBezTo>
                  <a:cubicBezTo>
                    <a:pt x="12899" y="635"/>
                    <a:pt x="12870" y="665"/>
                    <a:pt x="12842" y="698"/>
                  </a:cubicBezTo>
                  <a:cubicBezTo>
                    <a:pt x="12813" y="730"/>
                    <a:pt x="12782" y="766"/>
                    <a:pt x="12755" y="800"/>
                  </a:cubicBezTo>
                  <a:cubicBezTo>
                    <a:pt x="12729" y="832"/>
                    <a:pt x="12700" y="865"/>
                    <a:pt x="12674" y="900"/>
                  </a:cubicBezTo>
                  <a:lnTo>
                    <a:pt x="12588" y="1017"/>
                  </a:lnTo>
                  <a:cubicBezTo>
                    <a:pt x="12562" y="1053"/>
                    <a:pt x="12538" y="1087"/>
                    <a:pt x="12512" y="1124"/>
                  </a:cubicBezTo>
                  <a:cubicBezTo>
                    <a:pt x="12481" y="1168"/>
                    <a:pt x="12450" y="1216"/>
                    <a:pt x="12423" y="1263"/>
                  </a:cubicBezTo>
                  <a:cubicBezTo>
                    <a:pt x="12376" y="1336"/>
                    <a:pt x="12332" y="1411"/>
                    <a:pt x="12287" y="1489"/>
                  </a:cubicBezTo>
                  <a:cubicBezTo>
                    <a:pt x="12267" y="1523"/>
                    <a:pt x="12246" y="1560"/>
                    <a:pt x="12227" y="1594"/>
                  </a:cubicBezTo>
                  <a:cubicBezTo>
                    <a:pt x="12197" y="1646"/>
                    <a:pt x="12171" y="1699"/>
                    <a:pt x="12142" y="1751"/>
                  </a:cubicBezTo>
                  <a:cubicBezTo>
                    <a:pt x="12126" y="1782"/>
                    <a:pt x="12110" y="1814"/>
                    <a:pt x="12094" y="1845"/>
                  </a:cubicBezTo>
                  <a:cubicBezTo>
                    <a:pt x="12066" y="1902"/>
                    <a:pt x="12040" y="1959"/>
                    <a:pt x="12013" y="2015"/>
                  </a:cubicBezTo>
                  <a:cubicBezTo>
                    <a:pt x="12001" y="2041"/>
                    <a:pt x="11988" y="2067"/>
                    <a:pt x="11979" y="2093"/>
                  </a:cubicBezTo>
                  <a:cubicBezTo>
                    <a:pt x="11951" y="2156"/>
                    <a:pt x="11924" y="2220"/>
                    <a:pt x="11899" y="2280"/>
                  </a:cubicBezTo>
                  <a:cubicBezTo>
                    <a:pt x="11894" y="2296"/>
                    <a:pt x="11888" y="2314"/>
                    <a:pt x="11880" y="2328"/>
                  </a:cubicBezTo>
                  <a:cubicBezTo>
                    <a:pt x="11726" y="2717"/>
                    <a:pt x="11624" y="3093"/>
                    <a:pt x="11595" y="3385"/>
                  </a:cubicBezTo>
                  <a:cubicBezTo>
                    <a:pt x="11578" y="3547"/>
                    <a:pt x="11582" y="3686"/>
                    <a:pt x="11616" y="3785"/>
                  </a:cubicBezTo>
                  <a:cubicBezTo>
                    <a:pt x="11630" y="3830"/>
                    <a:pt x="11667" y="3884"/>
                    <a:pt x="11721" y="3950"/>
                  </a:cubicBezTo>
                  <a:cubicBezTo>
                    <a:pt x="11932" y="3307"/>
                    <a:pt x="12090" y="2873"/>
                    <a:pt x="12202" y="2623"/>
                  </a:cubicBezTo>
                  <a:cubicBezTo>
                    <a:pt x="12210" y="2601"/>
                    <a:pt x="12230" y="2588"/>
                    <a:pt x="12253" y="2588"/>
                  </a:cubicBezTo>
                  <a:cubicBezTo>
                    <a:pt x="12261" y="2588"/>
                    <a:pt x="12270" y="2590"/>
                    <a:pt x="12278" y="2594"/>
                  </a:cubicBezTo>
                  <a:cubicBezTo>
                    <a:pt x="12280" y="2594"/>
                    <a:pt x="12280" y="2597"/>
                    <a:pt x="12280" y="2597"/>
                  </a:cubicBezTo>
                  <a:cubicBezTo>
                    <a:pt x="12308" y="2610"/>
                    <a:pt x="12319" y="2641"/>
                    <a:pt x="12308" y="2670"/>
                  </a:cubicBezTo>
                  <a:cubicBezTo>
                    <a:pt x="12196" y="2921"/>
                    <a:pt x="12035" y="3362"/>
                    <a:pt x="11818" y="4020"/>
                  </a:cubicBezTo>
                  <a:cubicBezTo>
                    <a:pt x="11815" y="4031"/>
                    <a:pt x="11808" y="4036"/>
                    <a:pt x="11802" y="4043"/>
                  </a:cubicBezTo>
                  <a:cubicBezTo>
                    <a:pt x="11792" y="4052"/>
                    <a:pt x="11781" y="4059"/>
                    <a:pt x="11765" y="4059"/>
                  </a:cubicBezTo>
                  <a:cubicBezTo>
                    <a:pt x="11758" y="4059"/>
                    <a:pt x="11752" y="4059"/>
                    <a:pt x="11745" y="4057"/>
                  </a:cubicBezTo>
                  <a:cubicBezTo>
                    <a:pt x="11053" y="6176"/>
                    <a:pt x="10031" y="9747"/>
                    <a:pt x="9382" y="11383"/>
                  </a:cubicBezTo>
                  <a:cubicBezTo>
                    <a:pt x="9387" y="11384"/>
                    <a:pt x="9394" y="11384"/>
                    <a:pt x="9399" y="11389"/>
                  </a:cubicBezTo>
                  <a:cubicBezTo>
                    <a:pt x="9416" y="11405"/>
                    <a:pt x="9431" y="11422"/>
                    <a:pt x="9449" y="11438"/>
                  </a:cubicBezTo>
                  <a:cubicBezTo>
                    <a:pt x="9627" y="11601"/>
                    <a:pt x="9776" y="11794"/>
                    <a:pt x="9885" y="12008"/>
                  </a:cubicBezTo>
                  <a:cubicBezTo>
                    <a:pt x="9906" y="12050"/>
                    <a:pt x="9922" y="12097"/>
                    <a:pt x="9941" y="12143"/>
                  </a:cubicBezTo>
                  <a:cubicBezTo>
                    <a:pt x="9956" y="12180"/>
                    <a:pt x="9976" y="12219"/>
                    <a:pt x="9988" y="12258"/>
                  </a:cubicBezTo>
                  <a:cubicBezTo>
                    <a:pt x="10000" y="12289"/>
                    <a:pt x="9984" y="12321"/>
                    <a:pt x="9953" y="12331"/>
                  </a:cubicBezTo>
                  <a:cubicBezTo>
                    <a:pt x="9946" y="12332"/>
                    <a:pt x="9941" y="12332"/>
                    <a:pt x="9935" y="12332"/>
                  </a:cubicBezTo>
                  <a:cubicBezTo>
                    <a:pt x="9911" y="12332"/>
                    <a:pt x="9888" y="12316"/>
                    <a:pt x="9880" y="12293"/>
                  </a:cubicBezTo>
                  <a:cubicBezTo>
                    <a:pt x="9864" y="12243"/>
                    <a:pt x="9841" y="12196"/>
                    <a:pt x="9820" y="12148"/>
                  </a:cubicBezTo>
                  <a:cubicBezTo>
                    <a:pt x="9817" y="12146"/>
                    <a:pt x="9817" y="12143"/>
                    <a:pt x="9815" y="12139"/>
                  </a:cubicBezTo>
                  <a:cubicBezTo>
                    <a:pt x="9708" y="11895"/>
                    <a:pt x="9548" y="11674"/>
                    <a:pt x="9345" y="11496"/>
                  </a:cubicBezTo>
                  <a:cubicBezTo>
                    <a:pt x="9337" y="11490"/>
                    <a:pt x="9330" y="11481"/>
                    <a:pt x="9324" y="11475"/>
                  </a:cubicBezTo>
                  <a:cubicBezTo>
                    <a:pt x="9316" y="11467"/>
                    <a:pt x="9313" y="11457"/>
                    <a:pt x="9311" y="11447"/>
                  </a:cubicBezTo>
                  <a:cubicBezTo>
                    <a:pt x="7998" y="11601"/>
                    <a:pt x="2367" y="12731"/>
                    <a:pt x="610" y="12937"/>
                  </a:cubicBezTo>
                  <a:cubicBezTo>
                    <a:pt x="0" y="13006"/>
                    <a:pt x="124" y="14707"/>
                    <a:pt x="986" y="14745"/>
                  </a:cubicBezTo>
                  <a:lnTo>
                    <a:pt x="1046" y="14745"/>
                  </a:lnTo>
                  <a:cubicBezTo>
                    <a:pt x="1055" y="14746"/>
                    <a:pt x="1064" y="14746"/>
                    <a:pt x="1074" y="14746"/>
                  </a:cubicBezTo>
                  <a:cubicBezTo>
                    <a:pt x="2118" y="14746"/>
                    <a:pt x="8247" y="14239"/>
                    <a:pt x="10426" y="13849"/>
                  </a:cubicBezTo>
                  <a:cubicBezTo>
                    <a:pt x="10774" y="13788"/>
                    <a:pt x="11026" y="13728"/>
                    <a:pt x="11134" y="13674"/>
                  </a:cubicBezTo>
                  <a:cubicBezTo>
                    <a:pt x="11248" y="13637"/>
                    <a:pt x="11377" y="13541"/>
                    <a:pt x="11520" y="13400"/>
                  </a:cubicBezTo>
                  <a:cubicBezTo>
                    <a:pt x="12441" y="12496"/>
                    <a:pt x="13906" y="9642"/>
                    <a:pt x="14807" y="7156"/>
                  </a:cubicBezTo>
                  <a:cubicBezTo>
                    <a:pt x="14776" y="7146"/>
                    <a:pt x="14761" y="7114"/>
                    <a:pt x="14773" y="7083"/>
                  </a:cubicBezTo>
                  <a:cubicBezTo>
                    <a:pt x="14782" y="7056"/>
                    <a:pt x="14790" y="7031"/>
                    <a:pt x="14800" y="7002"/>
                  </a:cubicBezTo>
                  <a:cubicBezTo>
                    <a:pt x="15234" y="5787"/>
                    <a:pt x="15487" y="4782"/>
                    <a:pt x="15534" y="4093"/>
                  </a:cubicBezTo>
                  <a:cubicBezTo>
                    <a:pt x="15536" y="4064"/>
                    <a:pt x="15563" y="4041"/>
                    <a:pt x="15593" y="4041"/>
                  </a:cubicBezTo>
                  <a:lnTo>
                    <a:pt x="15594" y="4041"/>
                  </a:lnTo>
                  <a:cubicBezTo>
                    <a:pt x="15627" y="4043"/>
                    <a:pt x="15651" y="4072"/>
                    <a:pt x="15649" y="4101"/>
                  </a:cubicBezTo>
                  <a:cubicBezTo>
                    <a:pt x="15601" y="4813"/>
                    <a:pt x="15337" y="5855"/>
                    <a:pt x="14886" y="7112"/>
                  </a:cubicBezTo>
                  <a:cubicBezTo>
                    <a:pt x="15147" y="7462"/>
                    <a:pt x="15364" y="7859"/>
                    <a:pt x="15594" y="8248"/>
                  </a:cubicBezTo>
                  <a:cubicBezTo>
                    <a:pt x="15956" y="8863"/>
                    <a:pt x="16348" y="9456"/>
                    <a:pt x="16985" y="9804"/>
                  </a:cubicBezTo>
                  <a:cubicBezTo>
                    <a:pt x="17158" y="9900"/>
                    <a:pt x="17405" y="9944"/>
                    <a:pt x="17678" y="9944"/>
                  </a:cubicBezTo>
                  <a:cubicBezTo>
                    <a:pt x="18344" y="9944"/>
                    <a:pt x="19170" y="9681"/>
                    <a:pt x="19494" y="9260"/>
                  </a:cubicBezTo>
                  <a:cubicBezTo>
                    <a:pt x="19493" y="9259"/>
                    <a:pt x="19492" y="9259"/>
                    <a:pt x="19491" y="9259"/>
                  </a:cubicBezTo>
                  <a:cubicBezTo>
                    <a:pt x="19491" y="9259"/>
                    <a:pt x="19490" y="9259"/>
                    <a:pt x="19490" y="9258"/>
                  </a:cubicBezTo>
                  <a:cubicBezTo>
                    <a:pt x="19468" y="9235"/>
                    <a:pt x="19466" y="9198"/>
                    <a:pt x="19489" y="9177"/>
                  </a:cubicBezTo>
                  <a:cubicBezTo>
                    <a:pt x="19837" y="8812"/>
                    <a:pt x="20150" y="8109"/>
                    <a:pt x="20349" y="7244"/>
                  </a:cubicBezTo>
                  <a:cubicBezTo>
                    <a:pt x="20355" y="7217"/>
                    <a:pt x="20376" y="7200"/>
                    <a:pt x="20403" y="7200"/>
                  </a:cubicBezTo>
                  <a:cubicBezTo>
                    <a:pt x="20407" y="7200"/>
                    <a:pt x="20412" y="7200"/>
                    <a:pt x="20417" y="7201"/>
                  </a:cubicBezTo>
                  <a:cubicBezTo>
                    <a:pt x="20448" y="7208"/>
                    <a:pt x="20469" y="7240"/>
                    <a:pt x="20461" y="7269"/>
                  </a:cubicBezTo>
                  <a:cubicBezTo>
                    <a:pt x="20258" y="8153"/>
                    <a:pt x="19951" y="8848"/>
                    <a:pt x="19589" y="9237"/>
                  </a:cubicBezTo>
                  <a:cubicBezTo>
                    <a:pt x="20218" y="9438"/>
                    <a:pt x="20792" y="9648"/>
                    <a:pt x="21312" y="9861"/>
                  </a:cubicBezTo>
                  <a:lnTo>
                    <a:pt x="21312" y="9861"/>
                  </a:lnTo>
                  <a:cubicBezTo>
                    <a:pt x="23602" y="8240"/>
                    <a:pt x="25482" y="6067"/>
                    <a:pt x="26746" y="3561"/>
                  </a:cubicBezTo>
                  <a:cubicBezTo>
                    <a:pt x="25514" y="2803"/>
                    <a:pt x="24164" y="2122"/>
                    <a:pt x="22746" y="1597"/>
                  </a:cubicBezTo>
                  <a:cubicBezTo>
                    <a:pt x="19535" y="410"/>
                    <a:pt x="16824" y="0"/>
                    <a:pt x="15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
            <p:cNvSpPr/>
            <p:nvPr/>
          </p:nvSpPr>
          <p:spPr>
            <a:xfrm>
              <a:off x="3298079" y="2353812"/>
              <a:ext cx="157941" cy="166300"/>
            </a:xfrm>
            <a:custGeom>
              <a:rect b="b" l="l" r="r" t="t"/>
              <a:pathLst>
                <a:path extrusionOk="0" h="6983" w="6632">
                  <a:moveTo>
                    <a:pt x="5330" y="1"/>
                  </a:moveTo>
                  <a:cubicBezTo>
                    <a:pt x="4074" y="2472"/>
                    <a:pt x="2237" y="4628"/>
                    <a:pt x="0" y="6261"/>
                  </a:cubicBezTo>
                  <a:cubicBezTo>
                    <a:pt x="314" y="6399"/>
                    <a:pt x="605" y="6535"/>
                    <a:pt x="872" y="6670"/>
                  </a:cubicBezTo>
                  <a:cubicBezTo>
                    <a:pt x="1055" y="6761"/>
                    <a:pt x="1233" y="6852"/>
                    <a:pt x="1397" y="6939"/>
                  </a:cubicBezTo>
                  <a:lnTo>
                    <a:pt x="1397" y="6939"/>
                  </a:lnTo>
                  <a:cubicBezTo>
                    <a:pt x="1383" y="6931"/>
                    <a:pt x="1368" y="6923"/>
                    <a:pt x="1353" y="6914"/>
                  </a:cubicBezTo>
                  <a:cubicBezTo>
                    <a:pt x="1609" y="6744"/>
                    <a:pt x="1861" y="6567"/>
                    <a:pt x="2105" y="6383"/>
                  </a:cubicBezTo>
                  <a:cubicBezTo>
                    <a:pt x="4022" y="4948"/>
                    <a:pt x="5593" y="3051"/>
                    <a:pt x="6632" y="895"/>
                  </a:cubicBezTo>
                  <a:cubicBezTo>
                    <a:pt x="6218" y="589"/>
                    <a:pt x="5783" y="289"/>
                    <a:pt x="5330" y="1"/>
                  </a:cubicBezTo>
                  <a:close/>
                  <a:moveTo>
                    <a:pt x="1397" y="6939"/>
                  </a:moveTo>
                  <a:cubicBezTo>
                    <a:pt x="1424" y="6954"/>
                    <a:pt x="1449" y="6969"/>
                    <a:pt x="1478" y="6982"/>
                  </a:cubicBezTo>
                  <a:cubicBezTo>
                    <a:pt x="1451" y="6968"/>
                    <a:pt x="1424" y="6953"/>
                    <a:pt x="1397" y="69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
            <p:cNvSpPr/>
            <p:nvPr/>
          </p:nvSpPr>
          <p:spPr>
            <a:xfrm>
              <a:off x="2997653" y="2124021"/>
              <a:ext cx="976" cy="572"/>
            </a:xfrm>
            <a:custGeom>
              <a:rect b="b" l="l" r="r" t="t"/>
              <a:pathLst>
                <a:path extrusionOk="0" h="24" w="41">
                  <a:moveTo>
                    <a:pt x="0" y="0"/>
                  </a:moveTo>
                  <a:lnTo>
                    <a:pt x="0" y="0"/>
                  </a:lnTo>
                  <a:cubicBezTo>
                    <a:pt x="11" y="7"/>
                    <a:pt x="24" y="15"/>
                    <a:pt x="36" y="23"/>
                  </a:cubicBezTo>
                  <a:lnTo>
                    <a:pt x="40" y="23"/>
                  </a:lnTo>
                  <a:cubicBezTo>
                    <a:pt x="26" y="12"/>
                    <a:pt x="11" y="7"/>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
            <p:cNvSpPr/>
            <p:nvPr/>
          </p:nvSpPr>
          <p:spPr>
            <a:xfrm>
              <a:off x="2984721" y="2118114"/>
              <a:ext cx="6454" cy="2596"/>
            </a:xfrm>
            <a:custGeom>
              <a:rect b="b" l="l" r="r" t="t"/>
              <a:pathLst>
                <a:path extrusionOk="0" h="109" w="271">
                  <a:moveTo>
                    <a:pt x="271" y="109"/>
                  </a:moveTo>
                  <a:cubicBezTo>
                    <a:pt x="182" y="68"/>
                    <a:pt x="91" y="31"/>
                    <a:pt x="0" y="0"/>
                  </a:cubicBezTo>
                  <a:cubicBezTo>
                    <a:pt x="91" y="31"/>
                    <a:pt x="182" y="68"/>
                    <a:pt x="271" y="109"/>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
            <p:cNvSpPr/>
            <p:nvPr/>
          </p:nvSpPr>
          <p:spPr>
            <a:xfrm>
              <a:off x="2993438" y="2121782"/>
              <a:ext cx="4215" cy="2262"/>
            </a:xfrm>
            <a:custGeom>
              <a:rect b="b" l="l" r="r" t="t"/>
              <a:pathLst>
                <a:path extrusionOk="0" h="95" w="177">
                  <a:moveTo>
                    <a:pt x="0" y="0"/>
                  </a:moveTo>
                  <a:lnTo>
                    <a:pt x="0" y="0"/>
                  </a:lnTo>
                  <a:cubicBezTo>
                    <a:pt x="59" y="31"/>
                    <a:pt x="117" y="62"/>
                    <a:pt x="177" y="94"/>
                  </a:cubicBezTo>
                  <a:cubicBezTo>
                    <a:pt x="117" y="60"/>
                    <a:pt x="59" y="3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
            <p:cNvSpPr/>
            <p:nvPr/>
          </p:nvSpPr>
          <p:spPr>
            <a:xfrm>
              <a:off x="2991151" y="2120686"/>
              <a:ext cx="2239" cy="1119"/>
            </a:xfrm>
            <a:custGeom>
              <a:rect b="b" l="l" r="r" t="t"/>
              <a:pathLst>
                <a:path extrusionOk="0" h="47" w="94">
                  <a:moveTo>
                    <a:pt x="93" y="46"/>
                  </a:moveTo>
                  <a:cubicBezTo>
                    <a:pt x="64" y="30"/>
                    <a:pt x="33" y="14"/>
                    <a:pt x="1" y="1"/>
                  </a:cubicBezTo>
                  <a:cubicBezTo>
                    <a:pt x="33" y="14"/>
                    <a:pt x="64" y="30"/>
                    <a:pt x="93" y="46"/>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
            <p:cNvSpPr/>
            <p:nvPr/>
          </p:nvSpPr>
          <p:spPr>
            <a:xfrm>
              <a:off x="2890652" y="2165578"/>
              <a:ext cx="2120" cy="2739"/>
            </a:xfrm>
            <a:custGeom>
              <a:rect b="b" l="l" r="r" t="t"/>
              <a:pathLst>
                <a:path extrusionOk="0" h="115" w="89">
                  <a:moveTo>
                    <a:pt x="88" y="1"/>
                  </a:moveTo>
                  <a:lnTo>
                    <a:pt x="41" y="63"/>
                  </a:lnTo>
                  <a:lnTo>
                    <a:pt x="41" y="63"/>
                  </a:lnTo>
                  <a:cubicBezTo>
                    <a:pt x="57" y="43"/>
                    <a:pt x="73" y="22"/>
                    <a:pt x="88" y="1"/>
                  </a:cubicBezTo>
                  <a:close/>
                  <a:moveTo>
                    <a:pt x="41" y="63"/>
                  </a:moveTo>
                  <a:cubicBezTo>
                    <a:pt x="27" y="80"/>
                    <a:pt x="14" y="97"/>
                    <a:pt x="1" y="114"/>
                  </a:cubicBezTo>
                  <a:cubicBezTo>
                    <a:pt x="12" y="101"/>
                    <a:pt x="23" y="88"/>
                    <a:pt x="33" y="74"/>
                  </a:cubicBezTo>
                  <a:lnTo>
                    <a:pt x="41" y="63"/>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
            <p:cNvSpPr/>
            <p:nvPr/>
          </p:nvSpPr>
          <p:spPr>
            <a:xfrm>
              <a:off x="2920921" y="2135047"/>
              <a:ext cx="1953" cy="1572"/>
            </a:xfrm>
            <a:custGeom>
              <a:rect b="b" l="l" r="r" t="t"/>
              <a:pathLst>
                <a:path extrusionOk="0" h="66" w="82">
                  <a:moveTo>
                    <a:pt x="81" y="1"/>
                  </a:moveTo>
                  <a:cubicBezTo>
                    <a:pt x="59" y="19"/>
                    <a:pt x="35" y="37"/>
                    <a:pt x="12" y="55"/>
                  </a:cubicBezTo>
                  <a:lnTo>
                    <a:pt x="12" y="55"/>
                  </a:lnTo>
                  <a:cubicBezTo>
                    <a:pt x="17" y="52"/>
                    <a:pt x="22" y="49"/>
                    <a:pt x="26" y="46"/>
                  </a:cubicBezTo>
                  <a:cubicBezTo>
                    <a:pt x="47" y="30"/>
                    <a:pt x="63" y="15"/>
                    <a:pt x="81" y="1"/>
                  </a:cubicBezTo>
                  <a:close/>
                  <a:moveTo>
                    <a:pt x="12" y="55"/>
                  </a:moveTo>
                  <a:lnTo>
                    <a:pt x="12" y="55"/>
                  </a:lnTo>
                  <a:cubicBezTo>
                    <a:pt x="8" y="58"/>
                    <a:pt x="4" y="62"/>
                    <a:pt x="0" y="66"/>
                  </a:cubicBezTo>
                  <a:cubicBezTo>
                    <a:pt x="4" y="62"/>
                    <a:pt x="8" y="59"/>
                    <a:pt x="12" y="55"/>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
            <p:cNvSpPr/>
            <p:nvPr/>
          </p:nvSpPr>
          <p:spPr>
            <a:xfrm>
              <a:off x="2885627" y="2171555"/>
              <a:ext cx="2691" cy="3858"/>
            </a:xfrm>
            <a:custGeom>
              <a:rect b="b" l="l" r="r" t="t"/>
              <a:pathLst>
                <a:path extrusionOk="0" h="162" w="113">
                  <a:moveTo>
                    <a:pt x="113" y="1"/>
                  </a:moveTo>
                  <a:cubicBezTo>
                    <a:pt x="74" y="54"/>
                    <a:pt x="38" y="106"/>
                    <a:pt x="1" y="161"/>
                  </a:cubicBezTo>
                  <a:cubicBezTo>
                    <a:pt x="4" y="160"/>
                    <a:pt x="6" y="155"/>
                    <a:pt x="7" y="153"/>
                  </a:cubicBezTo>
                  <a:cubicBezTo>
                    <a:pt x="41" y="103"/>
                    <a:pt x="77" y="53"/>
                    <a:pt x="113"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
            <p:cNvSpPr/>
            <p:nvPr/>
          </p:nvSpPr>
          <p:spPr>
            <a:xfrm>
              <a:off x="2926922" y="2131046"/>
              <a:ext cx="1310" cy="953"/>
            </a:xfrm>
            <a:custGeom>
              <a:rect b="b" l="l" r="r" t="t"/>
              <a:pathLst>
                <a:path extrusionOk="0" h="40" w="55">
                  <a:moveTo>
                    <a:pt x="54" y="0"/>
                  </a:moveTo>
                  <a:cubicBezTo>
                    <a:pt x="47" y="6"/>
                    <a:pt x="37" y="12"/>
                    <a:pt x="29" y="19"/>
                  </a:cubicBezTo>
                  <a:lnTo>
                    <a:pt x="29" y="19"/>
                  </a:lnTo>
                  <a:cubicBezTo>
                    <a:pt x="38" y="12"/>
                    <a:pt x="46" y="7"/>
                    <a:pt x="54" y="0"/>
                  </a:cubicBezTo>
                  <a:close/>
                  <a:moveTo>
                    <a:pt x="29" y="19"/>
                  </a:moveTo>
                  <a:cubicBezTo>
                    <a:pt x="21" y="24"/>
                    <a:pt x="13" y="30"/>
                    <a:pt x="5" y="37"/>
                  </a:cubicBezTo>
                  <a:lnTo>
                    <a:pt x="5" y="37"/>
                  </a:lnTo>
                  <a:cubicBezTo>
                    <a:pt x="11" y="32"/>
                    <a:pt x="18" y="29"/>
                    <a:pt x="24" y="23"/>
                  </a:cubicBezTo>
                  <a:cubicBezTo>
                    <a:pt x="25" y="22"/>
                    <a:pt x="27" y="20"/>
                    <a:pt x="29" y="19"/>
                  </a:cubicBezTo>
                  <a:close/>
                  <a:moveTo>
                    <a:pt x="5" y="37"/>
                  </a:moveTo>
                  <a:cubicBezTo>
                    <a:pt x="3" y="37"/>
                    <a:pt x="2" y="38"/>
                    <a:pt x="1" y="39"/>
                  </a:cubicBezTo>
                  <a:cubicBezTo>
                    <a:pt x="2" y="38"/>
                    <a:pt x="3" y="37"/>
                    <a:pt x="5" y="3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
            <p:cNvSpPr/>
            <p:nvPr/>
          </p:nvSpPr>
          <p:spPr>
            <a:xfrm>
              <a:off x="2876268" y="2190488"/>
              <a:ext cx="238" cy="476"/>
            </a:xfrm>
            <a:custGeom>
              <a:rect b="b" l="l" r="r" t="t"/>
              <a:pathLst>
                <a:path extrusionOk="0" h="20" w="10">
                  <a:moveTo>
                    <a:pt x="10" y="0"/>
                  </a:moveTo>
                  <a:cubicBezTo>
                    <a:pt x="5" y="7"/>
                    <a:pt x="3" y="13"/>
                    <a:pt x="0" y="20"/>
                  </a:cubicBezTo>
                  <a:cubicBezTo>
                    <a:pt x="3" y="15"/>
                    <a:pt x="8" y="8"/>
                    <a:pt x="1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
            <p:cNvSpPr/>
            <p:nvPr/>
          </p:nvSpPr>
          <p:spPr>
            <a:xfrm>
              <a:off x="2874434" y="2190988"/>
              <a:ext cx="1858" cy="3501"/>
            </a:xfrm>
            <a:custGeom>
              <a:rect b="b" l="l" r="r" t="t"/>
              <a:pathLst>
                <a:path extrusionOk="0" h="147" w="78">
                  <a:moveTo>
                    <a:pt x="77" y="0"/>
                  </a:moveTo>
                  <a:cubicBezTo>
                    <a:pt x="74" y="2"/>
                    <a:pt x="74" y="3"/>
                    <a:pt x="72" y="8"/>
                  </a:cubicBezTo>
                  <a:cubicBezTo>
                    <a:pt x="48" y="52"/>
                    <a:pt x="24" y="99"/>
                    <a:pt x="1" y="146"/>
                  </a:cubicBezTo>
                  <a:cubicBezTo>
                    <a:pt x="25" y="96"/>
                    <a:pt x="51" y="47"/>
                    <a:pt x="77"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
            <p:cNvSpPr/>
            <p:nvPr/>
          </p:nvSpPr>
          <p:spPr>
            <a:xfrm>
              <a:off x="2899059" y="2155123"/>
              <a:ext cx="2429" cy="2834"/>
            </a:xfrm>
            <a:custGeom>
              <a:rect b="b" l="l" r="r" t="t"/>
              <a:pathLst>
                <a:path extrusionOk="0" h="119" w="102">
                  <a:moveTo>
                    <a:pt x="101" y="1"/>
                  </a:moveTo>
                  <a:cubicBezTo>
                    <a:pt x="67" y="39"/>
                    <a:pt x="35" y="78"/>
                    <a:pt x="1" y="119"/>
                  </a:cubicBezTo>
                  <a:cubicBezTo>
                    <a:pt x="15" y="103"/>
                    <a:pt x="27" y="88"/>
                    <a:pt x="41" y="72"/>
                  </a:cubicBezTo>
                  <a:cubicBezTo>
                    <a:pt x="61" y="49"/>
                    <a:pt x="82" y="25"/>
                    <a:pt x="10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
            <p:cNvSpPr/>
            <p:nvPr/>
          </p:nvSpPr>
          <p:spPr>
            <a:xfrm>
              <a:off x="2914967" y="2139405"/>
              <a:ext cx="2643" cy="2358"/>
            </a:xfrm>
            <a:custGeom>
              <a:rect b="b" l="l" r="r" t="t"/>
              <a:pathLst>
                <a:path extrusionOk="0" h="99" w="111">
                  <a:moveTo>
                    <a:pt x="111" y="1"/>
                  </a:moveTo>
                  <a:cubicBezTo>
                    <a:pt x="88" y="20"/>
                    <a:pt x="67" y="39"/>
                    <a:pt x="46" y="58"/>
                  </a:cubicBezTo>
                  <a:lnTo>
                    <a:pt x="46" y="58"/>
                  </a:lnTo>
                  <a:lnTo>
                    <a:pt x="111" y="1"/>
                  </a:lnTo>
                  <a:close/>
                  <a:moveTo>
                    <a:pt x="46" y="58"/>
                  </a:moveTo>
                  <a:lnTo>
                    <a:pt x="12" y="88"/>
                  </a:lnTo>
                  <a:lnTo>
                    <a:pt x="12" y="88"/>
                  </a:lnTo>
                  <a:cubicBezTo>
                    <a:pt x="18" y="84"/>
                    <a:pt x="23" y="79"/>
                    <a:pt x="28" y="76"/>
                  </a:cubicBezTo>
                  <a:cubicBezTo>
                    <a:pt x="34" y="70"/>
                    <a:pt x="40" y="64"/>
                    <a:pt x="46" y="58"/>
                  </a:cubicBezTo>
                  <a:close/>
                  <a:moveTo>
                    <a:pt x="12" y="88"/>
                  </a:moveTo>
                  <a:cubicBezTo>
                    <a:pt x="8" y="91"/>
                    <a:pt x="4" y="95"/>
                    <a:pt x="1" y="98"/>
                  </a:cubicBezTo>
                  <a:lnTo>
                    <a:pt x="12" y="8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
            <p:cNvSpPr/>
            <p:nvPr/>
          </p:nvSpPr>
          <p:spPr>
            <a:xfrm>
              <a:off x="2901845" y="2154313"/>
              <a:ext cx="405" cy="405"/>
            </a:xfrm>
            <a:custGeom>
              <a:rect b="b" l="l" r="r" t="t"/>
              <a:pathLst>
                <a:path extrusionOk="0" h="17" w="17">
                  <a:moveTo>
                    <a:pt x="17" y="1"/>
                  </a:moveTo>
                  <a:lnTo>
                    <a:pt x="15" y="2"/>
                  </a:lnTo>
                  <a:lnTo>
                    <a:pt x="15" y="2"/>
                  </a:lnTo>
                  <a:cubicBezTo>
                    <a:pt x="16" y="2"/>
                    <a:pt x="17" y="2"/>
                    <a:pt x="17" y="1"/>
                  </a:cubicBezTo>
                  <a:close/>
                  <a:moveTo>
                    <a:pt x="15" y="2"/>
                  </a:moveTo>
                  <a:cubicBezTo>
                    <a:pt x="15" y="2"/>
                    <a:pt x="14" y="2"/>
                    <a:pt x="14" y="2"/>
                  </a:cubicBezTo>
                  <a:cubicBezTo>
                    <a:pt x="9" y="9"/>
                    <a:pt x="5" y="12"/>
                    <a:pt x="1" y="17"/>
                  </a:cubicBezTo>
                  <a:lnTo>
                    <a:pt x="15" y="2"/>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
            <p:cNvSpPr/>
            <p:nvPr/>
          </p:nvSpPr>
          <p:spPr>
            <a:xfrm>
              <a:off x="2894391" y="2162315"/>
              <a:ext cx="1024" cy="1334"/>
            </a:xfrm>
            <a:custGeom>
              <a:rect b="b" l="l" r="r" t="t"/>
              <a:pathLst>
                <a:path extrusionOk="0" h="56" w="43">
                  <a:moveTo>
                    <a:pt x="43" y="0"/>
                  </a:moveTo>
                  <a:lnTo>
                    <a:pt x="43" y="0"/>
                  </a:lnTo>
                  <a:cubicBezTo>
                    <a:pt x="36" y="8"/>
                    <a:pt x="29" y="16"/>
                    <a:pt x="24" y="25"/>
                  </a:cubicBezTo>
                  <a:lnTo>
                    <a:pt x="24" y="25"/>
                  </a:lnTo>
                  <a:lnTo>
                    <a:pt x="43" y="0"/>
                  </a:lnTo>
                  <a:close/>
                  <a:moveTo>
                    <a:pt x="24" y="25"/>
                  </a:moveTo>
                  <a:lnTo>
                    <a:pt x="9" y="44"/>
                  </a:lnTo>
                  <a:lnTo>
                    <a:pt x="9" y="44"/>
                  </a:lnTo>
                  <a:cubicBezTo>
                    <a:pt x="12" y="41"/>
                    <a:pt x="15" y="38"/>
                    <a:pt x="19" y="36"/>
                  </a:cubicBezTo>
                  <a:cubicBezTo>
                    <a:pt x="20" y="32"/>
                    <a:pt x="22" y="29"/>
                    <a:pt x="24" y="25"/>
                  </a:cubicBezTo>
                  <a:close/>
                  <a:moveTo>
                    <a:pt x="9" y="44"/>
                  </a:moveTo>
                  <a:cubicBezTo>
                    <a:pt x="6" y="47"/>
                    <a:pt x="3" y="51"/>
                    <a:pt x="1" y="55"/>
                  </a:cubicBezTo>
                  <a:lnTo>
                    <a:pt x="9" y="44"/>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
            <p:cNvSpPr/>
            <p:nvPr/>
          </p:nvSpPr>
          <p:spPr>
            <a:xfrm>
              <a:off x="2895891" y="2159862"/>
              <a:ext cx="1548" cy="1810"/>
            </a:xfrm>
            <a:custGeom>
              <a:rect b="b" l="l" r="r" t="t"/>
              <a:pathLst>
                <a:path extrusionOk="0" h="76" w="65">
                  <a:moveTo>
                    <a:pt x="64" y="1"/>
                  </a:moveTo>
                  <a:cubicBezTo>
                    <a:pt x="41" y="24"/>
                    <a:pt x="22" y="51"/>
                    <a:pt x="1" y="75"/>
                  </a:cubicBezTo>
                  <a:lnTo>
                    <a:pt x="38" y="33"/>
                  </a:lnTo>
                  <a:cubicBezTo>
                    <a:pt x="46" y="22"/>
                    <a:pt x="56" y="11"/>
                    <a:pt x="64"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
            <p:cNvSpPr/>
            <p:nvPr/>
          </p:nvSpPr>
          <p:spPr>
            <a:xfrm>
              <a:off x="2930566" y="2128926"/>
              <a:ext cx="762" cy="524"/>
            </a:xfrm>
            <a:custGeom>
              <a:rect b="b" l="l" r="r" t="t"/>
              <a:pathLst>
                <a:path extrusionOk="0" h="22" w="32">
                  <a:moveTo>
                    <a:pt x="31" y="0"/>
                  </a:moveTo>
                  <a:cubicBezTo>
                    <a:pt x="25" y="4"/>
                    <a:pt x="18" y="9"/>
                    <a:pt x="12" y="13"/>
                  </a:cubicBezTo>
                  <a:lnTo>
                    <a:pt x="12" y="13"/>
                  </a:lnTo>
                  <a:cubicBezTo>
                    <a:pt x="13" y="13"/>
                    <a:pt x="14" y="12"/>
                    <a:pt x="15" y="12"/>
                  </a:cubicBezTo>
                  <a:cubicBezTo>
                    <a:pt x="21" y="8"/>
                    <a:pt x="25" y="5"/>
                    <a:pt x="31" y="0"/>
                  </a:cubicBezTo>
                  <a:close/>
                  <a:moveTo>
                    <a:pt x="12" y="13"/>
                  </a:moveTo>
                  <a:cubicBezTo>
                    <a:pt x="8" y="16"/>
                    <a:pt x="4" y="17"/>
                    <a:pt x="0" y="21"/>
                  </a:cubicBezTo>
                  <a:cubicBezTo>
                    <a:pt x="4" y="19"/>
                    <a:pt x="8" y="16"/>
                    <a:pt x="12" y="13"/>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
            <p:cNvSpPr/>
            <p:nvPr/>
          </p:nvSpPr>
          <p:spPr>
            <a:xfrm>
              <a:off x="2903965" y="2149288"/>
              <a:ext cx="3072" cy="3191"/>
            </a:xfrm>
            <a:custGeom>
              <a:rect b="b" l="l" r="r" t="t"/>
              <a:pathLst>
                <a:path extrusionOk="0" h="134" w="129">
                  <a:moveTo>
                    <a:pt x="129" y="1"/>
                  </a:moveTo>
                  <a:lnTo>
                    <a:pt x="129" y="1"/>
                  </a:lnTo>
                  <a:cubicBezTo>
                    <a:pt x="122" y="8"/>
                    <a:pt x="115" y="15"/>
                    <a:pt x="109" y="21"/>
                  </a:cubicBezTo>
                  <a:lnTo>
                    <a:pt x="109" y="21"/>
                  </a:lnTo>
                  <a:lnTo>
                    <a:pt x="129" y="1"/>
                  </a:lnTo>
                  <a:close/>
                  <a:moveTo>
                    <a:pt x="109" y="21"/>
                  </a:moveTo>
                  <a:lnTo>
                    <a:pt x="35" y="98"/>
                  </a:lnTo>
                  <a:lnTo>
                    <a:pt x="35" y="98"/>
                  </a:lnTo>
                  <a:cubicBezTo>
                    <a:pt x="51" y="81"/>
                    <a:pt x="68" y="65"/>
                    <a:pt x="85" y="48"/>
                  </a:cubicBezTo>
                  <a:cubicBezTo>
                    <a:pt x="92" y="39"/>
                    <a:pt x="100" y="31"/>
                    <a:pt x="109" y="21"/>
                  </a:cubicBezTo>
                  <a:close/>
                  <a:moveTo>
                    <a:pt x="35" y="98"/>
                  </a:moveTo>
                  <a:cubicBezTo>
                    <a:pt x="23" y="110"/>
                    <a:pt x="12" y="122"/>
                    <a:pt x="1" y="134"/>
                  </a:cubicBezTo>
                  <a:lnTo>
                    <a:pt x="35" y="9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
            <p:cNvSpPr/>
            <p:nvPr/>
          </p:nvSpPr>
          <p:spPr>
            <a:xfrm>
              <a:off x="2932924" y="2127450"/>
              <a:ext cx="643" cy="405"/>
            </a:xfrm>
            <a:custGeom>
              <a:rect b="b" l="l" r="r" t="t"/>
              <a:pathLst>
                <a:path extrusionOk="0" h="17" w="27">
                  <a:moveTo>
                    <a:pt x="26" y="1"/>
                  </a:moveTo>
                  <a:cubicBezTo>
                    <a:pt x="23" y="2"/>
                    <a:pt x="22" y="3"/>
                    <a:pt x="21" y="4"/>
                  </a:cubicBezTo>
                  <a:lnTo>
                    <a:pt x="21" y="4"/>
                  </a:lnTo>
                  <a:cubicBezTo>
                    <a:pt x="23" y="3"/>
                    <a:pt x="25" y="2"/>
                    <a:pt x="26" y="1"/>
                  </a:cubicBezTo>
                  <a:close/>
                  <a:moveTo>
                    <a:pt x="21" y="4"/>
                  </a:moveTo>
                  <a:lnTo>
                    <a:pt x="21" y="4"/>
                  </a:lnTo>
                  <a:cubicBezTo>
                    <a:pt x="15" y="8"/>
                    <a:pt x="7" y="12"/>
                    <a:pt x="0" y="17"/>
                  </a:cubicBezTo>
                  <a:cubicBezTo>
                    <a:pt x="7" y="12"/>
                    <a:pt x="13" y="9"/>
                    <a:pt x="21" y="4"/>
                  </a:cubicBezTo>
                  <a:cubicBezTo>
                    <a:pt x="21" y="4"/>
                    <a:pt x="21" y="4"/>
                    <a:pt x="21" y="4"/>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
            <p:cNvSpPr/>
            <p:nvPr/>
          </p:nvSpPr>
          <p:spPr>
            <a:xfrm>
              <a:off x="2936091" y="2124283"/>
              <a:ext cx="2643" cy="1643"/>
            </a:xfrm>
            <a:custGeom>
              <a:rect b="b" l="l" r="r" t="t"/>
              <a:pathLst>
                <a:path extrusionOk="0" h="69" w="111">
                  <a:moveTo>
                    <a:pt x="110" y="1"/>
                  </a:moveTo>
                  <a:cubicBezTo>
                    <a:pt x="98" y="8"/>
                    <a:pt x="86" y="16"/>
                    <a:pt x="73" y="23"/>
                  </a:cubicBezTo>
                  <a:lnTo>
                    <a:pt x="73" y="23"/>
                  </a:lnTo>
                  <a:cubicBezTo>
                    <a:pt x="88" y="16"/>
                    <a:pt x="100" y="8"/>
                    <a:pt x="110" y="1"/>
                  </a:cubicBezTo>
                  <a:close/>
                  <a:moveTo>
                    <a:pt x="73" y="23"/>
                  </a:moveTo>
                  <a:cubicBezTo>
                    <a:pt x="72" y="24"/>
                    <a:pt x="71" y="24"/>
                    <a:pt x="70" y="25"/>
                  </a:cubicBezTo>
                  <a:cubicBezTo>
                    <a:pt x="68" y="27"/>
                    <a:pt x="65" y="28"/>
                    <a:pt x="63" y="30"/>
                  </a:cubicBezTo>
                  <a:lnTo>
                    <a:pt x="63" y="30"/>
                  </a:lnTo>
                  <a:cubicBezTo>
                    <a:pt x="66" y="27"/>
                    <a:pt x="70" y="25"/>
                    <a:pt x="73" y="23"/>
                  </a:cubicBezTo>
                  <a:close/>
                  <a:moveTo>
                    <a:pt x="63" y="30"/>
                  </a:moveTo>
                  <a:cubicBezTo>
                    <a:pt x="42" y="43"/>
                    <a:pt x="21" y="56"/>
                    <a:pt x="0" y="69"/>
                  </a:cubicBezTo>
                  <a:cubicBezTo>
                    <a:pt x="22" y="56"/>
                    <a:pt x="44" y="43"/>
                    <a:pt x="63" y="3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
            <p:cNvSpPr/>
            <p:nvPr/>
          </p:nvSpPr>
          <p:spPr>
            <a:xfrm>
              <a:off x="2865837" y="2124449"/>
              <a:ext cx="192544" cy="146129"/>
            </a:xfrm>
            <a:custGeom>
              <a:rect b="b" l="l" r="r" t="t"/>
              <a:pathLst>
                <a:path extrusionOk="0" h="6136" w="8085">
                  <a:moveTo>
                    <a:pt x="4423" y="464"/>
                  </a:moveTo>
                  <a:lnTo>
                    <a:pt x="4423" y="464"/>
                  </a:lnTo>
                  <a:cubicBezTo>
                    <a:pt x="4423" y="464"/>
                    <a:pt x="4423" y="464"/>
                    <a:pt x="4423" y="464"/>
                  </a:cubicBezTo>
                  <a:lnTo>
                    <a:pt x="4423" y="464"/>
                  </a:lnTo>
                  <a:cubicBezTo>
                    <a:pt x="4423" y="464"/>
                    <a:pt x="4423" y="464"/>
                    <a:pt x="4423" y="464"/>
                  </a:cubicBezTo>
                  <a:close/>
                  <a:moveTo>
                    <a:pt x="2856" y="1571"/>
                  </a:moveTo>
                  <a:cubicBezTo>
                    <a:pt x="2858" y="1572"/>
                    <a:pt x="2858" y="1572"/>
                    <a:pt x="2861" y="1572"/>
                  </a:cubicBezTo>
                  <a:cubicBezTo>
                    <a:pt x="2861" y="1572"/>
                    <a:pt x="2858" y="1572"/>
                    <a:pt x="2856" y="1571"/>
                  </a:cubicBezTo>
                  <a:close/>
                  <a:moveTo>
                    <a:pt x="1466" y="2806"/>
                  </a:moveTo>
                  <a:lnTo>
                    <a:pt x="1466" y="2806"/>
                  </a:lnTo>
                  <a:cubicBezTo>
                    <a:pt x="1466" y="2806"/>
                    <a:pt x="1466" y="2806"/>
                    <a:pt x="1466" y="2806"/>
                  </a:cubicBezTo>
                  <a:lnTo>
                    <a:pt x="1466" y="2806"/>
                  </a:lnTo>
                  <a:cubicBezTo>
                    <a:pt x="1466" y="2806"/>
                    <a:pt x="1466" y="2806"/>
                    <a:pt x="1466" y="2806"/>
                  </a:cubicBezTo>
                  <a:close/>
                  <a:moveTo>
                    <a:pt x="4423" y="464"/>
                  </a:moveTo>
                  <a:cubicBezTo>
                    <a:pt x="4426" y="467"/>
                    <a:pt x="4428" y="467"/>
                    <a:pt x="4430" y="469"/>
                  </a:cubicBezTo>
                  <a:cubicBezTo>
                    <a:pt x="4429" y="467"/>
                    <a:pt x="4427" y="466"/>
                    <a:pt x="4426" y="464"/>
                  </a:cubicBezTo>
                  <a:lnTo>
                    <a:pt x="4426" y="464"/>
                  </a:lnTo>
                  <a:cubicBezTo>
                    <a:pt x="4527" y="495"/>
                    <a:pt x="4627" y="532"/>
                    <a:pt x="4728" y="572"/>
                  </a:cubicBezTo>
                  <a:cubicBezTo>
                    <a:pt x="5067" y="705"/>
                    <a:pt x="5392" y="888"/>
                    <a:pt x="5687" y="1110"/>
                  </a:cubicBezTo>
                  <a:cubicBezTo>
                    <a:pt x="6042" y="1378"/>
                    <a:pt x="6355" y="1703"/>
                    <a:pt x="6590" y="2071"/>
                  </a:cubicBezTo>
                  <a:cubicBezTo>
                    <a:pt x="6752" y="2324"/>
                    <a:pt x="6877" y="2598"/>
                    <a:pt x="6956" y="2885"/>
                  </a:cubicBezTo>
                  <a:lnTo>
                    <a:pt x="6955" y="2885"/>
                  </a:lnTo>
                  <a:lnTo>
                    <a:pt x="6955" y="2887"/>
                  </a:lnTo>
                  <a:cubicBezTo>
                    <a:pt x="6914" y="2869"/>
                    <a:pt x="6875" y="2846"/>
                    <a:pt x="6835" y="2828"/>
                  </a:cubicBezTo>
                  <a:cubicBezTo>
                    <a:pt x="6760" y="2794"/>
                    <a:pt x="6682" y="2759"/>
                    <a:pt x="6609" y="2721"/>
                  </a:cubicBezTo>
                  <a:lnTo>
                    <a:pt x="6608" y="2718"/>
                  </a:lnTo>
                  <a:cubicBezTo>
                    <a:pt x="5686" y="2229"/>
                    <a:pt x="4921" y="1451"/>
                    <a:pt x="4451" y="519"/>
                  </a:cubicBezTo>
                  <a:cubicBezTo>
                    <a:pt x="4443" y="499"/>
                    <a:pt x="4433" y="483"/>
                    <a:pt x="4423" y="464"/>
                  </a:cubicBezTo>
                  <a:close/>
                  <a:moveTo>
                    <a:pt x="2856" y="1571"/>
                  </a:moveTo>
                  <a:lnTo>
                    <a:pt x="2856" y="1571"/>
                  </a:lnTo>
                  <a:cubicBezTo>
                    <a:pt x="3239" y="1686"/>
                    <a:pt x="3610" y="1877"/>
                    <a:pt x="3935" y="2123"/>
                  </a:cubicBezTo>
                  <a:cubicBezTo>
                    <a:pt x="4234" y="2348"/>
                    <a:pt x="4495" y="2622"/>
                    <a:pt x="4691" y="2932"/>
                  </a:cubicBezTo>
                  <a:cubicBezTo>
                    <a:pt x="4828" y="3149"/>
                    <a:pt x="4937" y="3379"/>
                    <a:pt x="5005" y="3624"/>
                  </a:cubicBezTo>
                  <a:lnTo>
                    <a:pt x="5003" y="3624"/>
                  </a:lnTo>
                  <a:lnTo>
                    <a:pt x="5003" y="3627"/>
                  </a:lnTo>
                  <a:cubicBezTo>
                    <a:pt x="4969" y="3613"/>
                    <a:pt x="4937" y="3592"/>
                    <a:pt x="4901" y="3579"/>
                  </a:cubicBezTo>
                  <a:cubicBezTo>
                    <a:pt x="4836" y="3548"/>
                    <a:pt x="4775" y="3519"/>
                    <a:pt x="4712" y="3486"/>
                  </a:cubicBezTo>
                  <a:lnTo>
                    <a:pt x="4712" y="3485"/>
                  </a:lnTo>
                  <a:cubicBezTo>
                    <a:pt x="3914" y="3060"/>
                    <a:pt x="3253" y="2383"/>
                    <a:pt x="2856" y="1571"/>
                  </a:cubicBezTo>
                  <a:close/>
                  <a:moveTo>
                    <a:pt x="1466" y="2806"/>
                  </a:moveTo>
                  <a:cubicBezTo>
                    <a:pt x="1469" y="2809"/>
                    <a:pt x="1469" y="2809"/>
                    <a:pt x="1470" y="2809"/>
                  </a:cubicBezTo>
                  <a:cubicBezTo>
                    <a:pt x="1470" y="2809"/>
                    <a:pt x="1470" y="2807"/>
                    <a:pt x="1468" y="2806"/>
                  </a:cubicBezTo>
                  <a:lnTo>
                    <a:pt x="1468" y="2806"/>
                  </a:lnTo>
                  <a:cubicBezTo>
                    <a:pt x="1765" y="2896"/>
                    <a:pt x="2055" y="3044"/>
                    <a:pt x="2312" y="3235"/>
                  </a:cubicBezTo>
                  <a:cubicBezTo>
                    <a:pt x="2556" y="3418"/>
                    <a:pt x="2772" y="3640"/>
                    <a:pt x="2934" y="3895"/>
                  </a:cubicBezTo>
                  <a:cubicBezTo>
                    <a:pt x="3042" y="4066"/>
                    <a:pt x="3130" y="4253"/>
                    <a:pt x="3182" y="4447"/>
                  </a:cubicBezTo>
                  <a:lnTo>
                    <a:pt x="3180" y="4447"/>
                  </a:lnTo>
                  <a:cubicBezTo>
                    <a:pt x="3153" y="4434"/>
                    <a:pt x="3125" y="4421"/>
                    <a:pt x="3099" y="4407"/>
                  </a:cubicBezTo>
                  <a:cubicBezTo>
                    <a:pt x="3049" y="4382"/>
                    <a:pt x="2999" y="4360"/>
                    <a:pt x="2947" y="4334"/>
                  </a:cubicBezTo>
                  <a:lnTo>
                    <a:pt x="2947" y="4332"/>
                  </a:lnTo>
                  <a:cubicBezTo>
                    <a:pt x="2312" y="3993"/>
                    <a:pt x="1783" y="3454"/>
                    <a:pt x="1466" y="2806"/>
                  </a:cubicBezTo>
                  <a:close/>
                  <a:moveTo>
                    <a:pt x="5569" y="0"/>
                  </a:moveTo>
                  <a:cubicBezTo>
                    <a:pt x="4981" y="13"/>
                    <a:pt x="4402" y="193"/>
                    <a:pt x="3854" y="462"/>
                  </a:cubicBezTo>
                  <a:cubicBezTo>
                    <a:pt x="2538" y="1110"/>
                    <a:pt x="1412" y="2282"/>
                    <a:pt x="801" y="2906"/>
                  </a:cubicBezTo>
                  <a:cubicBezTo>
                    <a:pt x="589" y="3305"/>
                    <a:pt x="417" y="3708"/>
                    <a:pt x="295" y="4097"/>
                  </a:cubicBezTo>
                  <a:lnTo>
                    <a:pt x="297" y="4102"/>
                  </a:lnTo>
                  <a:cubicBezTo>
                    <a:pt x="60" y="4867"/>
                    <a:pt x="0" y="5582"/>
                    <a:pt x="124" y="6128"/>
                  </a:cubicBezTo>
                  <a:cubicBezTo>
                    <a:pt x="125" y="6131"/>
                    <a:pt x="127" y="6134"/>
                    <a:pt x="129" y="6136"/>
                  </a:cubicBezTo>
                  <a:lnTo>
                    <a:pt x="605" y="5946"/>
                  </a:lnTo>
                  <a:lnTo>
                    <a:pt x="1017" y="5783"/>
                  </a:lnTo>
                  <a:lnTo>
                    <a:pt x="2167" y="5322"/>
                  </a:lnTo>
                  <a:lnTo>
                    <a:pt x="2876" y="5039"/>
                  </a:lnTo>
                  <a:lnTo>
                    <a:pt x="3057" y="4967"/>
                  </a:lnTo>
                  <a:lnTo>
                    <a:pt x="7494" y="3194"/>
                  </a:lnTo>
                  <a:lnTo>
                    <a:pt x="8084" y="2959"/>
                  </a:lnTo>
                  <a:cubicBezTo>
                    <a:pt x="7525" y="1890"/>
                    <a:pt x="6634" y="626"/>
                    <a:pt x="5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
            <p:cNvSpPr/>
            <p:nvPr/>
          </p:nvSpPr>
          <p:spPr>
            <a:xfrm>
              <a:off x="3057357" y="2324662"/>
              <a:ext cx="14765" cy="35032"/>
            </a:xfrm>
            <a:custGeom>
              <a:rect b="b" l="l" r="r" t="t"/>
              <a:pathLst>
                <a:path extrusionOk="0" h="1471" w="620">
                  <a:moveTo>
                    <a:pt x="554" y="0"/>
                  </a:moveTo>
                  <a:cubicBezTo>
                    <a:pt x="532" y="0"/>
                    <a:pt x="511" y="14"/>
                    <a:pt x="503" y="35"/>
                  </a:cubicBezTo>
                  <a:cubicBezTo>
                    <a:pt x="391" y="285"/>
                    <a:pt x="233" y="719"/>
                    <a:pt x="23" y="1362"/>
                  </a:cubicBezTo>
                  <a:cubicBezTo>
                    <a:pt x="18" y="1374"/>
                    <a:pt x="15" y="1383"/>
                    <a:pt x="10" y="1396"/>
                  </a:cubicBezTo>
                  <a:cubicBezTo>
                    <a:pt x="0" y="1427"/>
                    <a:pt x="16" y="1460"/>
                    <a:pt x="47" y="1469"/>
                  </a:cubicBezTo>
                  <a:cubicBezTo>
                    <a:pt x="52" y="1471"/>
                    <a:pt x="58" y="1471"/>
                    <a:pt x="65" y="1471"/>
                  </a:cubicBezTo>
                  <a:cubicBezTo>
                    <a:pt x="80" y="1471"/>
                    <a:pt x="91" y="1464"/>
                    <a:pt x="104" y="1455"/>
                  </a:cubicBezTo>
                  <a:cubicBezTo>
                    <a:pt x="109" y="1448"/>
                    <a:pt x="117" y="1440"/>
                    <a:pt x="120" y="1432"/>
                  </a:cubicBezTo>
                  <a:cubicBezTo>
                    <a:pt x="336" y="774"/>
                    <a:pt x="494" y="333"/>
                    <a:pt x="608" y="82"/>
                  </a:cubicBezTo>
                  <a:cubicBezTo>
                    <a:pt x="619" y="53"/>
                    <a:pt x="608" y="22"/>
                    <a:pt x="582" y="9"/>
                  </a:cubicBezTo>
                  <a:cubicBezTo>
                    <a:pt x="579" y="9"/>
                    <a:pt x="579" y="6"/>
                    <a:pt x="579" y="6"/>
                  </a:cubicBezTo>
                  <a:cubicBezTo>
                    <a:pt x="571" y="2"/>
                    <a:pt x="563"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
            <p:cNvSpPr/>
            <p:nvPr/>
          </p:nvSpPr>
          <p:spPr>
            <a:xfrm>
              <a:off x="3000296" y="2533972"/>
              <a:ext cx="16599" cy="22767"/>
            </a:xfrm>
            <a:custGeom>
              <a:rect b="b" l="l" r="r" t="t"/>
              <a:pathLst>
                <a:path extrusionOk="0" h="956" w="697">
                  <a:moveTo>
                    <a:pt x="53" y="0"/>
                  </a:moveTo>
                  <a:cubicBezTo>
                    <a:pt x="39" y="0"/>
                    <a:pt x="25" y="5"/>
                    <a:pt x="15" y="17"/>
                  </a:cubicBezTo>
                  <a:cubicBezTo>
                    <a:pt x="4" y="33"/>
                    <a:pt x="1" y="53"/>
                    <a:pt x="7" y="70"/>
                  </a:cubicBezTo>
                  <a:cubicBezTo>
                    <a:pt x="12" y="80"/>
                    <a:pt x="14" y="90"/>
                    <a:pt x="22" y="98"/>
                  </a:cubicBezTo>
                  <a:cubicBezTo>
                    <a:pt x="30" y="104"/>
                    <a:pt x="36" y="113"/>
                    <a:pt x="43" y="119"/>
                  </a:cubicBezTo>
                  <a:cubicBezTo>
                    <a:pt x="246" y="297"/>
                    <a:pt x="403" y="516"/>
                    <a:pt x="513" y="762"/>
                  </a:cubicBezTo>
                  <a:cubicBezTo>
                    <a:pt x="515" y="766"/>
                    <a:pt x="515" y="769"/>
                    <a:pt x="516" y="771"/>
                  </a:cubicBezTo>
                  <a:cubicBezTo>
                    <a:pt x="537" y="819"/>
                    <a:pt x="562" y="866"/>
                    <a:pt x="578" y="916"/>
                  </a:cubicBezTo>
                  <a:cubicBezTo>
                    <a:pt x="586" y="941"/>
                    <a:pt x="607" y="955"/>
                    <a:pt x="631" y="955"/>
                  </a:cubicBezTo>
                  <a:cubicBezTo>
                    <a:pt x="638" y="955"/>
                    <a:pt x="644" y="954"/>
                    <a:pt x="651" y="954"/>
                  </a:cubicBezTo>
                  <a:cubicBezTo>
                    <a:pt x="680" y="944"/>
                    <a:pt x="696" y="910"/>
                    <a:pt x="686" y="881"/>
                  </a:cubicBezTo>
                  <a:cubicBezTo>
                    <a:pt x="672" y="840"/>
                    <a:pt x="654" y="803"/>
                    <a:pt x="638" y="764"/>
                  </a:cubicBezTo>
                  <a:cubicBezTo>
                    <a:pt x="620" y="720"/>
                    <a:pt x="604" y="673"/>
                    <a:pt x="581" y="631"/>
                  </a:cubicBezTo>
                  <a:cubicBezTo>
                    <a:pt x="474" y="414"/>
                    <a:pt x="327" y="223"/>
                    <a:pt x="148" y="61"/>
                  </a:cubicBezTo>
                  <a:cubicBezTo>
                    <a:pt x="129" y="45"/>
                    <a:pt x="114" y="25"/>
                    <a:pt x="96" y="12"/>
                  </a:cubicBezTo>
                  <a:cubicBezTo>
                    <a:pt x="93" y="7"/>
                    <a:pt x="85" y="7"/>
                    <a:pt x="80" y="6"/>
                  </a:cubicBezTo>
                  <a:cubicBezTo>
                    <a:pt x="72" y="2"/>
                    <a:pt x="63"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3"/>
          <p:cNvSpPr/>
          <p:nvPr/>
        </p:nvSpPr>
        <p:spPr>
          <a:xfrm>
            <a:off x="6164075" y="4800163"/>
            <a:ext cx="1254539" cy="375521"/>
          </a:xfrm>
          <a:custGeom>
            <a:rect b="b" l="l" r="r" t="t"/>
            <a:pathLst>
              <a:path extrusionOk="0" h="12063" w="40300">
                <a:moveTo>
                  <a:pt x="27706" y="0"/>
                </a:moveTo>
                <a:cubicBezTo>
                  <a:pt x="23654" y="0"/>
                  <a:pt x="14762" y="5943"/>
                  <a:pt x="13021" y="7713"/>
                </a:cubicBezTo>
                <a:cubicBezTo>
                  <a:pt x="13946" y="6100"/>
                  <a:pt x="20207" y="708"/>
                  <a:pt x="16043" y="653"/>
                </a:cubicBezTo>
                <a:cubicBezTo>
                  <a:pt x="15995" y="653"/>
                  <a:pt x="15948" y="652"/>
                  <a:pt x="15901" y="652"/>
                </a:cubicBezTo>
                <a:cubicBezTo>
                  <a:pt x="9311" y="652"/>
                  <a:pt x="3790" y="6770"/>
                  <a:pt x="0" y="12062"/>
                </a:cubicBezTo>
                <a:lnTo>
                  <a:pt x="35993" y="11165"/>
                </a:lnTo>
                <a:cubicBezTo>
                  <a:pt x="37152" y="10473"/>
                  <a:pt x="38218" y="9583"/>
                  <a:pt x="38998" y="8479"/>
                </a:cubicBezTo>
                <a:cubicBezTo>
                  <a:pt x="40299" y="6633"/>
                  <a:pt x="39077" y="6045"/>
                  <a:pt x="37285" y="6045"/>
                </a:cubicBezTo>
                <a:cubicBezTo>
                  <a:pt x="35351" y="6045"/>
                  <a:pt x="32754" y="6729"/>
                  <a:pt x="31943" y="7257"/>
                </a:cubicBezTo>
                <a:cubicBezTo>
                  <a:pt x="32285" y="6333"/>
                  <a:pt x="33556" y="6188"/>
                  <a:pt x="34005" y="5363"/>
                </a:cubicBezTo>
                <a:cubicBezTo>
                  <a:pt x="34526" y="4402"/>
                  <a:pt x="34146" y="4039"/>
                  <a:pt x="33280" y="4039"/>
                </a:cubicBezTo>
                <a:cubicBezTo>
                  <a:pt x="30813" y="4039"/>
                  <a:pt x="24400" y="6978"/>
                  <a:pt x="23568" y="7442"/>
                </a:cubicBezTo>
                <a:cubicBezTo>
                  <a:pt x="24997" y="5826"/>
                  <a:pt x="30311" y="3152"/>
                  <a:pt x="29598" y="1094"/>
                </a:cubicBezTo>
                <a:cubicBezTo>
                  <a:pt x="29331" y="322"/>
                  <a:pt x="28650" y="0"/>
                  <a:pt x="27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
          <p:cNvSpPr/>
          <p:nvPr/>
        </p:nvSpPr>
        <p:spPr>
          <a:xfrm>
            <a:off x="7898541" y="4691892"/>
            <a:ext cx="1397208" cy="490547"/>
          </a:xfrm>
          <a:custGeom>
            <a:rect b="b" l="l" r="r" t="t"/>
            <a:pathLst>
              <a:path extrusionOk="0" h="15758" w="44883">
                <a:moveTo>
                  <a:pt x="41354" y="0"/>
                </a:moveTo>
                <a:cubicBezTo>
                  <a:pt x="37501" y="0"/>
                  <a:pt x="32129" y="5393"/>
                  <a:pt x="30102" y="7778"/>
                </a:cubicBezTo>
                <a:cubicBezTo>
                  <a:pt x="30635" y="6092"/>
                  <a:pt x="33570" y="4066"/>
                  <a:pt x="31862" y="2462"/>
                </a:cubicBezTo>
                <a:cubicBezTo>
                  <a:pt x="31405" y="2033"/>
                  <a:pt x="30817" y="1847"/>
                  <a:pt x="30143" y="1847"/>
                </a:cubicBezTo>
                <a:cubicBezTo>
                  <a:pt x="27364" y="1847"/>
                  <a:pt x="23141" y="5014"/>
                  <a:pt x="20792" y="7324"/>
                </a:cubicBezTo>
                <a:cubicBezTo>
                  <a:pt x="21620" y="6078"/>
                  <a:pt x="21993" y="4528"/>
                  <a:pt x="20547" y="3899"/>
                </a:cubicBezTo>
                <a:cubicBezTo>
                  <a:pt x="20218" y="3757"/>
                  <a:pt x="19856" y="3692"/>
                  <a:pt x="19469" y="3692"/>
                </a:cubicBezTo>
                <a:cubicBezTo>
                  <a:pt x="16686" y="3692"/>
                  <a:pt x="12603" y="7059"/>
                  <a:pt x="10350" y="9286"/>
                </a:cubicBezTo>
                <a:cubicBezTo>
                  <a:pt x="11006" y="8206"/>
                  <a:pt x="11014" y="6740"/>
                  <a:pt x="9656" y="6740"/>
                </a:cubicBezTo>
                <a:cubicBezTo>
                  <a:pt x="9526" y="6740"/>
                  <a:pt x="9383" y="6754"/>
                  <a:pt x="9227" y="6783"/>
                </a:cubicBezTo>
                <a:cubicBezTo>
                  <a:pt x="5151" y="7534"/>
                  <a:pt x="2107" y="11385"/>
                  <a:pt x="0" y="14874"/>
                </a:cubicBezTo>
                <a:lnTo>
                  <a:pt x="43597" y="15758"/>
                </a:lnTo>
                <a:lnTo>
                  <a:pt x="43597" y="5552"/>
                </a:lnTo>
                <a:cubicBezTo>
                  <a:pt x="44212" y="4066"/>
                  <a:pt x="44882" y="1961"/>
                  <a:pt x="43519" y="778"/>
                </a:cubicBezTo>
                <a:cubicBezTo>
                  <a:pt x="42893" y="234"/>
                  <a:pt x="42156" y="0"/>
                  <a:pt x="41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
          <p:cNvSpPr/>
          <p:nvPr/>
        </p:nvSpPr>
        <p:spPr>
          <a:xfrm>
            <a:off x="3931780" y="1062486"/>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
          <p:cNvSpPr/>
          <p:nvPr/>
        </p:nvSpPr>
        <p:spPr>
          <a:xfrm>
            <a:off x="5864515" y="294561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
          <p:cNvSpPr txBox="1"/>
          <p:nvPr>
            <p:ph type="title"/>
          </p:nvPr>
        </p:nvSpPr>
        <p:spPr>
          <a:xfrm>
            <a:off x="720000" y="2114828"/>
            <a:ext cx="4572000" cy="914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88" name="Google Shape;1688;p3"/>
          <p:cNvSpPr txBox="1"/>
          <p:nvPr>
            <p:ph hasCustomPrompt="1" idx="2" type="title"/>
          </p:nvPr>
        </p:nvSpPr>
        <p:spPr>
          <a:xfrm>
            <a:off x="720000" y="1200428"/>
            <a:ext cx="1463100" cy="9144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8000">
                <a:solidFill>
                  <a:schemeClr val="accent4"/>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89" name="Google Shape;1689;p3"/>
          <p:cNvSpPr txBox="1"/>
          <p:nvPr>
            <p:ph idx="1" type="subTitle"/>
          </p:nvPr>
        </p:nvSpPr>
        <p:spPr>
          <a:xfrm>
            <a:off x="720000" y="3029228"/>
            <a:ext cx="4572000" cy="36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90" name="Shape 1690"/>
        <p:cNvGrpSpPr/>
        <p:nvPr/>
      </p:nvGrpSpPr>
      <p:grpSpPr>
        <a:xfrm>
          <a:off x="0" y="0"/>
          <a:ext cx="0" cy="0"/>
          <a:chOff x="0" y="0"/>
          <a:chExt cx="0" cy="0"/>
        </a:xfrm>
      </p:grpSpPr>
      <p:sp>
        <p:nvSpPr>
          <p:cNvPr id="1691" name="Google Shape;1691;p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92" name="Google Shape;1692;p4"/>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rial"/>
              <a:buChar char="●"/>
              <a:defRPr sz="1250"/>
            </a:lvl1pPr>
            <a:lvl2pPr indent="-317500" lvl="1" marL="914400" rtl="0">
              <a:lnSpc>
                <a:spcPct val="115000"/>
              </a:lnSpc>
              <a:spcBef>
                <a:spcPts val="0"/>
              </a:spcBef>
              <a:spcAft>
                <a:spcPts val="0"/>
              </a:spcAft>
              <a:buSzPts val="1400"/>
              <a:buFont typeface="Arial"/>
              <a:buChar char="○"/>
              <a:defRPr/>
            </a:lvl2pPr>
            <a:lvl3pPr indent="-317500" lvl="2" marL="1371600" rtl="0">
              <a:lnSpc>
                <a:spcPct val="115000"/>
              </a:lnSpc>
              <a:spcBef>
                <a:spcPts val="0"/>
              </a:spcBef>
              <a:spcAft>
                <a:spcPts val="0"/>
              </a:spcAft>
              <a:buSzPts val="1400"/>
              <a:buFont typeface="Arial"/>
              <a:buChar char="■"/>
              <a:defRPr/>
            </a:lvl3pPr>
            <a:lvl4pPr indent="-317500" lvl="3" marL="1828800" rtl="0">
              <a:lnSpc>
                <a:spcPct val="115000"/>
              </a:lnSpc>
              <a:spcBef>
                <a:spcPts val="0"/>
              </a:spcBef>
              <a:spcAft>
                <a:spcPts val="0"/>
              </a:spcAft>
              <a:buSzPts val="1400"/>
              <a:buFont typeface="Arial"/>
              <a:buChar char="●"/>
              <a:defRPr/>
            </a:lvl4pPr>
            <a:lvl5pPr indent="-317500" lvl="4" marL="2286000" rtl="0">
              <a:lnSpc>
                <a:spcPct val="115000"/>
              </a:lnSpc>
              <a:spcBef>
                <a:spcPts val="0"/>
              </a:spcBef>
              <a:spcAft>
                <a:spcPts val="0"/>
              </a:spcAft>
              <a:buSzPts val="1400"/>
              <a:buFont typeface="Arial"/>
              <a:buChar char="○"/>
              <a:defRPr/>
            </a:lvl5pPr>
            <a:lvl6pPr indent="-317500" lvl="5" marL="2743200" rtl="0">
              <a:lnSpc>
                <a:spcPct val="115000"/>
              </a:lnSpc>
              <a:spcBef>
                <a:spcPts val="0"/>
              </a:spcBef>
              <a:spcAft>
                <a:spcPts val="0"/>
              </a:spcAft>
              <a:buSzPts val="1400"/>
              <a:buFont typeface="Arial"/>
              <a:buChar char="■"/>
              <a:defRPr/>
            </a:lvl6pPr>
            <a:lvl7pPr indent="-317500" lvl="6" marL="3200400" rtl="0">
              <a:lnSpc>
                <a:spcPct val="115000"/>
              </a:lnSpc>
              <a:spcBef>
                <a:spcPts val="0"/>
              </a:spcBef>
              <a:spcAft>
                <a:spcPts val="0"/>
              </a:spcAft>
              <a:buSzPts val="1400"/>
              <a:buFont typeface="Arial"/>
              <a:buChar char="●"/>
              <a:defRPr/>
            </a:lvl7pPr>
            <a:lvl8pPr indent="-317500" lvl="7" marL="3657600" rtl="0">
              <a:lnSpc>
                <a:spcPct val="115000"/>
              </a:lnSpc>
              <a:spcBef>
                <a:spcPts val="0"/>
              </a:spcBef>
              <a:spcAft>
                <a:spcPts val="0"/>
              </a:spcAft>
              <a:buSzPts val="1400"/>
              <a:buFont typeface="Arial"/>
              <a:buChar char="○"/>
              <a:defRPr/>
            </a:lvl8pPr>
            <a:lvl9pPr indent="-317500" lvl="8" marL="4114800" rtl="0">
              <a:lnSpc>
                <a:spcPct val="115000"/>
              </a:lnSpc>
              <a:spcBef>
                <a:spcPts val="0"/>
              </a:spcBef>
              <a:spcAft>
                <a:spcPts val="0"/>
              </a:spcAft>
              <a:buSzPts val="1400"/>
              <a:buFont typeface="Arial"/>
              <a:buChar char="■"/>
              <a:defRPr/>
            </a:lvl9pPr>
          </a:lstStyle>
          <a:p/>
        </p:txBody>
      </p:sp>
      <p:grpSp>
        <p:nvGrpSpPr>
          <p:cNvPr id="1693" name="Google Shape;1693;p4"/>
          <p:cNvGrpSpPr/>
          <p:nvPr/>
        </p:nvGrpSpPr>
        <p:grpSpPr>
          <a:xfrm flipH="1">
            <a:off x="8310579" y="183377"/>
            <a:ext cx="684032" cy="697236"/>
            <a:chOff x="121063" y="211715"/>
            <a:chExt cx="684032" cy="697236"/>
          </a:xfrm>
        </p:grpSpPr>
        <p:grpSp>
          <p:nvGrpSpPr>
            <p:cNvPr id="1694" name="Google Shape;1694;p4"/>
            <p:cNvGrpSpPr/>
            <p:nvPr/>
          </p:nvGrpSpPr>
          <p:grpSpPr>
            <a:xfrm flipH="1">
              <a:off x="482506" y="211715"/>
              <a:ext cx="322588" cy="124262"/>
              <a:chOff x="2449294" y="636165"/>
              <a:chExt cx="322588" cy="124262"/>
            </a:xfrm>
          </p:grpSpPr>
          <p:sp>
            <p:nvSpPr>
              <p:cNvPr id="1695" name="Google Shape;1695;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4"/>
            <p:cNvGrpSpPr/>
            <p:nvPr/>
          </p:nvGrpSpPr>
          <p:grpSpPr>
            <a:xfrm>
              <a:off x="121063" y="377859"/>
              <a:ext cx="470985" cy="455906"/>
              <a:chOff x="1490538" y="753834"/>
              <a:chExt cx="470985" cy="455906"/>
            </a:xfrm>
          </p:grpSpPr>
          <p:sp>
            <p:nvSpPr>
              <p:cNvPr id="1705" name="Google Shape;1705;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 name="Google Shape;1715;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4"/>
          <p:cNvGrpSpPr/>
          <p:nvPr/>
        </p:nvGrpSpPr>
        <p:grpSpPr>
          <a:xfrm flipH="1" rot="10800000">
            <a:off x="149379" y="4254877"/>
            <a:ext cx="684032" cy="697236"/>
            <a:chOff x="121063" y="211715"/>
            <a:chExt cx="684032" cy="697236"/>
          </a:xfrm>
        </p:grpSpPr>
        <p:grpSp>
          <p:nvGrpSpPr>
            <p:cNvPr id="1719" name="Google Shape;1719;p4"/>
            <p:cNvGrpSpPr/>
            <p:nvPr/>
          </p:nvGrpSpPr>
          <p:grpSpPr>
            <a:xfrm flipH="1">
              <a:off x="482506" y="211715"/>
              <a:ext cx="322588" cy="124262"/>
              <a:chOff x="2449294" y="636165"/>
              <a:chExt cx="322588" cy="124262"/>
            </a:xfrm>
          </p:grpSpPr>
          <p:sp>
            <p:nvSpPr>
              <p:cNvPr id="1720" name="Google Shape;1720;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4"/>
            <p:cNvGrpSpPr/>
            <p:nvPr/>
          </p:nvGrpSpPr>
          <p:grpSpPr>
            <a:xfrm>
              <a:off x="121063" y="377859"/>
              <a:ext cx="470985" cy="455906"/>
              <a:chOff x="1490538" y="753834"/>
              <a:chExt cx="470985" cy="455906"/>
            </a:xfrm>
          </p:grpSpPr>
          <p:sp>
            <p:nvSpPr>
              <p:cNvPr id="1730" name="Google Shape;1730;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 name="Google Shape;1740;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43" name="Shape 1743"/>
        <p:cNvGrpSpPr/>
        <p:nvPr/>
      </p:nvGrpSpPr>
      <p:grpSpPr>
        <a:xfrm>
          <a:off x="0" y="0"/>
          <a:ext cx="0" cy="0"/>
          <a:chOff x="0" y="0"/>
          <a:chExt cx="0" cy="0"/>
        </a:xfrm>
      </p:grpSpPr>
      <p:sp>
        <p:nvSpPr>
          <p:cNvPr id="1744" name="Google Shape;1744;p5"/>
          <p:cNvSpPr txBox="1"/>
          <p:nvPr>
            <p:ph idx="1" type="subTitle"/>
          </p:nvPr>
        </p:nvSpPr>
        <p:spPr>
          <a:xfrm>
            <a:off x="1372963"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5" name="Google Shape;1745;p5"/>
          <p:cNvSpPr txBox="1"/>
          <p:nvPr>
            <p:ph idx="2" type="subTitle"/>
          </p:nvPr>
        </p:nvSpPr>
        <p:spPr>
          <a:xfrm>
            <a:off x="5027838"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6" name="Google Shape;1746;p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47" name="Google Shape;1747;p5"/>
          <p:cNvSpPr txBox="1"/>
          <p:nvPr>
            <p:ph idx="3" type="title"/>
          </p:nvPr>
        </p:nvSpPr>
        <p:spPr>
          <a:xfrm>
            <a:off x="1372963"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48" name="Google Shape;1748;p5"/>
          <p:cNvSpPr txBox="1"/>
          <p:nvPr>
            <p:ph idx="4" type="title"/>
          </p:nvPr>
        </p:nvSpPr>
        <p:spPr>
          <a:xfrm>
            <a:off x="5027838"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1749" name="Google Shape;1749;p5"/>
          <p:cNvGrpSpPr/>
          <p:nvPr/>
        </p:nvGrpSpPr>
        <p:grpSpPr>
          <a:xfrm>
            <a:off x="149379" y="183377"/>
            <a:ext cx="684032" cy="697236"/>
            <a:chOff x="121063" y="211715"/>
            <a:chExt cx="684032" cy="697236"/>
          </a:xfrm>
        </p:grpSpPr>
        <p:grpSp>
          <p:nvGrpSpPr>
            <p:cNvPr id="1750" name="Google Shape;1750;p5"/>
            <p:cNvGrpSpPr/>
            <p:nvPr/>
          </p:nvGrpSpPr>
          <p:grpSpPr>
            <a:xfrm flipH="1">
              <a:off x="482506" y="211715"/>
              <a:ext cx="322588" cy="124262"/>
              <a:chOff x="2449294" y="636165"/>
              <a:chExt cx="322588" cy="124262"/>
            </a:xfrm>
          </p:grpSpPr>
          <p:sp>
            <p:nvSpPr>
              <p:cNvPr id="1751" name="Google Shape;1751;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5"/>
            <p:cNvGrpSpPr/>
            <p:nvPr/>
          </p:nvGrpSpPr>
          <p:grpSpPr>
            <a:xfrm>
              <a:off x="121063" y="377859"/>
              <a:ext cx="470985" cy="455906"/>
              <a:chOff x="1490538" y="753834"/>
              <a:chExt cx="470985" cy="455906"/>
            </a:xfrm>
          </p:grpSpPr>
          <p:sp>
            <p:nvSpPr>
              <p:cNvPr id="1761" name="Google Shape;1761;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 name="Google Shape;1771;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5"/>
          <p:cNvGrpSpPr/>
          <p:nvPr/>
        </p:nvGrpSpPr>
        <p:grpSpPr>
          <a:xfrm rot="10800000">
            <a:off x="8310579" y="4254877"/>
            <a:ext cx="684032" cy="697236"/>
            <a:chOff x="121063" y="211715"/>
            <a:chExt cx="684032" cy="697236"/>
          </a:xfrm>
        </p:grpSpPr>
        <p:grpSp>
          <p:nvGrpSpPr>
            <p:cNvPr id="1775" name="Google Shape;1775;p5"/>
            <p:cNvGrpSpPr/>
            <p:nvPr/>
          </p:nvGrpSpPr>
          <p:grpSpPr>
            <a:xfrm flipH="1">
              <a:off x="482506" y="211715"/>
              <a:ext cx="322588" cy="124262"/>
              <a:chOff x="2449294" y="636165"/>
              <a:chExt cx="322588" cy="124262"/>
            </a:xfrm>
          </p:grpSpPr>
          <p:sp>
            <p:nvSpPr>
              <p:cNvPr id="1776" name="Google Shape;1776;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5"/>
            <p:cNvGrpSpPr/>
            <p:nvPr/>
          </p:nvGrpSpPr>
          <p:grpSpPr>
            <a:xfrm>
              <a:off x="121063" y="377859"/>
              <a:ext cx="470985" cy="455906"/>
              <a:chOff x="1490538" y="753834"/>
              <a:chExt cx="470985" cy="455906"/>
            </a:xfrm>
          </p:grpSpPr>
          <p:sp>
            <p:nvSpPr>
              <p:cNvPr id="1786" name="Google Shape;1786;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 name="Google Shape;1796;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799" name="Shape 1799"/>
        <p:cNvGrpSpPr/>
        <p:nvPr/>
      </p:nvGrpSpPr>
      <p:grpSpPr>
        <a:xfrm>
          <a:off x="0" y="0"/>
          <a:ext cx="0" cy="0"/>
          <a:chOff x="0" y="0"/>
          <a:chExt cx="0" cy="0"/>
        </a:xfrm>
      </p:grpSpPr>
      <p:sp>
        <p:nvSpPr>
          <p:cNvPr id="1800" name="Google Shape;1800;p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01" name="Google Shape;1801;p6"/>
          <p:cNvGrpSpPr/>
          <p:nvPr/>
        </p:nvGrpSpPr>
        <p:grpSpPr>
          <a:xfrm>
            <a:off x="149379" y="183377"/>
            <a:ext cx="684032" cy="697236"/>
            <a:chOff x="121063" y="211715"/>
            <a:chExt cx="684032" cy="697236"/>
          </a:xfrm>
        </p:grpSpPr>
        <p:grpSp>
          <p:nvGrpSpPr>
            <p:cNvPr id="1802" name="Google Shape;1802;p6"/>
            <p:cNvGrpSpPr/>
            <p:nvPr/>
          </p:nvGrpSpPr>
          <p:grpSpPr>
            <a:xfrm flipH="1">
              <a:off x="482506" y="211715"/>
              <a:ext cx="322588" cy="124262"/>
              <a:chOff x="2449294" y="636165"/>
              <a:chExt cx="322588" cy="124262"/>
            </a:xfrm>
          </p:grpSpPr>
          <p:sp>
            <p:nvSpPr>
              <p:cNvPr id="1803" name="Google Shape;1803;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
            <p:cNvGrpSpPr/>
            <p:nvPr/>
          </p:nvGrpSpPr>
          <p:grpSpPr>
            <a:xfrm>
              <a:off x="121063" y="377859"/>
              <a:ext cx="470985" cy="455906"/>
              <a:chOff x="1490538" y="753834"/>
              <a:chExt cx="470985" cy="455906"/>
            </a:xfrm>
          </p:grpSpPr>
          <p:sp>
            <p:nvSpPr>
              <p:cNvPr id="1813" name="Google Shape;1813;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6"/>
          <p:cNvGrpSpPr/>
          <p:nvPr/>
        </p:nvGrpSpPr>
        <p:grpSpPr>
          <a:xfrm rot="10800000">
            <a:off x="8310579" y="4254877"/>
            <a:ext cx="684032" cy="697236"/>
            <a:chOff x="121063" y="211715"/>
            <a:chExt cx="684032" cy="697236"/>
          </a:xfrm>
        </p:grpSpPr>
        <p:grpSp>
          <p:nvGrpSpPr>
            <p:cNvPr id="1827" name="Google Shape;1827;p6"/>
            <p:cNvGrpSpPr/>
            <p:nvPr/>
          </p:nvGrpSpPr>
          <p:grpSpPr>
            <a:xfrm flipH="1">
              <a:off x="482506" y="211715"/>
              <a:ext cx="322588" cy="124262"/>
              <a:chOff x="2449294" y="636165"/>
              <a:chExt cx="322588" cy="124262"/>
            </a:xfrm>
          </p:grpSpPr>
          <p:sp>
            <p:nvSpPr>
              <p:cNvPr id="1828" name="Google Shape;1828;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6"/>
            <p:cNvGrpSpPr/>
            <p:nvPr/>
          </p:nvGrpSpPr>
          <p:grpSpPr>
            <a:xfrm>
              <a:off x="121063" y="377859"/>
              <a:ext cx="470985" cy="455906"/>
              <a:chOff x="1490538" y="753834"/>
              <a:chExt cx="470985" cy="455906"/>
            </a:xfrm>
          </p:grpSpPr>
          <p:sp>
            <p:nvSpPr>
              <p:cNvPr id="1838" name="Google Shape;1838;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8" name="Google Shape;1848;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851" name="Shape 1851"/>
        <p:cNvGrpSpPr/>
        <p:nvPr/>
      </p:nvGrpSpPr>
      <p:grpSpPr>
        <a:xfrm>
          <a:off x="0" y="0"/>
          <a:ext cx="0" cy="0"/>
          <a:chOff x="0" y="0"/>
          <a:chExt cx="0" cy="0"/>
        </a:xfrm>
      </p:grpSpPr>
      <p:sp>
        <p:nvSpPr>
          <p:cNvPr id="1852" name="Google Shape;1852;p7"/>
          <p:cNvSpPr txBox="1"/>
          <p:nvPr>
            <p:ph type="title"/>
          </p:nvPr>
        </p:nvSpPr>
        <p:spPr>
          <a:xfrm>
            <a:off x="720000" y="868516"/>
            <a:ext cx="3657600" cy="1196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3" name="Google Shape;1853;p7"/>
          <p:cNvSpPr txBox="1"/>
          <p:nvPr>
            <p:ph idx="1" type="body"/>
          </p:nvPr>
        </p:nvSpPr>
        <p:spPr>
          <a:xfrm>
            <a:off x="720000" y="1988975"/>
            <a:ext cx="3657600" cy="22860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Clr>
                <a:schemeClr val="dk2"/>
              </a:buClr>
              <a:buSzPts val="800"/>
              <a:buFont typeface="Open Sans"/>
              <a:buChar char="●"/>
              <a:defRPr sz="1400">
                <a:solidFill>
                  <a:srgbClr val="434343"/>
                </a:solidFill>
              </a:defRPr>
            </a:lvl1pPr>
            <a:lvl2pPr indent="-279400" lvl="1" marL="914400" rtl="0">
              <a:lnSpc>
                <a:spcPct val="100000"/>
              </a:lnSpc>
              <a:spcBef>
                <a:spcPts val="0"/>
              </a:spcBef>
              <a:spcAft>
                <a:spcPts val="0"/>
              </a:spcAft>
              <a:buClr>
                <a:srgbClr val="999999"/>
              </a:buClr>
              <a:buSzPts val="800"/>
              <a:buFont typeface="Open Sans"/>
              <a:buChar char="○"/>
              <a:defRPr>
                <a:solidFill>
                  <a:srgbClr val="434343"/>
                </a:solidFill>
              </a:defRPr>
            </a:lvl2pPr>
            <a:lvl3pPr indent="-279400" lvl="2" marL="1371600" rtl="0">
              <a:lnSpc>
                <a:spcPct val="100000"/>
              </a:lnSpc>
              <a:spcBef>
                <a:spcPts val="0"/>
              </a:spcBef>
              <a:spcAft>
                <a:spcPts val="0"/>
              </a:spcAft>
              <a:buClr>
                <a:srgbClr val="999999"/>
              </a:buClr>
              <a:buSzPts val="800"/>
              <a:buFont typeface="Open Sans"/>
              <a:buChar char="■"/>
              <a:defRPr>
                <a:solidFill>
                  <a:srgbClr val="434343"/>
                </a:solidFill>
              </a:defRPr>
            </a:lvl3pPr>
            <a:lvl4pPr indent="-279400" lvl="3" marL="1828800" rtl="0">
              <a:lnSpc>
                <a:spcPct val="100000"/>
              </a:lnSpc>
              <a:spcBef>
                <a:spcPts val="0"/>
              </a:spcBef>
              <a:spcAft>
                <a:spcPts val="0"/>
              </a:spcAft>
              <a:buClr>
                <a:srgbClr val="999999"/>
              </a:buClr>
              <a:buSzPts val="800"/>
              <a:buFont typeface="Open Sans"/>
              <a:buChar char="●"/>
              <a:defRPr>
                <a:solidFill>
                  <a:srgbClr val="434343"/>
                </a:solidFill>
              </a:defRPr>
            </a:lvl4pPr>
            <a:lvl5pPr indent="-304800" lvl="4" marL="2286000" rtl="0">
              <a:lnSpc>
                <a:spcPct val="100000"/>
              </a:lnSpc>
              <a:spcBef>
                <a:spcPts val="0"/>
              </a:spcBef>
              <a:spcAft>
                <a:spcPts val="0"/>
              </a:spcAft>
              <a:buClr>
                <a:srgbClr val="999999"/>
              </a:buClr>
              <a:buSzPts val="1200"/>
              <a:buFont typeface="Open Sans"/>
              <a:buChar char="○"/>
              <a:defRPr>
                <a:solidFill>
                  <a:srgbClr val="434343"/>
                </a:solidFill>
              </a:defRPr>
            </a:lvl5pPr>
            <a:lvl6pPr indent="-304800" lvl="5" marL="2743200" rtl="0">
              <a:lnSpc>
                <a:spcPct val="100000"/>
              </a:lnSpc>
              <a:spcBef>
                <a:spcPts val="0"/>
              </a:spcBef>
              <a:spcAft>
                <a:spcPts val="0"/>
              </a:spcAft>
              <a:buClr>
                <a:srgbClr val="999999"/>
              </a:buClr>
              <a:buSzPts val="1200"/>
              <a:buFont typeface="Open Sans"/>
              <a:buChar char="■"/>
              <a:defRPr>
                <a:solidFill>
                  <a:srgbClr val="434343"/>
                </a:solidFill>
              </a:defRPr>
            </a:lvl6pPr>
            <a:lvl7pPr indent="-273050" lvl="6" marL="3200400" rtl="0">
              <a:lnSpc>
                <a:spcPct val="100000"/>
              </a:lnSpc>
              <a:spcBef>
                <a:spcPts val="0"/>
              </a:spcBef>
              <a:spcAft>
                <a:spcPts val="0"/>
              </a:spcAft>
              <a:buClr>
                <a:srgbClr val="999999"/>
              </a:buClr>
              <a:buSzPts val="700"/>
              <a:buFont typeface="Open Sans"/>
              <a:buChar char="●"/>
              <a:defRPr>
                <a:solidFill>
                  <a:srgbClr val="434343"/>
                </a:solidFill>
              </a:defRPr>
            </a:lvl7pPr>
            <a:lvl8pPr indent="-273050" lvl="7" marL="3657600" rtl="0">
              <a:lnSpc>
                <a:spcPct val="100000"/>
              </a:lnSpc>
              <a:spcBef>
                <a:spcPts val="0"/>
              </a:spcBef>
              <a:spcAft>
                <a:spcPts val="0"/>
              </a:spcAft>
              <a:buClr>
                <a:srgbClr val="999999"/>
              </a:buClr>
              <a:buSzPts val="700"/>
              <a:buFont typeface="Open Sans"/>
              <a:buChar char="○"/>
              <a:defRPr>
                <a:solidFill>
                  <a:srgbClr val="434343"/>
                </a:solidFill>
              </a:defRPr>
            </a:lvl8pPr>
            <a:lvl9pPr indent="-266700" lvl="8" marL="4114800" rtl="0">
              <a:lnSpc>
                <a:spcPct val="100000"/>
              </a:lnSpc>
              <a:spcBef>
                <a:spcPts val="0"/>
              </a:spcBef>
              <a:spcAft>
                <a:spcPts val="0"/>
              </a:spcAft>
              <a:buClr>
                <a:srgbClr val="999999"/>
              </a:buClr>
              <a:buSzPts val="600"/>
              <a:buFont typeface="Open Sans"/>
              <a:buChar char="■"/>
              <a:defRPr>
                <a:solidFill>
                  <a:srgbClr val="434343"/>
                </a:solidFill>
              </a:defRPr>
            </a:lvl9pPr>
          </a:lstStyle>
          <a:p/>
        </p:txBody>
      </p:sp>
      <p:sp>
        <p:nvSpPr>
          <p:cNvPr id="1854" name="Google Shape;1854;p7"/>
          <p:cNvSpPr/>
          <p:nvPr>
            <p:ph idx="2" type="pic"/>
          </p:nvPr>
        </p:nvSpPr>
        <p:spPr>
          <a:xfrm flipH="1">
            <a:off x="4571950" y="345075"/>
            <a:ext cx="4117500" cy="4453500"/>
          </a:xfrm>
          <a:prstGeom prst="roundRect">
            <a:avLst>
              <a:gd fmla="val 16667" name="adj"/>
            </a:avLst>
          </a:prstGeom>
          <a:noFill/>
          <a:ln cap="flat" cmpd="sng" w="38100">
            <a:solidFill>
              <a:schemeClr val="lt1"/>
            </a:solidFill>
            <a:prstDash val="solid"/>
            <a:round/>
            <a:headEnd len="sm" w="sm" type="none"/>
            <a:tailEnd len="sm" w="sm" type="none"/>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855" name="Shape 1855"/>
        <p:cNvGrpSpPr/>
        <p:nvPr/>
      </p:nvGrpSpPr>
      <p:grpSpPr>
        <a:xfrm>
          <a:off x="0" y="0"/>
          <a:ext cx="0" cy="0"/>
          <a:chOff x="0" y="0"/>
          <a:chExt cx="0" cy="0"/>
        </a:xfrm>
      </p:grpSpPr>
      <p:sp>
        <p:nvSpPr>
          <p:cNvPr id="1856" name="Google Shape;1856;p8"/>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
          <p:cNvSpPr/>
          <p:nvPr/>
        </p:nvSpPr>
        <p:spPr>
          <a:xfrm flipH="1">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9" name="Google Shape;1859;p8"/>
          <p:cNvGrpSpPr/>
          <p:nvPr/>
        </p:nvGrpSpPr>
        <p:grpSpPr>
          <a:xfrm flipH="1">
            <a:off x="1381775" y="3955075"/>
            <a:ext cx="1504025" cy="624000"/>
            <a:chOff x="2067200" y="3936025"/>
            <a:chExt cx="1504025" cy="624000"/>
          </a:xfrm>
        </p:grpSpPr>
        <p:sp>
          <p:nvSpPr>
            <p:cNvPr id="1860" name="Google Shape;1860;p8"/>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3" name="Google Shape;1863;p8"/>
          <p:cNvSpPr/>
          <p:nvPr/>
        </p:nvSpPr>
        <p:spPr>
          <a:xfrm flipH="1">
            <a:off x="4987700"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
          <p:cNvSpPr/>
          <p:nvPr/>
        </p:nvSpPr>
        <p:spPr>
          <a:xfrm flipH="1">
            <a:off x="175"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
          <p:cNvSpPr/>
          <p:nvPr/>
        </p:nvSpPr>
        <p:spPr>
          <a:xfrm flipH="1">
            <a:off x="7165625"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
          <p:cNvSpPr/>
          <p:nvPr/>
        </p:nvSpPr>
        <p:spPr>
          <a:xfrm flipH="1">
            <a:off x="72584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
          <p:cNvSpPr/>
          <p:nvPr/>
        </p:nvSpPr>
        <p:spPr>
          <a:xfrm flipH="1">
            <a:off x="225"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
          <p:cNvSpPr/>
          <p:nvPr/>
        </p:nvSpPr>
        <p:spPr>
          <a:xfrm flipH="1">
            <a:off x="6317550"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
          <p:cNvSpPr/>
          <p:nvPr/>
        </p:nvSpPr>
        <p:spPr>
          <a:xfrm flipH="1">
            <a:off x="67301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
          <p:cNvSpPr/>
          <p:nvPr/>
        </p:nvSpPr>
        <p:spPr>
          <a:xfrm flipH="1">
            <a:off x="771212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
          <p:cNvSpPr/>
          <p:nvPr/>
        </p:nvSpPr>
        <p:spPr>
          <a:xfrm flipH="1">
            <a:off x="7490675"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
          <p:cNvSpPr/>
          <p:nvPr/>
        </p:nvSpPr>
        <p:spPr>
          <a:xfrm flipH="1">
            <a:off x="4333890"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
          <p:cNvSpPr/>
          <p:nvPr/>
        </p:nvSpPr>
        <p:spPr>
          <a:xfrm flipH="1">
            <a:off x="9"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
          <p:cNvSpPr/>
          <p:nvPr/>
        </p:nvSpPr>
        <p:spPr>
          <a:xfrm flipH="1">
            <a:off x="177"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
          <p:cNvSpPr/>
          <p:nvPr/>
        </p:nvSpPr>
        <p:spPr>
          <a:xfrm flipH="1">
            <a:off x="72"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
          <p:cNvSpPr/>
          <p:nvPr/>
        </p:nvSpPr>
        <p:spPr>
          <a:xfrm flipH="1">
            <a:off x="497386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
          <p:cNvSpPr/>
          <p:nvPr/>
        </p:nvSpPr>
        <p:spPr>
          <a:xfrm flipH="1">
            <a:off x="497788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
          <p:cNvSpPr/>
          <p:nvPr/>
        </p:nvSpPr>
        <p:spPr>
          <a:xfrm flipH="1">
            <a:off x="7693575"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
          <p:cNvSpPr/>
          <p:nvPr/>
        </p:nvSpPr>
        <p:spPr>
          <a:xfrm flipH="1">
            <a:off x="7"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
          <p:cNvSpPr/>
          <p:nvPr/>
        </p:nvSpPr>
        <p:spPr>
          <a:xfrm flipH="1">
            <a:off x="7453900"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8"/>
          <p:cNvGrpSpPr/>
          <p:nvPr/>
        </p:nvGrpSpPr>
        <p:grpSpPr>
          <a:xfrm rot="5400000">
            <a:off x="439170" y="-1231703"/>
            <a:ext cx="2103111" cy="3943216"/>
            <a:chOff x="3238754" y="1037105"/>
            <a:chExt cx="2114316" cy="3971813"/>
          </a:xfrm>
        </p:grpSpPr>
        <p:grpSp>
          <p:nvGrpSpPr>
            <p:cNvPr id="1890" name="Google Shape;1890;p8"/>
            <p:cNvGrpSpPr/>
            <p:nvPr/>
          </p:nvGrpSpPr>
          <p:grpSpPr>
            <a:xfrm rot="352619">
              <a:off x="3514228" y="3929201"/>
              <a:ext cx="820714" cy="663927"/>
              <a:chOff x="1981897" y="1546050"/>
              <a:chExt cx="676612" cy="547354"/>
            </a:xfrm>
          </p:grpSpPr>
          <p:grpSp>
            <p:nvGrpSpPr>
              <p:cNvPr id="1891" name="Google Shape;1891;p8"/>
              <p:cNvGrpSpPr/>
              <p:nvPr/>
            </p:nvGrpSpPr>
            <p:grpSpPr>
              <a:xfrm>
                <a:off x="2240847" y="1546050"/>
                <a:ext cx="258712" cy="250429"/>
                <a:chOff x="1490538" y="753834"/>
                <a:chExt cx="470985" cy="455906"/>
              </a:xfrm>
            </p:grpSpPr>
            <p:sp>
              <p:nvSpPr>
                <p:cNvPr id="1892" name="Google Shape;18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8"/>
              <p:cNvGrpSpPr/>
              <p:nvPr/>
            </p:nvGrpSpPr>
            <p:grpSpPr>
              <a:xfrm>
                <a:off x="2399797" y="1673288"/>
                <a:ext cx="258712" cy="250429"/>
                <a:chOff x="1490538" y="753834"/>
                <a:chExt cx="470985" cy="455906"/>
              </a:xfrm>
            </p:grpSpPr>
            <p:sp>
              <p:nvSpPr>
                <p:cNvPr id="1903" name="Google Shape;19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8"/>
              <p:cNvGrpSpPr/>
              <p:nvPr/>
            </p:nvGrpSpPr>
            <p:grpSpPr>
              <a:xfrm>
                <a:off x="2159535" y="1742038"/>
                <a:ext cx="258712" cy="250429"/>
                <a:chOff x="1490538" y="753834"/>
                <a:chExt cx="470985" cy="455906"/>
              </a:xfrm>
            </p:grpSpPr>
            <p:sp>
              <p:nvSpPr>
                <p:cNvPr id="1914" name="Google Shape;191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8"/>
              <p:cNvGrpSpPr/>
              <p:nvPr/>
            </p:nvGrpSpPr>
            <p:grpSpPr>
              <a:xfrm>
                <a:off x="2323985" y="1842975"/>
                <a:ext cx="258712" cy="250429"/>
                <a:chOff x="1490538" y="753834"/>
                <a:chExt cx="470985" cy="455906"/>
              </a:xfrm>
            </p:grpSpPr>
            <p:sp>
              <p:nvSpPr>
                <p:cNvPr id="1925" name="Google Shape;192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8"/>
              <p:cNvGrpSpPr/>
              <p:nvPr/>
            </p:nvGrpSpPr>
            <p:grpSpPr>
              <a:xfrm>
                <a:off x="1981897" y="1804075"/>
                <a:ext cx="258712" cy="250429"/>
                <a:chOff x="1490538" y="753834"/>
                <a:chExt cx="470985" cy="455906"/>
              </a:xfrm>
            </p:grpSpPr>
            <p:sp>
              <p:nvSpPr>
                <p:cNvPr id="1936" name="Google Shape;193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6" name="Google Shape;1946;p8"/>
            <p:cNvGrpSpPr/>
            <p:nvPr/>
          </p:nvGrpSpPr>
          <p:grpSpPr>
            <a:xfrm flipH="1" rot="8833976">
              <a:off x="4214846" y="3438470"/>
              <a:ext cx="804524" cy="1469662"/>
              <a:chOff x="3377730" y="919968"/>
              <a:chExt cx="471039" cy="860470"/>
            </a:xfrm>
          </p:grpSpPr>
          <p:grpSp>
            <p:nvGrpSpPr>
              <p:cNvPr id="1947" name="Google Shape;1947;p8"/>
              <p:cNvGrpSpPr/>
              <p:nvPr/>
            </p:nvGrpSpPr>
            <p:grpSpPr>
              <a:xfrm>
                <a:off x="3377730" y="919968"/>
                <a:ext cx="408804" cy="692511"/>
                <a:chOff x="3377730" y="919968"/>
                <a:chExt cx="408804" cy="692511"/>
              </a:xfrm>
            </p:grpSpPr>
            <p:sp>
              <p:nvSpPr>
                <p:cNvPr id="1948" name="Google Shape;194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8"/>
              <p:cNvGrpSpPr/>
              <p:nvPr/>
            </p:nvGrpSpPr>
            <p:grpSpPr>
              <a:xfrm>
                <a:off x="3487239" y="1131104"/>
                <a:ext cx="361530" cy="649334"/>
                <a:chOff x="1266852" y="1150479"/>
                <a:chExt cx="361530" cy="649334"/>
              </a:xfrm>
            </p:grpSpPr>
            <p:sp>
              <p:nvSpPr>
                <p:cNvPr id="1961" name="Google Shape;196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9" name="Google Shape;1969;p8"/>
            <p:cNvGrpSpPr/>
            <p:nvPr/>
          </p:nvGrpSpPr>
          <p:grpSpPr>
            <a:xfrm rot="4488281">
              <a:off x="3583731" y="2580940"/>
              <a:ext cx="887798" cy="871068"/>
              <a:chOff x="3086354" y="1785830"/>
              <a:chExt cx="887833" cy="871102"/>
            </a:xfrm>
          </p:grpSpPr>
          <p:grpSp>
            <p:nvGrpSpPr>
              <p:cNvPr id="1970" name="Google Shape;1970;p8"/>
              <p:cNvGrpSpPr/>
              <p:nvPr/>
            </p:nvGrpSpPr>
            <p:grpSpPr>
              <a:xfrm rot="-2169427">
                <a:off x="3251277" y="1839739"/>
                <a:ext cx="408803" cy="692509"/>
                <a:chOff x="3377730" y="919968"/>
                <a:chExt cx="408804" cy="692511"/>
              </a:xfrm>
            </p:grpSpPr>
            <p:sp>
              <p:nvSpPr>
                <p:cNvPr id="1971" name="Google Shape;1971;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8"/>
              <p:cNvGrpSpPr/>
              <p:nvPr/>
            </p:nvGrpSpPr>
            <p:grpSpPr>
              <a:xfrm rot="-2169427">
                <a:off x="3455919" y="1963478"/>
                <a:ext cx="361529" cy="649332"/>
                <a:chOff x="1266852" y="1150479"/>
                <a:chExt cx="361530" cy="649334"/>
              </a:xfrm>
            </p:grpSpPr>
            <p:sp>
              <p:nvSpPr>
                <p:cNvPr id="1984" name="Google Shape;1984;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2" name="Google Shape;1992;p8"/>
            <p:cNvGrpSpPr/>
            <p:nvPr/>
          </p:nvGrpSpPr>
          <p:grpSpPr>
            <a:xfrm>
              <a:off x="3238754" y="1938230"/>
              <a:ext cx="887833" cy="871102"/>
              <a:chOff x="3086354" y="1785830"/>
              <a:chExt cx="887833" cy="871102"/>
            </a:xfrm>
          </p:grpSpPr>
          <p:grpSp>
            <p:nvGrpSpPr>
              <p:cNvPr id="1993" name="Google Shape;1993;p8"/>
              <p:cNvGrpSpPr/>
              <p:nvPr/>
            </p:nvGrpSpPr>
            <p:grpSpPr>
              <a:xfrm rot="-2169427">
                <a:off x="3251277" y="1839739"/>
                <a:ext cx="408803" cy="692509"/>
                <a:chOff x="3377730" y="919968"/>
                <a:chExt cx="408804" cy="692511"/>
              </a:xfrm>
            </p:grpSpPr>
            <p:sp>
              <p:nvSpPr>
                <p:cNvPr id="1994" name="Google Shape;1994;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8"/>
              <p:cNvGrpSpPr/>
              <p:nvPr/>
            </p:nvGrpSpPr>
            <p:grpSpPr>
              <a:xfrm rot="-2169427">
                <a:off x="3455919" y="1963478"/>
                <a:ext cx="361529" cy="649332"/>
                <a:chOff x="1266852" y="1150479"/>
                <a:chExt cx="361530" cy="649334"/>
              </a:xfrm>
            </p:grpSpPr>
            <p:sp>
              <p:nvSpPr>
                <p:cNvPr id="2007" name="Google Shape;2007;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5" name="Google Shape;2015;p8"/>
            <p:cNvGrpSpPr/>
            <p:nvPr/>
          </p:nvGrpSpPr>
          <p:grpSpPr>
            <a:xfrm>
              <a:off x="3490978" y="1037105"/>
              <a:ext cx="575468" cy="1051322"/>
              <a:chOff x="3377730" y="919968"/>
              <a:chExt cx="471039" cy="860470"/>
            </a:xfrm>
          </p:grpSpPr>
          <p:grpSp>
            <p:nvGrpSpPr>
              <p:cNvPr id="2016" name="Google Shape;2016;p8"/>
              <p:cNvGrpSpPr/>
              <p:nvPr/>
            </p:nvGrpSpPr>
            <p:grpSpPr>
              <a:xfrm>
                <a:off x="3377730" y="919968"/>
                <a:ext cx="408804" cy="692511"/>
                <a:chOff x="3377730" y="919968"/>
                <a:chExt cx="408804" cy="692511"/>
              </a:xfrm>
            </p:grpSpPr>
            <p:sp>
              <p:nvSpPr>
                <p:cNvPr id="2017" name="Google Shape;2017;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8"/>
              <p:cNvGrpSpPr/>
              <p:nvPr/>
            </p:nvGrpSpPr>
            <p:grpSpPr>
              <a:xfrm>
                <a:off x="3487239" y="1131104"/>
                <a:ext cx="361530" cy="649334"/>
                <a:chOff x="1266852" y="1150479"/>
                <a:chExt cx="361530" cy="649334"/>
              </a:xfrm>
            </p:grpSpPr>
            <p:sp>
              <p:nvSpPr>
                <p:cNvPr id="2030" name="Google Shape;2030;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8" name="Google Shape;2038;p8"/>
            <p:cNvGrpSpPr/>
            <p:nvPr/>
          </p:nvGrpSpPr>
          <p:grpSpPr>
            <a:xfrm>
              <a:off x="3517102" y="2473933"/>
              <a:ext cx="590853" cy="538858"/>
              <a:chOff x="2374102" y="2397733"/>
              <a:chExt cx="590853" cy="538858"/>
            </a:xfrm>
          </p:grpSpPr>
          <p:grpSp>
            <p:nvGrpSpPr>
              <p:cNvPr id="2039" name="Google Shape;2039;p8"/>
              <p:cNvGrpSpPr/>
              <p:nvPr/>
            </p:nvGrpSpPr>
            <p:grpSpPr>
              <a:xfrm>
                <a:off x="2374102" y="2397733"/>
                <a:ext cx="590853" cy="538858"/>
                <a:chOff x="1993102" y="2397733"/>
                <a:chExt cx="590853" cy="538858"/>
              </a:xfrm>
            </p:grpSpPr>
            <p:sp>
              <p:nvSpPr>
                <p:cNvPr id="2040" name="Google Shape;2040;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8"/>
              <p:cNvGrpSpPr/>
              <p:nvPr/>
            </p:nvGrpSpPr>
            <p:grpSpPr>
              <a:xfrm>
                <a:off x="2672051" y="2466803"/>
                <a:ext cx="88776" cy="97630"/>
                <a:chOff x="2291051" y="2466803"/>
                <a:chExt cx="88776" cy="97630"/>
              </a:xfrm>
            </p:grpSpPr>
            <p:sp>
              <p:nvSpPr>
                <p:cNvPr id="2060" name="Google Shape;2060;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8"/>
            <p:cNvGrpSpPr/>
            <p:nvPr/>
          </p:nvGrpSpPr>
          <p:grpSpPr>
            <a:xfrm rot="352659">
              <a:off x="3394332" y="1622136"/>
              <a:ext cx="676583" cy="547330"/>
              <a:chOff x="1981897" y="1546050"/>
              <a:chExt cx="676612" cy="547354"/>
            </a:xfrm>
          </p:grpSpPr>
          <p:grpSp>
            <p:nvGrpSpPr>
              <p:cNvPr id="2097" name="Google Shape;2097;p8"/>
              <p:cNvGrpSpPr/>
              <p:nvPr/>
            </p:nvGrpSpPr>
            <p:grpSpPr>
              <a:xfrm>
                <a:off x="2240847" y="1546050"/>
                <a:ext cx="258712" cy="250429"/>
                <a:chOff x="1490538" y="753834"/>
                <a:chExt cx="470985" cy="455906"/>
              </a:xfrm>
            </p:grpSpPr>
            <p:sp>
              <p:nvSpPr>
                <p:cNvPr id="2098" name="Google Shape;2098;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8"/>
              <p:cNvGrpSpPr/>
              <p:nvPr/>
            </p:nvGrpSpPr>
            <p:grpSpPr>
              <a:xfrm>
                <a:off x="2399797" y="1673288"/>
                <a:ext cx="258712" cy="250429"/>
                <a:chOff x="1490538" y="753834"/>
                <a:chExt cx="470985" cy="455906"/>
              </a:xfrm>
            </p:grpSpPr>
            <p:sp>
              <p:nvSpPr>
                <p:cNvPr id="2109" name="Google Shape;210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8"/>
              <p:cNvGrpSpPr/>
              <p:nvPr/>
            </p:nvGrpSpPr>
            <p:grpSpPr>
              <a:xfrm>
                <a:off x="2159535" y="1742038"/>
                <a:ext cx="258712" cy="250429"/>
                <a:chOff x="1490538" y="753834"/>
                <a:chExt cx="470985" cy="455906"/>
              </a:xfrm>
            </p:grpSpPr>
            <p:sp>
              <p:nvSpPr>
                <p:cNvPr id="2120" name="Google Shape;212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8"/>
              <p:cNvGrpSpPr/>
              <p:nvPr/>
            </p:nvGrpSpPr>
            <p:grpSpPr>
              <a:xfrm>
                <a:off x="2323985" y="1842975"/>
                <a:ext cx="258712" cy="250429"/>
                <a:chOff x="1490538" y="753834"/>
                <a:chExt cx="470985" cy="455906"/>
              </a:xfrm>
            </p:grpSpPr>
            <p:sp>
              <p:nvSpPr>
                <p:cNvPr id="2131" name="Google Shape;213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8"/>
              <p:cNvGrpSpPr/>
              <p:nvPr/>
            </p:nvGrpSpPr>
            <p:grpSpPr>
              <a:xfrm>
                <a:off x="1981897" y="1804075"/>
                <a:ext cx="258712" cy="250429"/>
                <a:chOff x="1490538" y="753834"/>
                <a:chExt cx="470985" cy="455906"/>
              </a:xfrm>
            </p:grpSpPr>
            <p:sp>
              <p:nvSpPr>
                <p:cNvPr id="2142" name="Google Shape;214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2" name="Google Shape;2152;p8"/>
            <p:cNvGrpSpPr/>
            <p:nvPr/>
          </p:nvGrpSpPr>
          <p:grpSpPr>
            <a:xfrm flipH="1">
              <a:off x="3270102" y="2806996"/>
              <a:ext cx="590853" cy="538858"/>
              <a:chOff x="2374102" y="2397733"/>
              <a:chExt cx="590853" cy="538858"/>
            </a:xfrm>
          </p:grpSpPr>
          <p:grpSp>
            <p:nvGrpSpPr>
              <p:cNvPr id="2153" name="Google Shape;2153;p8"/>
              <p:cNvGrpSpPr/>
              <p:nvPr/>
            </p:nvGrpSpPr>
            <p:grpSpPr>
              <a:xfrm>
                <a:off x="2374102" y="2397733"/>
                <a:ext cx="590853" cy="538858"/>
                <a:chOff x="1993102" y="2397733"/>
                <a:chExt cx="590853" cy="538858"/>
              </a:xfrm>
            </p:grpSpPr>
            <p:sp>
              <p:nvSpPr>
                <p:cNvPr id="2154" name="Google Shape;2154;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0" name="Google Shape;2170;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3" name="Google Shape;2173;p8"/>
              <p:cNvGrpSpPr/>
              <p:nvPr/>
            </p:nvGrpSpPr>
            <p:grpSpPr>
              <a:xfrm>
                <a:off x="2672051" y="2466803"/>
                <a:ext cx="88776" cy="97630"/>
                <a:chOff x="2291051" y="2466803"/>
                <a:chExt cx="88776" cy="97630"/>
              </a:xfrm>
            </p:grpSpPr>
            <p:sp>
              <p:nvSpPr>
                <p:cNvPr id="2174" name="Google Shape;2174;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3" name="Google Shape;2203;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8"/>
            <p:cNvGrpSpPr/>
            <p:nvPr/>
          </p:nvGrpSpPr>
          <p:grpSpPr>
            <a:xfrm>
              <a:off x="3446433" y="3091192"/>
              <a:ext cx="1319021" cy="1203001"/>
              <a:chOff x="2374102" y="2397733"/>
              <a:chExt cx="590853" cy="538858"/>
            </a:xfrm>
          </p:grpSpPr>
          <p:grpSp>
            <p:nvGrpSpPr>
              <p:cNvPr id="2211" name="Google Shape;2211;p8"/>
              <p:cNvGrpSpPr/>
              <p:nvPr/>
            </p:nvGrpSpPr>
            <p:grpSpPr>
              <a:xfrm>
                <a:off x="2374102" y="2397733"/>
                <a:ext cx="590853" cy="538858"/>
                <a:chOff x="1993102" y="2397733"/>
                <a:chExt cx="590853" cy="538858"/>
              </a:xfrm>
            </p:grpSpPr>
            <p:sp>
              <p:nvSpPr>
                <p:cNvPr id="2212" name="Google Shape;2212;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8" name="Google Shape;2228;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 name="Google Shape;2231;p8"/>
              <p:cNvGrpSpPr/>
              <p:nvPr/>
            </p:nvGrpSpPr>
            <p:grpSpPr>
              <a:xfrm>
                <a:off x="2672051" y="2466803"/>
                <a:ext cx="88776" cy="97630"/>
                <a:chOff x="2291051" y="2466803"/>
                <a:chExt cx="88776" cy="97630"/>
              </a:xfrm>
            </p:grpSpPr>
            <p:sp>
              <p:nvSpPr>
                <p:cNvPr id="2232" name="Google Shape;2232;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1" name="Google Shape;2261;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8"/>
            <p:cNvGrpSpPr/>
            <p:nvPr/>
          </p:nvGrpSpPr>
          <p:grpSpPr>
            <a:xfrm>
              <a:off x="4490110" y="3659885"/>
              <a:ext cx="365767" cy="351686"/>
              <a:chOff x="1490538" y="753834"/>
              <a:chExt cx="470985" cy="455906"/>
            </a:xfrm>
          </p:grpSpPr>
          <p:sp>
            <p:nvSpPr>
              <p:cNvPr id="2269" name="Google Shape;226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8"/>
            <p:cNvGrpSpPr/>
            <p:nvPr/>
          </p:nvGrpSpPr>
          <p:grpSpPr>
            <a:xfrm rot="-975329">
              <a:off x="4865699" y="3543897"/>
              <a:ext cx="365789" cy="351698"/>
              <a:chOff x="1490538" y="753834"/>
              <a:chExt cx="470985" cy="455906"/>
            </a:xfrm>
          </p:grpSpPr>
          <p:sp>
            <p:nvSpPr>
              <p:cNvPr id="2280" name="Google Shape;228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0" name="Google Shape;2290;p8"/>
          <p:cNvGrpSpPr/>
          <p:nvPr/>
        </p:nvGrpSpPr>
        <p:grpSpPr>
          <a:xfrm>
            <a:off x="2661327" y="678052"/>
            <a:ext cx="411494" cy="164598"/>
            <a:chOff x="2449294" y="636165"/>
            <a:chExt cx="322588" cy="124262"/>
          </a:xfrm>
        </p:grpSpPr>
        <p:sp>
          <p:nvSpPr>
            <p:cNvPr id="2291" name="Google Shape;2291;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8"/>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
          <p:cNvSpPr/>
          <p:nvPr/>
        </p:nvSpPr>
        <p:spPr>
          <a:xfrm>
            <a:off x="5564029" y="6780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9" name="Google Shape;2309;p8"/>
          <p:cNvGrpSpPr/>
          <p:nvPr/>
        </p:nvGrpSpPr>
        <p:grpSpPr>
          <a:xfrm flipH="1">
            <a:off x="1284972" y="1038482"/>
            <a:ext cx="411494" cy="164598"/>
            <a:chOff x="2449294" y="636165"/>
            <a:chExt cx="322588" cy="124262"/>
          </a:xfrm>
        </p:grpSpPr>
        <p:sp>
          <p:nvSpPr>
            <p:cNvPr id="2310" name="Google Shape;231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 name="Google Shape;2319;p8"/>
          <p:cNvGrpSpPr/>
          <p:nvPr/>
        </p:nvGrpSpPr>
        <p:grpSpPr>
          <a:xfrm flipH="1">
            <a:off x="6751497" y="678045"/>
            <a:ext cx="411494" cy="164598"/>
            <a:chOff x="2449294" y="636165"/>
            <a:chExt cx="322588" cy="124262"/>
          </a:xfrm>
        </p:grpSpPr>
        <p:sp>
          <p:nvSpPr>
            <p:cNvPr id="2320" name="Google Shape;232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8"/>
          <p:cNvGrpSpPr/>
          <p:nvPr/>
        </p:nvGrpSpPr>
        <p:grpSpPr>
          <a:xfrm>
            <a:off x="8575747" y="1993670"/>
            <a:ext cx="411494" cy="164598"/>
            <a:chOff x="2449294" y="636165"/>
            <a:chExt cx="322588" cy="124262"/>
          </a:xfrm>
        </p:grpSpPr>
        <p:sp>
          <p:nvSpPr>
            <p:cNvPr id="2330" name="Google Shape;233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8"/>
          <p:cNvGrpSpPr/>
          <p:nvPr/>
        </p:nvGrpSpPr>
        <p:grpSpPr>
          <a:xfrm flipH="1" rot="10800000">
            <a:off x="7008738" y="922775"/>
            <a:ext cx="365767" cy="351138"/>
            <a:chOff x="1490538" y="753834"/>
            <a:chExt cx="470985" cy="455906"/>
          </a:xfrm>
        </p:grpSpPr>
        <p:sp>
          <p:nvSpPr>
            <p:cNvPr id="2340" name="Google Shape;234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8"/>
          <p:cNvGrpSpPr/>
          <p:nvPr/>
        </p:nvGrpSpPr>
        <p:grpSpPr>
          <a:xfrm flipH="1" rot="-5400000">
            <a:off x="6601720" y="-1231703"/>
            <a:ext cx="2103111" cy="3943216"/>
            <a:chOff x="3238754" y="1037105"/>
            <a:chExt cx="2114316" cy="3971813"/>
          </a:xfrm>
        </p:grpSpPr>
        <p:grpSp>
          <p:nvGrpSpPr>
            <p:cNvPr id="2351" name="Google Shape;2351;p8"/>
            <p:cNvGrpSpPr/>
            <p:nvPr/>
          </p:nvGrpSpPr>
          <p:grpSpPr>
            <a:xfrm rot="352619">
              <a:off x="3514228" y="3929201"/>
              <a:ext cx="820714" cy="663927"/>
              <a:chOff x="1981897" y="1546050"/>
              <a:chExt cx="676612" cy="547354"/>
            </a:xfrm>
          </p:grpSpPr>
          <p:grpSp>
            <p:nvGrpSpPr>
              <p:cNvPr id="2352" name="Google Shape;2352;p8"/>
              <p:cNvGrpSpPr/>
              <p:nvPr/>
            </p:nvGrpSpPr>
            <p:grpSpPr>
              <a:xfrm>
                <a:off x="2240847" y="1546050"/>
                <a:ext cx="258712" cy="250429"/>
                <a:chOff x="1490538" y="753834"/>
                <a:chExt cx="470985" cy="455906"/>
              </a:xfrm>
            </p:grpSpPr>
            <p:sp>
              <p:nvSpPr>
                <p:cNvPr id="2353" name="Google Shape;235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8"/>
              <p:cNvGrpSpPr/>
              <p:nvPr/>
            </p:nvGrpSpPr>
            <p:grpSpPr>
              <a:xfrm>
                <a:off x="2399797" y="1673288"/>
                <a:ext cx="258712" cy="250429"/>
                <a:chOff x="1490538" y="753834"/>
                <a:chExt cx="470985" cy="455906"/>
              </a:xfrm>
            </p:grpSpPr>
            <p:sp>
              <p:nvSpPr>
                <p:cNvPr id="2364" name="Google Shape;236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8"/>
              <p:cNvGrpSpPr/>
              <p:nvPr/>
            </p:nvGrpSpPr>
            <p:grpSpPr>
              <a:xfrm>
                <a:off x="2159535" y="1742038"/>
                <a:ext cx="258712" cy="250429"/>
                <a:chOff x="1490538" y="753834"/>
                <a:chExt cx="470985" cy="455906"/>
              </a:xfrm>
            </p:grpSpPr>
            <p:sp>
              <p:nvSpPr>
                <p:cNvPr id="2375" name="Google Shape;237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8"/>
              <p:cNvGrpSpPr/>
              <p:nvPr/>
            </p:nvGrpSpPr>
            <p:grpSpPr>
              <a:xfrm>
                <a:off x="2323985" y="1842975"/>
                <a:ext cx="258712" cy="250429"/>
                <a:chOff x="1490538" y="753834"/>
                <a:chExt cx="470985" cy="455906"/>
              </a:xfrm>
            </p:grpSpPr>
            <p:sp>
              <p:nvSpPr>
                <p:cNvPr id="2386" name="Google Shape;238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8"/>
              <p:cNvGrpSpPr/>
              <p:nvPr/>
            </p:nvGrpSpPr>
            <p:grpSpPr>
              <a:xfrm>
                <a:off x="1981897" y="1804075"/>
                <a:ext cx="258712" cy="250429"/>
                <a:chOff x="1490538" y="753834"/>
                <a:chExt cx="470985" cy="455906"/>
              </a:xfrm>
            </p:grpSpPr>
            <p:sp>
              <p:nvSpPr>
                <p:cNvPr id="2397" name="Google Shape;2397;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7" name="Google Shape;2407;p8"/>
            <p:cNvGrpSpPr/>
            <p:nvPr/>
          </p:nvGrpSpPr>
          <p:grpSpPr>
            <a:xfrm flipH="1" rot="8833976">
              <a:off x="4214846" y="3438470"/>
              <a:ext cx="804524" cy="1469662"/>
              <a:chOff x="3377730" y="919968"/>
              <a:chExt cx="471039" cy="860470"/>
            </a:xfrm>
          </p:grpSpPr>
          <p:grpSp>
            <p:nvGrpSpPr>
              <p:cNvPr id="2408" name="Google Shape;2408;p8"/>
              <p:cNvGrpSpPr/>
              <p:nvPr/>
            </p:nvGrpSpPr>
            <p:grpSpPr>
              <a:xfrm>
                <a:off x="3377730" y="919968"/>
                <a:ext cx="408804" cy="692511"/>
                <a:chOff x="3377730" y="919968"/>
                <a:chExt cx="408804" cy="692511"/>
              </a:xfrm>
            </p:grpSpPr>
            <p:sp>
              <p:nvSpPr>
                <p:cNvPr id="2409" name="Google Shape;2409;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8"/>
              <p:cNvGrpSpPr/>
              <p:nvPr/>
            </p:nvGrpSpPr>
            <p:grpSpPr>
              <a:xfrm>
                <a:off x="3487239" y="1131104"/>
                <a:ext cx="361530" cy="649334"/>
                <a:chOff x="1266852" y="1150479"/>
                <a:chExt cx="361530" cy="649334"/>
              </a:xfrm>
            </p:grpSpPr>
            <p:sp>
              <p:nvSpPr>
                <p:cNvPr id="2422" name="Google Shape;2422;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0" name="Google Shape;2430;p8"/>
            <p:cNvGrpSpPr/>
            <p:nvPr/>
          </p:nvGrpSpPr>
          <p:grpSpPr>
            <a:xfrm rot="4488281">
              <a:off x="3583731" y="2580940"/>
              <a:ext cx="887798" cy="871068"/>
              <a:chOff x="3086354" y="1785830"/>
              <a:chExt cx="887833" cy="871102"/>
            </a:xfrm>
          </p:grpSpPr>
          <p:grpSp>
            <p:nvGrpSpPr>
              <p:cNvPr id="2431" name="Google Shape;2431;p8"/>
              <p:cNvGrpSpPr/>
              <p:nvPr/>
            </p:nvGrpSpPr>
            <p:grpSpPr>
              <a:xfrm rot="-2169427">
                <a:off x="3251277" y="1839739"/>
                <a:ext cx="408803" cy="692509"/>
                <a:chOff x="3377730" y="919968"/>
                <a:chExt cx="408804" cy="692511"/>
              </a:xfrm>
            </p:grpSpPr>
            <p:sp>
              <p:nvSpPr>
                <p:cNvPr id="2432" name="Google Shape;2432;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8"/>
              <p:cNvGrpSpPr/>
              <p:nvPr/>
            </p:nvGrpSpPr>
            <p:grpSpPr>
              <a:xfrm rot="-2169427">
                <a:off x="3455919" y="1963478"/>
                <a:ext cx="361529" cy="649332"/>
                <a:chOff x="1266852" y="1150479"/>
                <a:chExt cx="361530" cy="649334"/>
              </a:xfrm>
            </p:grpSpPr>
            <p:sp>
              <p:nvSpPr>
                <p:cNvPr id="2445" name="Google Shape;2445;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3" name="Google Shape;2453;p8"/>
            <p:cNvGrpSpPr/>
            <p:nvPr/>
          </p:nvGrpSpPr>
          <p:grpSpPr>
            <a:xfrm>
              <a:off x="3238754" y="1938230"/>
              <a:ext cx="887833" cy="871102"/>
              <a:chOff x="3086354" y="1785830"/>
              <a:chExt cx="887833" cy="871102"/>
            </a:xfrm>
          </p:grpSpPr>
          <p:grpSp>
            <p:nvGrpSpPr>
              <p:cNvPr id="2454" name="Google Shape;2454;p8"/>
              <p:cNvGrpSpPr/>
              <p:nvPr/>
            </p:nvGrpSpPr>
            <p:grpSpPr>
              <a:xfrm rot="-2169427">
                <a:off x="3251277" y="1839739"/>
                <a:ext cx="408803" cy="692509"/>
                <a:chOff x="3377730" y="919968"/>
                <a:chExt cx="408804" cy="692511"/>
              </a:xfrm>
            </p:grpSpPr>
            <p:sp>
              <p:nvSpPr>
                <p:cNvPr id="2455" name="Google Shape;2455;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8"/>
              <p:cNvGrpSpPr/>
              <p:nvPr/>
            </p:nvGrpSpPr>
            <p:grpSpPr>
              <a:xfrm rot="-2169427">
                <a:off x="3455919" y="1963478"/>
                <a:ext cx="361529" cy="649332"/>
                <a:chOff x="1266852" y="1150479"/>
                <a:chExt cx="361530" cy="649334"/>
              </a:xfrm>
            </p:grpSpPr>
            <p:sp>
              <p:nvSpPr>
                <p:cNvPr id="2468" name="Google Shape;2468;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76" name="Google Shape;2476;p8"/>
            <p:cNvGrpSpPr/>
            <p:nvPr/>
          </p:nvGrpSpPr>
          <p:grpSpPr>
            <a:xfrm>
              <a:off x="3490978" y="1037105"/>
              <a:ext cx="575468" cy="1051322"/>
              <a:chOff x="3377730" y="919968"/>
              <a:chExt cx="471039" cy="860470"/>
            </a:xfrm>
          </p:grpSpPr>
          <p:grpSp>
            <p:nvGrpSpPr>
              <p:cNvPr id="2477" name="Google Shape;2477;p8"/>
              <p:cNvGrpSpPr/>
              <p:nvPr/>
            </p:nvGrpSpPr>
            <p:grpSpPr>
              <a:xfrm>
                <a:off x="3377730" y="919968"/>
                <a:ext cx="408804" cy="692511"/>
                <a:chOff x="3377730" y="919968"/>
                <a:chExt cx="408804" cy="692511"/>
              </a:xfrm>
            </p:grpSpPr>
            <p:sp>
              <p:nvSpPr>
                <p:cNvPr id="2478" name="Google Shape;247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8"/>
              <p:cNvGrpSpPr/>
              <p:nvPr/>
            </p:nvGrpSpPr>
            <p:grpSpPr>
              <a:xfrm>
                <a:off x="3487239" y="1131104"/>
                <a:ext cx="361530" cy="649334"/>
                <a:chOff x="1266852" y="1150479"/>
                <a:chExt cx="361530" cy="649334"/>
              </a:xfrm>
            </p:grpSpPr>
            <p:sp>
              <p:nvSpPr>
                <p:cNvPr id="2491" name="Google Shape;249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9" name="Google Shape;2499;p8"/>
            <p:cNvGrpSpPr/>
            <p:nvPr/>
          </p:nvGrpSpPr>
          <p:grpSpPr>
            <a:xfrm>
              <a:off x="3517102" y="2473933"/>
              <a:ext cx="590853" cy="538858"/>
              <a:chOff x="2374102" y="2397733"/>
              <a:chExt cx="590853" cy="538858"/>
            </a:xfrm>
          </p:grpSpPr>
          <p:grpSp>
            <p:nvGrpSpPr>
              <p:cNvPr id="2500" name="Google Shape;2500;p8"/>
              <p:cNvGrpSpPr/>
              <p:nvPr/>
            </p:nvGrpSpPr>
            <p:grpSpPr>
              <a:xfrm>
                <a:off x="2374102" y="2397733"/>
                <a:ext cx="590853" cy="538858"/>
                <a:chOff x="1993102" y="2397733"/>
                <a:chExt cx="590853" cy="538858"/>
              </a:xfrm>
            </p:grpSpPr>
            <p:sp>
              <p:nvSpPr>
                <p:cNvPr id="2501" name="Google Shape;2501;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7" name="Google Shape;2517;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0" name="Google Shape;2520;p8"/>
              <p:cNvGrpSpPr/>
              <p:nvPr/>
            </p:nvGrpSpPr>
            <p:grpSpPr>
              <a:xfrm>
                <a:off x="2672051" y="2466803"/>
                <a:ext cx="88776" cy="97630"/>
                <a:chOff x="2291051" y="2466803"/>
                <a:chExt cx="88776" cy="97630"/>
              </a:xfrm>
            </p:grpSpPr>
            <p:sp>
              <p:nvSpPr>
                <p:cNvPr id="2521" name="Google Shape;2521;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0" name="Google Shape;2550;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8"/>
            <p:cNvGrpSpPr/>
            <p:nvPr/>
          </p:nvGrpSpPr>
          <p:grpSpPr>
            <a:xfrm rot="352659">
              <a:off x="3394332" y="1622136"/>
              <a:ext cx="676583" cy="547330"/>
              <a:chOff x="1981897" y="1546050"/>
              <a:chExt cx="676612" cy="547354"/>
            </a:xfrm>
          </p:grpSpPr>
          <p:grpSp>
            <p:nvGrpSpPr>
              <p:cNvPr id="2558" name="Google Shape;2558;p8"/>
              <p:cNvGrpSpPr/>
              <p:nvPr/>
            </p:nvGrpSpPr>
            <p:grpSpPr>
              <a:xfrm>
                <a:off x="2240847" y="1546050"/>
                <a:ext cx="258712" cy="250429"/>
                <a:chOff x="1490538" y="753834"/>
                <a:chExt cx="470985" cy="455906"/>
              </a:xfrm>
            </p:grpSpPr>
            <p:sp>
              <p:nvSpPr>
                <p:cNvPr id="2559" name="Google Shape;255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8"/>
              <p:cNvGrpSpPr/>
              <p:nvPr/>
            </p:nvGrpSpPr>
            <p:grpSpPr>
              <a:xfrm>
                <a:off x="2399797" y="1673288"/>
                <a:ext cx="258712" cy="250429"/>
                <a:chOff x="1490538" y="753834"/>
                <a:chExt cx="470985" cy="455906"/>
              </a:xfrm>
            </p:grpSpPr>
            <p:sp>
              <p:nvSpPr>
                <p:cNvPr id="2570" name="Google Shape;257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8"/>
              <p:cNvGrpSpPr/>
              <p:nvPr/>
            </p:nvGrpSpPr>
            <p:grpSpPr>
              <a:xfrm>
                <a:off x="2159535" y="1742038"/>
                <a:ext cx="258712" cy="250429"/>
                <a:chOff x="1490538" y="753834"/>
                <a:chExt cx="470985" cy="455906"/>
              </a:xfrm>
            </p:grpSpPr>
            <p:sp>
              <p:nvSpPr>
                <p:cNvPr id="2581" name="Google Shape;258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 name="Google Shape;2591;p8"/>
              <p:cNvGrpSpPr/>
              <p:nvPr/>
            </p:nvGrpSpPr>
            <p:grpSpPr>
              <a:xfrm>
                <a:off x="2323985" y="1842975"/>
                <a:ext cx="258712" cy="250429"/>
                <a:chOff x="1490538" y="753834"/>
                <a:chExt cx="470985" cy="455906"/>
              </a:xfrm>
            </p:grpSpPr>
            <p:sp>
              <p:nvSpPr>
                <p:cNvPr id="2592" name="Google Shape;25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8"/>
              <p:cNvGrpSpPr/>
              <p:nvPr/>
            </p:nvGrpSpPr>
            <p:grpSpPr>
              <a:xfrm>
                <a:off x="1981897" y="1804075"/>
                <a:ext cx="258712" cy="250429"/>
                <a:chOff x="1490538" y="753834"/>
                <a:chExt cx="470985" cy="455906"/>
              </a:xfrm>
            </p:grpSpPr>
            <p:sp>
              <p:nvSpPr>
                <p:cNvPr id="2603" name="Google Shape;26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3" name="Google Shape;2613;p8"/>
            <p:cNvGrpSpPr/>
            <p:nvPr/>
          </p:nvGrpSpPr>
          <p:grpSpPr>
            <a:xfrm flipH="1">
              <a:off x="3270102" y="2806996"/>
              <a:ext cx="590853" cy="538858"/>
              <a:chOff x="2374102" y="2397733"/>
              <a:chExt cx="590853" cy="538858"/>
            </a:xfrm>
          </p:grpSpPr>
          <p:grpSp>
            <p:nvGrpSpPr>
              <p:cNvPr id="2614" name="Google Shape;2614;p8"/>
              <p:cNvGrpSpPr/>
              <p:nvPr/>
            </p:nvGrpSpPr>
            <p:grpSpPr>
              <a:xfrm>
                <a:off x="2374102" y="2397733"/>
                <a:ext cx="590853" cy="538858"/>
                <a:chOff x="1993102" y="2397733"/>
                <a:chExt cx="590853" cy="538858"/>
              </a:xfrm>
            </p:grpSpPr>
            <p:sp>
              <p:nvSpPr>
                <p:cNvPr id="2615" name="Google Shape;2615;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1" name="Google Shape;2631;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4" name="Google Shape;2634;p8"/>
              <p:cNvGrpSpPr/>
              <p:nvPr/>
            </p:nvGrpSpPr>
            <p:grpSpPr>
              <a:xfrm>
                <a:off x="2672051" y="2466803"/>
                <a:ext cx="88776" cy="97630"/>
                <a:chOff x="2291051" y="2466803"/>
                <a:chExt cx="88776" cy="97630"/>
              </a:xfrm>
            </p:grpSpPr>
            <p:sp>
              <p:nvSpPr>
                <p:cNvPr id="2635" name="Google Shape;2635;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4" name="Google Shape;2664;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8"/>
            <p:cNvGrpSpPr/>
            <p:nvPr/>
          </p:nvGrpSpPr>
          <p:grpSpPr>
            <a:xfrm>
              <a:off x="3446433" y="3091192"/>
              <a:ext cx="1319021" cy="1203001"/>
              <a:chOff x="2374102" y="2397733"/>
              <a:chExt cx="590853" cy="538858"/>
            </a:xfrm>
          </p:grpSpPr>
          <p:grpSp>
            <p:nvGrpSpPr>
              <p:cNvPr id="2672" name="Google Shape;2672;p8"/>
              <p:cNvGrpSpPr/>
              <p:nvPr/>
            </p:nvGrpSpPr>
            <p:grpSpPr>
              <a:xfrm>
                <a:off x="2374102" y="2397733"/>
                <a:ext cx="590853" cy="538858"/>
                <a:chOff x="1993102" y="2397733"/>
                <a:chExt cx="590853" cy="538858"/>
              </a:xfrm>
            </p:grpSpPr>
            <p:sp>
              <p:nvSpPr>
                <p:cNvPr id="2673" name="Google Shape;2673;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9" name="Google Shape;2689;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2" name="Google Shape;2692;p8"/>
              <p:cNvGrpSpPr/>
              <p:nvPr/>
            </p:nvGrpSpPr>
            <p:grpSpPr>
              <a:xfrm>
                <a:off x="2672051" y="2466803"/>
                <a:ext cx="88776" cy="97630"/>
                <a:chOff x="2291051" y="2466803"/>
                <a:chExt cx="88776" cy="97630"/>
              </a:xfrm>
            </p:grpSpPr>
            <p:sp>
              <p:nvSpPr>
                <p:cNvPr id="2693" name="Google Shape;2693;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2" name="Google Shape;2722;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8"/>
            <p:cNvGrpSpPr/>
            <p:nvPr/>
          </p:nvGrpSpPr>
          <p:grpSpPr>
            <a:xfrm>
              <a:off x="4490110" y="3659885"/>
              <a:ext cx="365767" cy="351686"/>
              <a:chOff x="1490538" y="753834"/>
              <a:chExt cx="470985" cy="455906"/>
            </a:xfrm>
          </p:grpSpPr>
          <p:sp>
            <p:nvSpPr>
              <p:cNvPr id="2730" name="Google Shape;273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8"/>
            <p:cNvGrpSpPr/>
            <p:nvPr/>
          </p:nvGrpSpPr>
          <p:grpSpPr>
            <a:xfrm rot="-975329">
              <a:off x="4865699" y="3543897"/>
              <a:ext cx="365789" cy="351698"/>
              <a:chOff x="1490538" y="753834"/>
              <a:chExt cx="470985" cy="455906"/>
            </a:xfrm>
          </p:grpSpPr>
          <p:sp>
            <p:nvSpPr>
              <p:cNvPr id="2741" name="Google Shape;274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51" name="Google Shape;2751;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10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752" name="Shape 2752"/>
        <p:cNvGrpSpPr/>
        <p:nvPr/>
      </p:nvGrpSpPr>
      <p:grpSpPr>
        <a:xfrm>
          <a:off x="0" y="0"/>
          <a:ext cx="0" cy="0"/>
          <a:chOff x="0" y="0"/>
          <a:chExt cx="0" cy="0"/>
        </a:xfrm>
      </p:grpSpPr>
      <p:sp>
        <p:nvSpPr>
          <p:cNvPr id="2753" name="Google Shape;2753;p9"/>
          <p:cNvSpPr txBox="1"/>
          <p:nvPr>
            <p:ph type="title"/>
          </p:nvPr>
        </p:nvSpPr>
        <p:spPr>
          <a:xfrm>
            <a:off x="720000" y="1123800"/>
            <a:ext cx="7704000" cy="1897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10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54" name="Google Shape;2754;p9"/>
          <p:cNvSpPr txBox="1"/>
          <p:nvPr>
            <p:ph idx="1" type="subTitle"/>
          </p:nvPr>
        </p:nvSpPr>
        <p:spPr>
          <a:xfrm>
            <a:off x="2391925" y="3132175"/>
            <a:ext cx="4360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55" name="Shape 2755"/>
        <p:cNvGrpSpPr/>
        <p:nvPr/>
      </p:nvGrpSpPr>
      <p:grpSpPr>
        <a:xfrm>
          <a:off x="0" y="0"/>
          <a:ext cx="0" cy="0"/>
          <a:chOff x="0" y="0"/>
          <a:chExt cx="0" cy="0"/>
        </a:xfrm>
      </p:grpSpPr>
      <p:sp>
        <p:nvSpPr>
          <p:cNvPr id="2756" name="Google Shape;2756;p10"/>
          <p:cNvSpPr txBox="1"/>
          <p:nvPr>
            <p:ph type="title"/>
          </p:nvPr>
        </p:nvSpPr>
        <p:spPr>
          <a:xfrm>
            <a:off x="720000" y="540000"/>
            <a:ext cx="7704000" cy="572700"/>
          </a:xfrm>
          <a:prstGeom prst="rect">
            <a:avLst/>
          </a:prstGeom>
          <a:solidFill>
            <a:schemeClr val="accent6"/>
          </a:solidFill>
        </p:spPr>
        <p:txBody>
          <a:bodyPr anchorCtr="0" anchor="ctr" bIns="91425" lIns="91425" spcFirstLastPara="1" rIns="91425" wrap="square" tIns="91425">
            <a:noAutofit/>
          </a:bodyPr>
          <a:lstStyle>
            <a:lvl1pPr lvl="0" rtl="0" algn="ctr">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757" name="Shape 2757"/>
        <p:cNvGrpSpPr/>
        <p:nvPr/>
      </p:nvGrpSpPr>
      <p:grpSpPr>
        <a:xfrm>
          <a:off x="0" y="0"/>
          <a:ext cx="0" cy="0"/>
          <a:chOff x="0" y="0"/>
          <a:chExt cx="0" cy="0"/>
        </a:xfrm>
      </p:grpSpPr>
      <p:sp>
        <p:nvSpPr>
          <p:cNvPr id="2758" name="Google Shape;2758;p11"/>
          <p:cNvSpPr txBox="1"/>
          <p:nvPr>
            <p:ph hasCustomPrompt="1" type="title"/>
          </p:nvPr>
        </p:nvSpPr>
        <p:spPr>
          <a:xfrm>
            <a:off x="720000" y="1558475"/>
            <a:ext cx="77040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759" name="Google Shape;2759;p11"/>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2760" name="Google Shape;2760;p11"/>
          <p:cNvGrpSpPr/>
          <p:nvPr/>
        </p:nvGrpSpPr>
        <p:grpSpPr>
          <a:xfrm>
            <a:off x="5838892" y="-430047"/>
            <a:ext cx="3943216" cy="2469918"/>
            <a:chOff x="5681667" y="-311651"/>
            <a:chExt cx="3943216" cy="2469918"/>
          </a:xfrm>
        </p:grpSpPr>
        <p:sp>
          <p:nvSpPr>
            <p:cNvPr id="2761" name="Google Shape;2761;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5" name="Google Shape;2765;p11"/>
            <p:cNvGrpSpPr/>
            <p:nvPr/>
          </p:nvGrpSpPr>
          <p:grpSpPr>
            <a:xfrm flipH="1">
              <a:off x="6751497" y="678045"/>
              <a:ext cx="411494" cy="164598"/>
              <a:chOff x="2449294" y="636165"/>
              <a:chExt cx="322588" cy="124262"/>
            </a:xfrm>
          </p:grpSpPr>
          <p:sp>
            <p:nvSpPr>
              <p:cNvPr id="2766" name="Google Shape;276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11"/>
            <p:cNvGrpSpPr/>
            <p:nvPr/>
          </p:nvGrpSpPr>
          <p:grpSpPr>
            <a:xfrm>
              <a:off x="8575747" y="1993670"/>
              <a:ext cx="411494" cy="164598"/>
              <a:chOff x="2449294" y="636165"/>
              <a:chExt cx="322588" cy="124262"/>
            </a:xfrm>
          </p:grpSpPr>
          <p:sp>
            <p:nvSpPr>
              <p:cNvPr id="2776" name="Google Shape;277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11"/>
            <p:cNvGrpSpPr/>
            <p:nvPr/>
          </p:nvGrpSpPr>
          <p:grpSpPr>
            <a:xfrm flipH="1" rot="10800000">
              <a:off x="7008738" y="922775"/>
              <a:ext cx="365767" cy="351138"/>
              <a:chOff x="1490538" y="753834"/>
              <a:chExt cx="470985" cy="455906"/>
            </a:xfrm>
          </p:grpSpPr>
          <p:sp>
            <p:nvSpPr>
              <p:cNvPr id="2786" name="Google Shape;27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11"/>
            <p:cNvGrpSpPr/>
            <p:nvPr/>
          </p:nvGrpSpPr>
          <p:grpSpPr>
            <a:xfrm flipH="1" rot="-5400000">
              <a:off x="6601720" y="-1231703"/>
              <a:ext cx="2103111" cy="3943216"/>
              <a:chOff x="3238754" y="1037105"/>
              <a:chExt cx="2114316" cy="3971813"/>
            </a:xfrm>
          </p:grpSpPr>
          <p:grpSp>
            <p:nvGrpSpPr>
              <p:cNvPr id="2797" name="Google Shape;2797;p11"/>
              <p:cNvGrpSpPr/>
              <p:nvPr/>
            </p:nvGrpSpPr>
            <p:grpSpPr>
              <a:xfrm rot="352619">
                <a:off x="3514228" y="3929201"/>
                <a:ext cx="820714" cy="663927"/>
                <a:chOff x="1981897" y="1546050"/>
                <a:chExt cx="676612" cy="547354"/>
              </a:xfrm>
            </p:grpSpPr>
            <p:grpSp>
              <p:nvGrpSpPr>
                <p:cNvPr id="2798" name="Google Shape;2798;p11"/>
                <p:cNvGrpSpPr/>
                <p:nvPr/>
              </p:nvGrpSpPr>
              <p:grpSpPr>
                <a:xfrm>
                  <a:off x="2240847" y="1546050"/>
                  <a:ext cx="258712" cy="250429"/>
                  <a:chOff x="1490538" y="753834"/>
                  <a:chExt cx="470985" cy="455906"/>
                </a:xfrm>
              </p:grpSpPr>
              <p:sp>
                <p:nvSpPr>
                  <p:cNvPr id="2799" name="Google Shape;279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11"/>
                <p:cNvGrpSpPr/>
                <p:nvPr/>
              </p:nvGrpSpPr>
              <p:grpSpPr>
                <a:xfrm>
                  <a:off x="2399797" y="1673288"/>
                  <a:ext cx="258712" cy="250429"/>
                  <a:chOff x="1490538" y="753834"/>
                  <a:chExt cx="470985" cy="455906"/>
                </a:xfrm>
              </p:grpSpPr>
              <p:sp>
                <p:nvSpPr>
                  <p:cNvPr id="2810" name="Google Shape;281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11"/>
                <p:cNvGrpSpPr/>
                <p:nvPr/>
              </p:nvGrpSpPr>
              <p:grpSpPr>
                <a:xfrm>
                  <a:off x="2159535" y="1742038"/>
                  <a:ext cx="258712" cy="250429"/>
                  <a:chOff x="1490538" y="753834"/>
                  <a:chExt cx="470985" cy="455906"/>
                </a:xfrm>
              </p:grpSpPr>
              <p:sp>
                <p:nvSpPr>
                  <p:cNvPr id="2821" name="Google Shape;2821;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11"/>
                <p:cNvGrpSpPr/>
                <p:nvPr/>
              </p:nvGrpSpPr>
              <p:grpSpPr>
                <a:xfrm>
                  <a:off x="2323985" y="1842975"/>
                  <a:ext cx="258712" cy="250429"/>
                  <a:chOff x="1490538" y="753834"/>
                  <a:chExt cx="470985" cy="455906"/>
                </a:xfrm>
              </p:grpSpPr>
              <p:sp>
                <p:nvSpPr>
                  <p:cNvPr id="2832" name="Google Shape;283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11"/>
                <p:cNvGrpSpPr/>
                <p:nvPr/>
              </p:nvGrpSpPr>
              <p:grpSpPr>
                <a:xfrm>
                  <a:off x="1981897" y="1804075"/>
                  <a:ext cx="258712" cy="250429"/>
                  <a:chOff x="1490538" y="753834"/>
                  <a:chExt cx="470985" cy="455906"/>
                </a:xfrm>
              </p:grpSpPr>
              <p:sp>
                <p:nvSpPr>
                  <p:cNvPr id="2843" name="Google Shape;284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3" name="Google Shape;2853;p11"/>
              <p:cNvGrpSpPr/>
              <p:nvPr/>
            </p:nvGrpSpPr>
            <p:grpSpPr>
              <a:xfrm flipH="1" rot="8833976">
                <a:off x="4214846" y="3438470"/>
                <a:ext cx="804524" cy="1469662"/>
                <a:chOff x="3377730" y="919968"/>
                <a:chExt cx="471039" cy="860470"/>
              </a:xfrm>
            </p:grpSpPr>
            <p:grpSp>
              <p:nvGrpSpPr>
                <p:cNvPr id="2854" name="Google Shape;2854;p11"/>
                <p:cNvGrpSpPr/>
                <p:nvPr/>
              </p:nvGrpSpPr>
              <p:grpSpPr>
                <a:xfrm>
                  <a:off x="3377730" y="919968"/>
                  <a:ext cx="408804" cy="692511"/>
                  <a:chOff x="3377730" y="919968"/>
                  <a:chExt cx="408804" cy="692511"/>
                </a:xfrm>
              </p:grpSpPr>
              <p:sp>
                <p:nvSpPr>
                  <p:cNvPr id="2855" name="Google Shape;285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7" name="Google Shape;2867;p11"/>
                <p:cNvGrpSpPr/>
                <p:nvPr/>
              </p:nvGrpSpPr>
              <p:grpSpPr>
                <a:xfrm>
                  <a:off x="3487239" y="1131104"/>
                  <a:ext cx="361530" cy="649334"/>
                  <a:chOff x="1266852" y="1150479"/>
                  <a:chExt cx="361530" cy="649334"/>
                </a:xfrm>
              </p:grpSpPr>
              <p:sp>
                <p:nvSpPr>
                  <p:cNvPr id="2868" name="Google Shape;286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76" name="Google Shape;2876;p11"/>
              <p:cNvGrpSpPr/>
              <p:nvPr/>
            </p:nvGrpSpPr>
            <p:grpSpPr>
              <a:xfrm rot="4488281">
                <a:off x="3583731" y="2580940"/>
                <a:ext cx="887798" cy="871068"/>
                <a:chOff x="3086354" y="1785830"/>
                <a:chExt cx="887833" cy="871102"/>
              </a:xfrm>
            </p:grpSpPr>
            <p:grpSp>
              <p:nvGrpSpPr>
                <p:cNvPr id="2877" name="Google Shape;2877;p11"/>
                <p:cNvGrpSpPr/>
                <p:nvPr/>
              </p:nvGrpSpPr>
              <p:grpSpPr>
                <a:xfrm rot="-2169427">
                  <a:off x="3251277" y="1839739"/>
                  <a:ext cx="408803" cy="692509"/>
                  <a:chOff x="3377730" y="919968"/>
                  <a:chExt cx="408804" cy="692511"/>
                </a:xfrm>
              </p:grpSpPr>
              <p:sp>
                <p:nvSpPr>
                  <p:cNvPr id="2878" name="Google Shape;287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11"/>
                <p:cNvGrpSpPr/>
                <p:nvPr/>
              </p:nvGrpSpPr>
              <p:grpSpPr>
                <a:xfrm rot="-2169427">
                  <a:off x="3455919" y="1963478"/>
                  <a:ext cx="361529" cy="649332"/>
                  <a:chOff x="1266852" y="1150479"/>
                  <a:chExt cx="361530" cy="649334"/>
                </a:xfrm>
              </p:grpSpPr>
              <p:sp>
                <p:nvSpPr>
                  <p:cNvPr id="2891" name="Google Shape;289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9" name="Google Shape;2899;p11"/>
              <p:cNvGrpSpPr/>
              <p:nvPr/>
            </p:nvGrpSpPr>
            <p:grpSpPr>
              <a:xfrm>
                <a:off x="3238754" y="1938230"/>
                <a:ext cx="887833" cy="871102"/>
                <a:chOff x="3086354" y="1785830"/>
                <a:chExt cx="887833" cy="871102"/>
              </a:xfrm>
            </p:grpSpPr>
            <p:grpSp>
              <p:nvGrpSpPr>
                <p:cNvPr id="2900" name="Google Shape;2900;p11"/>
                <p:cNvGrpSpPr/>
                <p:nvPr/>
              </p:nvGrpSpPr>
              <p:grpSpPr>
                <a:xfrm rot="-2169427">
                  <a:off x="3251277" y="1839739"/>
                  <a:ext cx="408803" cy="692509"/>
                  <a:chOff x="3377730" y="919968"/>
                  <a:chExt cx="408804" cy="692511"/>
                </a:xfrm>
              </p:grpSpPr>
              <p:sp>
                <p:nvSpPr>
                  <p:cNvPr id="2901" name="Google Shape;290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11"/>
                <p:cNvGrpSpPr/>
                <p:nvPr/>
              </p:nvGrpSpPr>
              <p:grpSpPr>
                <a:xfrm rot="-2169427">
                  <a:off x="3455919" y="1963478"/>
                  <a:ext cx="361529" cy="649332"/>
                  <a:chOff x="1266852" y="1150479"/>
                  <a:chExt cx="361530" cy="649334"/>
                </a:xfrm>
              </p:grpSpPr>
              <p:sp>
                <p:nvSpPr>
                  <p:cNvPr id="2914" name="Google Shape;291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2" name="Google Shape;2922;p11"/>
              <p:cNvGrpSpPr/>
              <p:nvPr/>
            </p:nvGrpSpPr>
            <p:grpSpPr>
              <a:xfrm>
                <a:off x="3490978" y="1037105"/>
                <a:ext cx="575468" cy="1051322"/>
                <a:chOff x="3377730" y="919968"/>
                <a:chExt cx="471039" cy="860470"/>
              </a:xfrm>
            </p:grpSpPr>
            <p:grpSp>
              <p:nvGrpSpPr>
                <p:cNvPr id="2923" name="Google Shape;2923;p11"/>
                <p:cNvGrpSpPr/>
                <p:nvPr/>
              </p:nvGrpSpPr>
              <p:grpSpPr>
                <a:xfrm>
                  <a:off x="3377730" y="919968"/>
                  <a:ext cx="408804" cy="692511"/>
                  <a:chOff x="3377730" y="919968"/>
                  <a:chExt cx="408804" cy="692511"/>
                </a:xfrm>
              </p:grpSpPr>
              <p:sp>
                <p:nvSpPr>
                  <p:cNvPr id="2924" name="Google Shape;2924;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11"/>
                <p:cNvGrpSpPr/>
                <p:nvPr/>
              </p:nvGrpSpPr>
              <p:grpSpPr>
                <a:xfrm>
                  <a:off x="3487239" y="1131104"/>
                  <a:ext cx="361530" cy="649334"/>
                  <a:chOff x="1266852" y="1150479"/>
                  <a:chExt cx="361530" cy="649334"/>
                </a:xfrm>
              </p:grpSpPr>
              <p:sp>
                <p:nvSpPr>
                  <p:cNvPr id="2937" name="Google Shape;2937;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5" name="Google Shape;2945;p11"/>
              <p:cNvGrpSpPr/>
              <p:nvPr/>
            </p:nvGrpSpPr>
            <p:grpSpPr>
              <a:xfrm>
                <a:off x="3517102" y="2473933"/>
                <a:ext cx="590853" cy="538858"/>
                <a:chOff x="2374102" y="2397733"/>
                <a:chExt cx="590853" cy="538858"/>
              </a:xfrm>
            </p:grpSpPr>
            <p:grpSp>
              <p:nvGrpSpPr>
                <p:cNvPr id="2946" name="Google Shape;2946;p11"/>
                <p:cNvGrpSpPr/>
                <p:nvPr/>
              </p:nvGrpSpPr>
              <p:grpSpPr>
                <a:xfrm>
                  <a:off x="2374102" y="2397733"/>
                  <a:ext cx="590853" cy="538858"/>
                  <a:chOff x="1993102" y="2397733"/>
                  <a:chExt cx="590853" cy="538858"/>
                </a:xfrm>
              </p:grpSpPr>
              <p:sp>
                <p:nvSpPr>
                  <p:cNvPr id="2947" name="Google Shape;2947;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3" name="Google Shape;2963;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6" name="Google Shape;2966;p11"/>
                <p:cNvGrpSpPr/>
                <p:nvPr/>
              </p:nvGrpSpPr>
              <p:grpSpPr>
                <a:xfrm>
                  <a:off x="2672051" y="2466803"/>
                  <a:ext cx="88776" cy="97630"/>
                  <a:chOff x="2291051" y="2466803"/>
                  <a:chExt cx="88776" cy="97630"/>
                </a:xfrm>
              </p:grpSpPr>
              <p:sp>
                <p:nvSpPr>
                  <p:cNvPr id="2967" name="Google Shape;2967;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6" name="Google Shape;2996;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11"/>
              <p:cNvGrpSpPr/>
              <p:nvPr/>
            </p:nvGrpSpPr>
            <p:grpSpPr>
              <a:xfrm rot="352659">
                <a:off x="3394332" y="1622136"/>
                <a:ext cx="676583" cy="547330"/>
                <a:chOff x="1981897" y="1546050"/>
                <a:chExt cx="676612" cy="547354"/>
              </a:xfrm>
            </p:grpSpPr>
            <p:grpSp>
              <p:nvGrpSpPr>
                <p:cNvPr id="3004" name="Google Shape;3004;p11"/>
                <p:cNvGrpSpPr/>
                <p:nvPr/>
              </p:nvGrpSpPr>
              <p:grpSpPr>
                <a:xfrm>
                  <a:off x="2240847" y="1546050"/>
                  <a:ext cx="258712" cy="250429"/>
                  <a:chOff x="1490538" y="753834"/>
                  <a:chExt cx="470985" cy="455906"/>
                </a:xfrm>
              </p:grpSpPr>
              <p:sp>
                <p:nvSpPr>
                  <p:cNvPr id="3005" name="Google Shape;300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11"/>
                <p:cNvGrpSpPr/>
                <p:nvPr/>
              </p:nvGrpSpPr>
              <p:grpSpPr>
                <a:xfrm>
                  <a:off x="2399797" y="1673288"/>
                  <a:ext cx="258712" cy="250429"/>
                  <a:chOff x="1490538" y="753834"/>
                  <a:chExt cx="470985" cy="455906"/>
                </a:xfrm>
              </p:grpSpPr>
              <p:sp>
                <p:nvSpPr>
                  <p:cNvPr id="3016" name="Google Shape;301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11"/>
                <p:cNvGrpSpPr/>
                <p:nvPr/>
              </p:nvGrpSpPr>
              <p:grpSpPr>
                <a:xfrm>
                  <a:off x="2159535" y="1742038"/>
                  <a:ext cx="258712" cy="250429"/>
                  <a:chOff x="1490538" y="753834"/>
                  <a:chExt cx="470985" cy="455906"/>
                </a:xfrm>
              </p:grpSpPr>
              <p:sp>
                <p:nvSpPr>
                  <p:cNvPr id="3027" name="Google Shape;302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11"/>
                <p:cNvGrpSpPr/>
                <p:nvPr/>
              </p:nvGrpSpPr>
              <p:grpSpPr>
                <a:xfrm>
                  <a:off x="2323985" y="1842975"/>
                  <a:ext cx="258712" cy="250429"/>
                  <a:chOff x="1490538" y="753834"/>
                  <a:chExt cx="470985" cy="455906"/>
                </a:xfrm>
              </p:grpSpPr>
              <p:sp>
                <p:nvSpPr>
                  <p:cNvPr id="3038" name="Google Shape;303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11"/>
                <p:cNvGrpSpPr/>
                <p:nvPr/>
              </p:nvGrpSpPr>
              <p:grpSpPr>
                <a:xfrm>
                  <a:off x="1981897" y="1804075"/>
                  <a:ext cx="258712" cy="250429"/>
                  <a:chOff x="1490538" y="753834"/>
                  <a:chExt cx="470985" cy="455906"/>
                </a:xfrm>
              </p:grpSpPr>
              <p:sp>
                <p:nvSpPr>
                  <p:cNvPr id="3049" name="Google Shape;304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9" name="Google Shape;3059;p11"/>
              <p:cNvGrpSpPr/>
              <p:nvPr/>
            </p:nvGrpSpPr>
            <p:grpSpPr>
              <a:xfrm flipH="1">
                <a:off x="3270102" y="2806996"/>
                <a:ext cx="590853" cy="538858"/>
                <a:chOff x="2374102" y="2397733"/>
                <a:chExt cx="590853" cy="538858"/>
              </a:xfrm>
            </p:grpSpPr>
            <p:grpSp>
              <p:nvGrpSpPr>
                <p:cNvPr id="3060" name="Google Shape;3060;p11"/>
                <p:cNvGrpSpPr/>
                <p:nvPr/>
              </p:nvGrpSpPr>
              <p:grpSpPr>
                <a:xfrm>
                  <a:off x="2374102" y="2397733"/>
                  <a:ext cx="590853" cy="538858"/>
                  <a:chOff x="1993102" y="2397733"/>
                  <a:chExt cx="590853" cy="538858"/>
                </a:xfrm>
              </p:grpSpPr>
              <p:sp>
                <p:nvSpPr>
                  <p:cNvPr id="3061" name="Google Shape;3061;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11"/>
                <p:cNvGrpSpPr/>
                <p:nvPr/>
              </p:nvGrpSpPr>
              <p:grpSpPr>
                <a:xfrm>
                  <a:off x="2672051" y="2466803"/>
                  <a:ext cx="88776" cy="97630"/>
                  <a:chOff x="2291051" y="2466803"/>
                  <a:chExt cx="88776" cy="97630"/>
                </a:xfrm>
              </p:grpSpPr>
              <p:sp>
                <p:nvSpPr>
                  <p:cNvPr id="3081" name="Google Shape;3081;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0" name="Google Shape;3110;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11"/>
              <p:cNvGrpSpPr/>
              <p:nvPr/>
            </p:nvGrpSpPr>
            <p:grpSpPr>
              <a:xfrm>
                <a:off x="3446433" y="3091192"/>
                <a:ext cx="1319021" cy="1203001"/>
                <a:chOff x="2374102" y="2397733"/>
                <a:chExt cx="590853" cy="538858"/>
              </a:xfrm>
            </p:grpSpPr>
            <p:grpSp>
              <p:nvGrpSpPr>
                <p:cNvPr id="3118" name="Google Shape;3118;p11"/>
                <p:cNvGrpSpPr/>
                <p:nvPr/>
              </p:nvGrpSpPr>
              <p:grpSpPr>
                <a:xfrm>
                  <a:off x="2374102" y="2397733"/>
                  <a:ext cx="590853" cy="538858"/>
                  <a:chOff x="1993102" y="2397733"/>
                  <a:chExt cx="590853" cy="538858"/>
                </a:xfrm>
              </p:grpSpPr>
              <p:sp>
                <p:nvSpPr>
                  <p:cNvPr id="3119" name="Google Shape;3119;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5" name="Google Shape;3135;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8" name="Google Shape;3138;p11"/>
                <p:cNvGrpSpPr/>
                <p:nvPr/>
              </p:nvGrpSpPr>
              <p:grpSpPr>
                <a:xfrm>
                  <a:off x="2672051" y="2466803"/>
                  <a:ext cx="88776" cy="97630"/>
                  <a:chOff x="2291051" y="2466803"/>
                  <a:chExt cx="88776" cy="97630"/>
                </a:xfrm>
              </p:grpSpPr>
              <p:sp>
                <p:nvSpPr>
                  <p:cNvPr id="3139" name="Google Shape;3139;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8" name="Google Shape;3168;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11"/>
              <p:cNvGrpSpPr/>
              <p:nvPr/>
            </p:nvGrpSpPr>
            <p:grpSpPr>
              <a:xfrm>
                <a:off x="4490110" y="3659885"/>
                <a:ext cx="365767" cy="351686"/>
                <a:chOff x="1490538" y="753834"/>
                <a:chExt cx="470985" cy="455906"/>
              </a:xfrm>
            </p:grpSpPr>
            <p:sp>
              <p:nvSpPr>
                <p:cNvPr id="3176" name="Google Shape;317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11"/>
              <p:cNvGrpSpPr/>
              <p:nvPr/>
            </p:nvGrpSpPr>
            <p:grpSpPr>
              <a:xfrm rot="-975329">
                <a:off x="4865699" y="3543897"/>
                <a:ext cx="365789" cy="351698"/>
                <a:chOff x="1490538" y="753834"/>
                <a:chExt cx="470985" cy="455906"/>
              </a:xfrm>
            </p:grpSpPr>
            <p:sp>
              <p:nvSpPr>
                <p:cNvPr id="3187" name="Google Shape;318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97" name="Google Shape;3197;p11"/>
          <p:cNvGrpSpPr/>
          <p:nvPr/>
        </p:nvGrpSpPr>
        <p:grpSpPr>
          <a:xfrm rot="10800000">
            <a:off x="-638108" y="3103628"/>
            <a:ext cx="3943216" cy="2469918"/>
            <a:chOff x="5681667" y="-311651"/>
            <a:chExt cx="3943216" cy="2469918"/>
          </a:xfrm>
        </p:grpSpPr>
        <p:sp>
          <p:nvSpPr>
            <p:cNvPr id="3198" name="Google Shape;3198;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2" name="Google Shape;3202;p11"/>
            <p:cNvGrpSpPr/>
            <p:nvPr/>
          </p:nvGrpSpPr>
          <p:grpSpPr>
            <a:xfrm flipH="1">
              <a:off x="6751497" y="678045"/>
              <a:ext cx="411494" cy="164598"/>
              <a:chOff x="2449294" y="636165"/>
              <a:chExt cx="322588" cy="124262"/>
            </a:xfrm>
          </p:grpSpPr>
          <p:sp>
            <p:nvSpPr>
              <p:cNvPr id="3203" name="Google Shape;320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11"/>
            <p:cNvGrpSpPr/>
            <p:nvPr/>
          </p:nvGrpSpPr>
          <p:grpSpPr>
            <a:xfrm>
              <a:off x="8575747" y="1993670"/>
              <a:ext cx="411494" cy="164598"/>
              <a:chOff x="2449294" y="636165"/>
              <a:chExt cx="322588" cy="124262"/>
            </a:xfrm>
          </p:grpSpPr>
          <p:sp>
            <p:nvSpPr>
              <p:cNvPr id="3213" name="Google Shape;321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11"/>
            <p:cNvGrpSpPr/>
            <p:nvPr/>
          </p:nvGrpSpPr>
          <p:grpSpPr>
            <a:xfrm flipH="1" rot="10800000">
              <a:off x="7008738" y="922775"/>
              <a:ext cx="365767" cy="351138"/>
              <a:chOff x="1490538" y="753834"/>
              <a:chExt cx="470985" cy="455906"/>
            </a:xfrm>
          </p:grpSpPr>
          <p:sp>
            <p:nvSpPr>
              <p:cNvPr id="3223" name="Google Shape;322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11"/>
            <p:cNvGrpSpPr/>
            <p:nvPr/>
          </p:nvGrpSpPr>
          <p:grpSpPr>
            <a:xfrm flipH="1" rot="-5400000">
              <a:off x="6601720" y="-1231703"/>
              <a:ext cx="2103111" cy="3943216"/>
              <a:chOff x="3238754" y="1037105"/>
              <a:chExt cx="2114316" cy="3971813"/>
            </a:xfrm>
          </p:grpSpPr>
          <p:grpSp>
            <p:nvGrpSpPr>
              <p:cNvPr id="3234" name="Google Shape;3234;p11"/>
              <p:cNvGrpSpPr/>
              <p:nvPr/>
            </p:nvGrpSpPr>
            <p:grpSpPr>
              <a:xfrm rot="352619">
                <a:off x="3514228" y="3929201"/>
                <a:ext cx="820714" cy="663927"/>
                <a:chOff x="1981897" y="1546050"/>
                <a:chExt cx="676612" cy="547354"/>
              </a:xfrm>
            </p:grpSpPr>
            <p:grpSp>
              <p:nvGrpSpPr>
                <p:cNvPr id="3235" name="Google Shape;3235;p11"/>
                <p:cNvGrpSpPr/>
                <p:nvPr/>
              </p:nvGrpSpPr>
              <p:grpSpPr>
                <a:xfrm>
                  <a:off x="2240847" y="1546050"/>
                  <a:ext cx="258712" cy="250429"/>
                  <a:chOff x="1490538" y="753834"/>
                  <a:chExt cx="470985" cy="455906"/>
                </a:xfrm>
              </p:grpSpPr>
              <p:sp>
                <p:nvSpPr>
                  <p:cNvPr id="3236" name="Google Shape;323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11"/>
                <p:cNvGrpSpPr/>
                <p:nvPr/>
              </p:nvGrpSpPr>
              <p:grpSpPr>
                <a:xfrm>
                  <a:off x="2399797" y="1673288"/>
                  <a:ext cx="258712" cy="250429"/>
                  <a:chOff x="1490538" y="753834"/>
                  <a:chExt cx="470985" cy="455906"/>
                </a:xfrm>
              </p:grpSpPr>
              <p:sp>
                <p:nvSpPr>
                  <p:cNvPr id="3247" name="Google Shape;324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11"/>
                <p:cNvGrpSpPr/>
                <p:nvPr/>
              </p:nvGrpSpPr>
              <p:grpSpPr>
                <a:xfrm>
                  <a:off x="2159535" y="1742038"/>
                  <a:ext cx="258712" cy="250429"/>
                  <a:chOff x="1490538" y="753834"/>
                  <a:chExt cx="470985" cy="455906"/>
                </a:xfrm>
              </p:grpSpPr>
              <p:sp>
                <p:nvSpPr>
                  <p:cNvPr id="3258" name="Google Shape;325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11"/>
                <p:cNvGrpSpPr/>
                <p:nvPr/>
              </p:nvGrpSpPr>
              <p:grpSpPr>
                <a:xfrm>
                  <a:off x="2323985" y="1842975"/>
                  <a:ext cx="258712" cy="250429"/>
                  <a:chOff x="1490538" y="753834"/>
                  <a:chExt cx="470985" cy="455906"/>
                </a:xfrm>
              </p:grpSpPr>
              <p:sp>
                <p:nvSpPr>
                  <p:cNvPr id="3269" name="Google Shape;326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11"/>
                <p:cNvGrpSpPr/>
                <p:nvPr/>
              </p:nvGrpSpPr>
              <p:grpSpPr>
                <a:xfrm>
                  <a:off x="1981897" y="1804075"/>
                  <a:ext cx="258712" cy="250429"/>
                  <a:chOff x="1490538" y="753834"/>
                  <a:chExt cx="470985" cy="455906"/>
                </a:xfrm>
              </p:grpSpPr>
              <p:sp>
                <p:nvSpPr>
                  <p:cNvPr id="3280" name="Google Shape;328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0" name="Google Shape;3290;p11"/>
              <p:cNvGrpSpPr/>
              <p:nvPr/>
            </p:nvGrpSpPr>
            <p:grpSpPr>
              <a:xfrm flipH="1" rot="8833976">
                <a:off x="4214846" y="3438470"/>
                <a:ext cx="804524" cy="1469662"/>
                <a:chOff x="3377730" y="919968"/>
                <a:chExt cx="471039" cy="860470"/>
              </a:xfrm>
            </p:grpSpPr>
            <p:grpSp>
              <p:nvGrpSpPr>
                <p:cNvPr id="3291" name="Google Shape;3291;p11"/>
                <p:cNvGrpSpPr/>
                <p:nvPr/>
              </p:nvGrpSpPr>
              <p:grpSpPr>
                <a:xfrm>
                  <a:off x="3377730" y="919968"/>
                  <a:ext cx="408804" cy="692511"/>
                  <a:chOff x="3377730" y="919968"/>
                  <a:chExt cx="408804" cy="692511"/>
                </a:xfrm>
              </p:grpSpPr>
              <p:sp>
                <p:nvSpPr>
                  <p:cNvPr id="3292" name="Google Shape;3292;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11"/>
                <p:cNvGrpSpPr/>
                <p:nvPr/>
              </p:nvGrpSpPr>
              <p:grpSpPr>
                <a:xfrm>
                  <a:off x="3487239" y="1131104"/>
                  <a:ext cx="361530" cy="649334"/>
                  <a:chOff x="1266852" y="1150479"/>
                  <a:chExt cx="361530" cy="649334"/>
                </a:xfrm>
              </p:grpSpPr>
              <p:sp>
                <p:nvSpPr>
                  <p:cNvPr id="3305" name="Google Shape;3305;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3" name="Google Shape;3313;p11"/>
              <p:cNvGrpSpPr/>
              <p:nvPr/>
            </p:nvGrpSpPr>
            <p:grpSpPr>
              <a:xfrm rot="4488281">
                <a:off x="3583731" y="2580940"/>
                <a:ext cx="887798" cy="871068"/>
                <a:chOff x="3086354" y="1785830"/>
                <a:chExt cx="887833" cy="871102"/>
              </a:xfrm>
            </p:grpSpPr>
            <p:grpSp>
              <p:nvGrpSpPr>
                <p:cNvPr id="3314" name="Google Shape;3314;p11"/>
                <p:cNvGrpSpPr/>
                <p:nvPr/>
              </p:nvGrpSpPr>
              <p:grpSpPr>
                <a:xfrm rot="-2169427">
                  <a:off x="3251277" y="1839739"/>
                  <a:ext cx="408803" cy="692509"/>
                  <a:chOff x="3377730" y="919968"/>
                  <a:chExt cx="408804" cy="692511"/>
                </a:xfrm>
              </p:grpSpPr>
              <p:sp>
                <p:nvSpPr>
                  <p:cNvPr id="3315" name="Google Shape;331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7" name="Google Shape;3327;p11"/>
                <p:cNvGrpSpPr/>
                <p:nvPr/>
              </p:nvGrpSpPr>
              <p:grpSpPr>
                <a:xfrm rot="-2169427">
                  <a:off x="3455919" y="1963478"/>
                  <a:ext cx="361529" cy="649332"/>
                  <a:chOff x="1266852" y="1150479"/>
                  <a:chExt cx="361530" cy="649334"/>
                </a:xfrm>
              </p:grpSpPr>
              <p:sp>
                <p:nvSpPr>
                  <p:cNvPr id="3328" name="Google Shape;332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6" name="Google Shape;3336;p11"/>
              <p:cNvGrpSpPr/>
              <p:nvPr/>
            </p:nvGrpSpPr>
            <p:grpSpPr>
              <a:xfrm>
                <a:off x="3238754" y="1938230"/>
                <a:ext cx="887833" cy="871102"/>
                <a:chOff x="3086354" y="1785830"/>
                <a:chExt cx="887833" cy="871102"/>
              </a:xfrm>
            </p:grpSpPr>
            <p:grpSp>
              <p:nvGrpSpPr>
                <p:cNvPr id="3337" name="Google Shape;3337;p11"/>
                <p:cNvGrpSpPr/>
                <p:nvPr/>
              </p:nvGrpSpPr>
              <p:grpSpPr>
                <a:xfrm rot="-2169427">
                  <a:off x="3251277" y="1839739"/>
                  <a:ext cx="408803" cy="692509"/>
                  <a:chOff x="3377730" y="919968"/>
                  <a:chExt cx="408804" cy="692511"/>
                </a:xfrm>
              </p:grpSpPr>
              <p:sp>
                <p:nvSpPr>
                  <p:cNvPr id="3338" name="Google Shape;333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11"/>
                <p:cNvGrpSpPr/>
                <p:nvPr/>
              </p:nvGrpSpPr>
              <p:grpSpPr>
                <a:xfrm rot="-2169427">
                  <a:off x="3455919" y="1963478"/>
                  <a:ext cx="361529" cy="649332"/>
                  <a:chOff x="1266852" y="1150479"/>
                  <a:chExt cx="361530" cy="649334"/>
                </a:xfrm>
              </p:grpSpPr>
              <p:sp>
                <p:nvSpPr>
                  <p:cNvPr id="3351" name="Google Shape;335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9" name="Google Shape;3359;p11"/>
              <p:cNvGrpSpPr/>
              <p:nvPr/>
            </p:nvGrpSpPr>
            <p:grpSpPr>
              <a:xfrm>
                <a:off x="3490978" y="1037105"/>
                <a:ext cx="575468" cy="1051322"/>
                <a:chOff x="3377730" y="919968"/>
                <a:chExt cx="471039" cy="860470"/>
              </a:xfrm>
            </p:grpSpPr>
            <p:grpSp>
              <p:nvGrpSpPr>
                <p:cNvPr id="3360" name="Google Shape;3360;p11"/>
                <p:cNvGrpSpPr/>
                <p:nvPr/>
              </p:nvGrpSpPr>
              <p:grpSpPr>
                <a:xfrm>
                  <a:off x="3377730" y="919968"/>
                  <a:ext cx="408804" cy="692511"/>
                  <a:chOff x="3377730" y="919968"/>
                  <a:chExt cx="408804" cy="692511"/>
                </a:xfrm>
              </p:grpSpPr>
              <p:sp>
                <p:nvSpPr>
                  <p:cNvPr id="3361" name="Google Shape;336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11"/>
                <p:cNvGrpSpPr/>
                <p:nvPr/>
              </p:nvGrpSpPr>
              <p:grpSpPr>
                <a:xfrm>
                  <a:off x="3487239" y="1131104"/>
                  <a:ext cx="361530" cy="649334"/>
                  <a:chOff x="1266852" y="1150479"/>
                  <a:chExt cx="361530" cy="649334"/>
                </a:xfrm>
              </p:grpSpPr>
              <p:sp>
                <p:nvSpPr>
                  <p:cNvPr id="3374" name="Google Shape;337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2" name="Google Shape;3382;p11"/>
              <p:cNvGrpSpPr/>
              <p:nvPr/>
            </p:nvGrpSpPr>
            <p:grpSpPr>
              <a:xfrm>
                <a:off x="3517102" y="2473933"/>
                <a:ext cx="590853" cy="538858"/>
                <a:chOff x="2374102" y="2397733"/>
                <a:chExt cx="590853" cy="538858"/>
              </a:xfrm>
            </p:grpSpPr>
            <p:grpSp>
              <p:nvGrpSpPr>
                <p:cNvPr id="3383" name="Google Shape;3383;p11"/>
                <p:cNvGrpSpPr/>
                <p:nvPr/>
              </p:nvGrpSpPr>
              <p:grpSpPr>
                <a:xfrm>
                  <a:off x="2374102" y="2397733"/>
                  <a:ext cx="590853" cy="538858"/>
                  <a:chOff x="1993102" y="2397733"/>
                  <a:chExt cx="590853" cy="538858"/>
                </a:xfrm>
              </p:grpSpPr>
              <p:sp>
                <p:nvSpPr>
                  <p:cNvPr id="3384" name="Google Shape;3384;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11"/>
                <p:cNvGrpSpPr/>
                <p:nvPr/>
              </p:nvGrpSpPr>
              <p:grpSpPr>
                <a:xfrm>
                  <a:off x="2672051" y="2466803"/>
                  <a:ext cx="88776" cy="97630"/>
                  <a:chOff x="2291051" y="2466803"/>
                  <a:chExt cx="88776" cy="97630"/>
                </a:xfrm>
              </p:grpSpPr>
              <p:sp>
                <p:nvSpPr>
                  <p:cNvPr id="3404" name="Google Shape;3404;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3" name="Google Shape;3433;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11"/>
              <p:cNvGrpSpPr/>
              <p:nvPr/>
            </p:nvGrpSpPr>
            <p:grpSpPr>
              <a:xfrm rot="352659">
                <a:off x="3394332" y="1622136"/>
                <a:ext cx="676583" cy="547330"/>
                <a:chOff x="1981897" y="1546050"/>
                <a:chExt cx="676612" cy="547354"/>
              </a:xfrm>
            </p:grpSpPr>
            <p:grpSp>
              <p:nvGrpSpPr>
                <p:cNvPr id="3441" name="Google Shape;3441;p11"/>
                <p:cNvGrpSpPr/>
                <p:nvPr/>
              </p:nvGrpSpPr>
              <p:grpSpPr>
                <a:xfrm>
                  <a:off x="2240847" y="1546050"/>
                  <a:ext cx="258712" cy="250429"/>
                  <a:chOff x="1490538" y="753834"/>
                  <a:chExt cx="470985" cy="455906"/>
                </a:xfrm>
              </p:grpSpPr>
              <p:sp>
                <p:nvSpPr>
                  <p:cNvPr id="3442" name="Google Shape;344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11"/>
                <p:cNvGrpSpPr/>
                <p:nvPr/>
              </p:nvGrpSpPr>
              <p:grpSpPr>
                <a:xfrm>
                  <a:off x="2399797" y="1673288"/>
                  <a:ext cx="258712" cy="250429"/>
                  <a:chOff x="1490538" y="753834"/>
                  <a:chExt cx="470985" cy="455906"/>
                </a:xfrm>
              </p:grpSpPr>
              <p:sp>
                <p:nvSpPr>
                  <p:cNvPr id="3453" name="Google Shape;345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11"/>
                <p:cNvGrpSpPr/>
                <p:nvPr/>
              </p:nvGrpSpPr>
              <p:grpSpPr>
                <a:xfrm>
                  <a:off x="2159535" y="1742038"/>
                  <a:ext cx="258712" cy="250429"/>
                  <a:chOff x="1490538" y="753834"/>
                  <a:chExt cx="470985" cy="455906"/>
                </a:xfrm>
              </p:grpSpPr>
              <p:sp>
                <p:nvSpPr>
                  <p:cNvPr id="3464" name="Google Shape;346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11"/>
                <p:cNvGrpSpPr/>
                <p:nvPr/>
              </p:nvGrpSpPr>
              <p:grpSpPr>
                <a:xfrm>
                  <a:off x="2323985" y="1842975"/>
                  <a:ext cx="258712" cy="250429"/>
                  <a:chOff x="1490538" y="753834"/>
                  <a:chExt cx="470985" cy="455906"/>
                </a:xfrm>
              </p:grpSpPr>
              <p:sp>
                <p:nvSpPr>
                  <p:cNvPr id="3475" name="Google Shape;347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11"/>
                <p:cNvGrpSpPr/>
                <p:nvPr/>
              </p:nvGrpSpPr>
              <p:grpSpPr>
                <a:xfrm>
                  <a:off x="1981897" y="1804075"/>
                  <a:ext cx="258712" cy="250429"/>
                  <a:chOff x="1490538" y="753834"/>
                  <a:chExt cx="470985" cy="455906"/>
                </a:xfrm>
              </p:grpSpPr>
              <p:sp>
                <p:nvSpPr>
                  <p:cNvPr id="3486" name="Google Shape;34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6" name="Google Shape;3496;p11"/>
              <p:cNvGrpSpPr/>
              <p:nvPr/>
            </p:nvGrpSpPr>
            <p:grpSpPr>
              <a:xfrm flipH="1">
                <a:off x="3270102" y="2806996"/>
                <a:ext cx="590853" cy="538858"/>
                <a:chOff x="2374102" y="2397733"/>
                <a:chExt cx="590853" cy="538858"/>
              </a:xfrm>
            </p:grpSpPr>
            <p:grpSp>
              <p:nvGrpSpPr>
                <p:cNvPr id="3497" name="Google Shape;3497;p11"/>
                <p:cNvGrpSpPr/>
                <p:nvPr/>
              </p:nvGrpSpPr>
              <p:grpSpPr>
                <a:xfrm>
                  <a:off x="2374102" y="2397733"/>
                  <a:ext cx="590853" cy="538858"/>
                  <a:chOff x="1993102" y="2397733"/>
                  <a:chExt cx="590853" cy="538858"/>
                </a:xfrm>
              </p:grpSpPr>
              <p:sp>
                <p:nvSpPr>
                  <p:cNvPr id="3498" name="Google Shape;3498;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4" name="Google Shape;3514;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7" name="Google Shape;3517;p11"/>
                <p:cNvGrpSpPr/>
                <p:nvPr/>
              </p:nvGrpSpPr>
              <p:grpSpPr>
                <a:xfrm>
                  <a:off x="2672051" y="2466803"/>
                  <a:ext cx="88776" cy="97630"/>
                  <a:chOff x="2291051" y="2466803"/>
                  <a:chExt cx="88776" cy="97630"/>
                </a:xfrm>
              </p:grpSpPr>
              <p:sp>
                <p:nvSpPr>
                  <p:cNvPr id="3518" name="Google Shape;3518;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7" name="Google Shape;3547;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11"/>
              <p:cNvGrpSpPr/>
              <p:nvPr/>
            </p:nvGrpSpPr>
            <p:grpSpPr>
              <a:xfrm>
                <a:off x="3446433" y="3091192"/>
                <a:ext cx="1319021" cy="1203001"/>
                <a:chOff x="2374102" y="2397733"/>
                <a:chExt cx="590853" cy="538858"/>
              </a:xfrm>
            </p:grpSpPr>
            <p:grpSp>
              <p:nvGrpSpPr>
                <p:cNvPr id="3555" name="Google Shape;3555;p11"/>
                <p:cNvGrpSpPr/>
                <p:nvPr/>
              </p:nvGrpSpPr>
              <p:grpSpPr>
                <a:xfrm>
                  <a:off x="2374102" y="2397733"/>
                  <a:ext cx="590853" cy="538858"/>
                  <a:chOff x="1993102" y="2397733"/>
                  <a:chExt cx="590853" cy="538858"/>
                </a:xfrm>
              </p:grpSpPr>
              <p:sp>
                <p:nvSpPr>
                  <p:cNvPr id="3556" name="Google Shape;3556;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2" name="Google Shape;3572;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11"/>
                <p:cNvGrpSpPr/>
                <p:nvPr/>
              </p:nvGrpSpPr>
              <p:grpSpPr>
                <a:xfrm>
                  <a:off x="2672051" y="2466803"/>
                  <a:ext cx="88776" cy="97630"/>
                  <a:chOff x="2291051" y="2466803"/>
                  <a:chExt cx="88776" cy="97630"/>
                </a:xfrm>
              </p:grpSpPr>
              <p:sp>
                <p:nvSpPr>
                  <p:cNvPr id="3576" name="Google Shape;3576;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5" name="Google Shape;3605;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11"/>
              <p:cNvGrpSpPr/>
              <p:nvPr/>
            </p:nvGrpSpPr>
            <p:grpSpPr>
              <a:xfrm>
                <a:off x="4490110" y="3659885"/>
                <a:ext cx="365767" cy="351686"/>
                <a:chOff x="1490538" y="753834"/>
                <a:chExt cx="470985" cy="455906"/>
              </a:xfrm>
            </p:grpSpPr>
            <p:sp>
              <p:nvSpPr>
                <p:cNvPr id="3613" name="Google Shape;361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11"/>
              <p:cNvGrpSpPr/>
              <p:nvPr/>
            </p:nvGrpSpPr>
            <p:grpSpPr>
              <a:xfrm rot="-975329">
                <a:off x="4865699" y="3543897"/>
                <a:ext cx="365789" cy="351698"/>
                <a:chOff x="1490538" y="753834"/>
                <a:chExt cx="470985" cy="455906"/>
              </a:xfrm>
            </p:grpSpPr>
            <p:sp>
              <p:nvSpPr>
                <p:cNvPr id="3624" name="Google Shape;362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634" name="Shape 363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635" name="Shape 3635"/>
        <p:cNvGrpSpPr/>
        <p:nvPr/>
      </p:nvGrpSpPr>
      <p:grpSpPr>
        <a:xfrm>
          <a:off x="0" y="0"/>
          <a:ext cx="0" cy="0"/>
          <a:chOff x="0" y="0"/>
          <a:chExt cx="0" cy="0"/>
        </a:xfrm>
      </p:grpSpPr>
      <p:sp>
        <p:nvSpPr>
          <p:cNvPr id="3636" name="Google Shape;3636;p13"/>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37" name="Google Shape;3637;p13"/>
          <p:cNvGrpSpPr/>
          <p:nvPr/>
        </p:nvGrpSpPr>
        <p:grpSpPr>
          <a:xfrm flipH="1">
            <a:off x="8310579" y="183377"/>
            <a:ext cx="684032" cy="697236"/>
            <a:chOff x="121063" y="211715"/>
            <a:chExt cx="684032" cy="697236"/>
          </a:xfrm>
        </p:grpSpPr>
        <p:grpSp>
          <p:nvGrpSpPr>
            <p:cNvPr id="3638" name="Google Shape;3638;p13"/>
            <p:cNvGrpSpPr/>
            <p:nvPr/>
          </p:nvGrpSpPr>
          <p:grpSpPr>
            <a:xfrm flipH="1">
              <a:off x="482506" y="211715"/>
              <a:ext cx="322588" cy="124262"/>
              <a:chOff x="2449294" y="636165"/>
              <a:chExt cx="322588" cy="124262"/>
            </a:xfrm>
          </p:grpSpPr>
          <p:sp>
            <p:nvSpPr>
              <p:cNvPr id="3639" name="Google Shape;3639;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13"/>
            <p:cNvGrpSpPr/>
            <p:nvPr/>
          </p:nvGrpSpPr>
          <p:grpSpPr>
            <a:xfrm>
              <a:off x="121063" y="377859"/>
              <a:ext cx="470985" cy="455906"/>
              <a:chOff x="1490538" y="753834"/>
              <a:chExt cx="470985" cy="455906"/>
            </a:xfrm>
          </p:grpSpPr>
          <p:sp>
            <p:nvSpPr>
              <p:cNvPr id="3649" name="Google Shape;3649;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9" name="Google Shape;3659;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13"/>
          <p:cNvGrpSpPr/>
          <p:nvPr/>
        </p:nvGrpSpPr>
        <p:grpSpPr>
          <a:xfrm flipH="1" rot="10800000">
            <a:off x="149379" y="4254877"/>
            <a:ext cx="684032" cy="697236"/>
            <a:chOff x="121063" y="211715"/>
            <a:chExt cx="684032" cy="697236"/>
          </a:xfrm>
        </p:grpSpPr>
        <p:grpSp>
          <p:nvGrpSpPr>
            <p:cNvPr id="3663" name="Google Shape;3663;p13"/>
            <p:cNvGrpSpPr/>
            <p:nvPr/>
          </p:nvGrpSpPr>
          <p:grpSpPr>
            <a:xfrm flipH="1">
              <a:off x="482506" y="211715"/>
              <a:ext cx="322588" cy="124262"/>
              <a:chOff x="2449294" y="636165"/>
              <a:chExt cx="322588" cy="124262"/>
            </a:xfrm>
          </p:grpSpPr>
          <p:sp>
            <p:nvSpPr>
              <p:cNvPr id="3664" name="Google Shape;3664;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13"/>
            <p:cNvGrpSpPr/>
            <p:nvPr/>
          </p:nvGrpSpPr>
          <p:grpSpPr>
            <a:xfrm>
              <a:off x="121063" y="377859"/>
              <a:ext cx="470985" cy="455906"/>
              <a:chOff x="1490538" y="753834"/>
              <a:chExt cx="470985" cy="455906"/>
            </a:xfrm>
          </p:grpSpPr>
          <p:sp>
            <p:nvSpPr>
              <p:cNvPr id="3674" name="Google Shape;3674;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3687" name="Shape 3687"/>
        <p:cNvGrpSpPr/>
        <p:nvPr/>
      </p:nvGrpSpPr>
      <p:grpSpPr>
        <a:xfrm>
          <a:off x="0" y="0"/>
          <a:ext cx="0" cy="0"/>
          <a:chOff x="0" y="0"/>
          <a:chExt cx="0" cy="0"/>
        </a:xfrm>
      </p:grpSpPr>
      <p:sp>
        <p:nvSpPr>
          <p:cNvPr id="3688" name="Google Shape;3688;p1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89" name="Google Shape;3689;p14"/>
          <p:cNvGrpSpPr/>
          <p:nvPr/>
        </p:nvGrpSpPr>
        <p:grpSpPr>
          <a:xfrm flipH="1" rot="-5400000">
            <a:off x="6536293" y="-1405817"/>
            <a:ext cx="2353234" cy="4389250"/>
            <a:chOff x="3238754" y="1037105"/>
            <a:chExt cx="2114316" cy="3971813"/>
          </a:xfrm>
        </p:grpSpPr>
        <p:grpSp>
          <p:nvGrpSpPr>
            <p:cNvPr id="3690" name="Google Shape;3690;p14"/>
            <p:cNvGrpSpPr/>
            <p:nvPr/>
          </p:nvGrpSpPr>
          <p:grpSpPr>
            <a:xfrm rot="352619">
              <a:off x="3514228" y="3929201"/>
              <a:ext cx="820714" cy="663927"/>
              <a:chOff x="1981897" y="1546050"/>
              <a:chExt cx="676612" cy="547354"/>
            </a:xfrm>
          </p:grpSpPr>
          <p:grpSp>
            <p:nvGrpSpPr>
              <p:cNvPr id="3691" name="Google Shape;3691;p14"/>
              <p:cNvGrpSpPr/>
              <p:nvPr/>
            </p:nvGrpSpPr>
            <p:grpSpPr>
              <a:xfrm>
                <a:off x="2240847" y="1546050"/>
                <a:ext cx="258712" cy="250429"/>
                <a:chOff x="1490538" y="753834"/>
                <a:chExt cx="470985" cy="455906"/>
              </a:xfrm>
            </p:grpSpPr>
            <p:sp>
              <p:nvSpPr>
                <p:cNvPr id="3692" name="Google Shape;369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14"/>
              <p:cNvGrpSpPr/>
              <p:nvPr/>
            </p:nvGrpSpPr>
            <p:grpSpPr>
              <a:xfrm>
                <a:off x="2399797" y="1673288"/>
                <a:ext cx="258712" cy="250429"/>
                <a:chOff x="1490538" y="753834"/>
                <a:chExt cx="470985" cy="455906"/>
              </a:xfrm>
            </p:grpSpPr>
            <p:sp>
              <p:nvSpPr>
                <p:cNvPr id="3703" name="Google Shape;3703;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14"/>
              <p:cNvGrpSpPr/>
              <p:nvPr/>
            </p:nvGrpSpPr>
            <p:grpSpPr>
              <a:xfrm>
                <a:off x="2159535" y="1742038"/>
                <a:ext cx="258712" cy="250429"/>
                <a:chOff x="1490538" y="753834"/>
                <a:chExt cx="470985" cy="455906"/>
              </a:xfrm>
            </p:grpSpPr>
            <p:sp>
              <p:nvSpPr>
                <p:cNvPr id="3714" name="Google Shape;3714;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14"/>
              <p:cNvGrpSpPr/>
              <p:nvPr/>
            </p:nvGrpSpPr>
            <p:grpSpPr>
              <a:xfrm>
                <a:off x="2323985" y="1842975"/>
                <a:ext cx="258712" cy="250429"/>
                <a:chOff x="1490538" y="753834"/>
                <a:chExt cx="470985" cy="455906"/>
              </a:xfrm>
            </p:grpSpPr>
            <p:sp>
              <p:nvSpPr>
                <p:cNvPr id="3725" name="Google Shape;372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14"/>
              <p:cNvGrpSpPr/>
              <p:nvPr/>
            </p:nvGrpSpPr>
            <p:grpSpPr>
              <a:xfrm>
                <a:off x="1981897" y="1804075"/>
                <a:ext cx="258712" cy="250429"/>
                <a:chOff x="1490538" y="753834"/>
                <a:chExt cx="470985" cy="455906"/>
              </a:xfrm>
            </p:grpSpPr>
            <p:sp>
              <p:nvSpPr>
                <p:cNvPr id="3736" name="Google Shape;3736;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6" name="Google Shape;3746;p14"/>
            <p:cNvGrpSpPr/>
            <p:nvPr/>
          </p:nvGrpSpPr>
          <p:grpSpPr>
            <a:xfrm flipH="1" rot="8833976">
              <a:off x="4214846" y="3438470"/>
              <a:ext cx="804524" cy="1469662"/>
              <a:chOff x="3377730" y="919968"/>
              <a:chExt cx="471039" cy="860470"/>
            </a:xfrm>
          </p:grpSpPr>
          <p:grpSp>
            <p:nvGrpSpPr>
              <p:cNvPr id="3747" name="Google Shape;3747;p14"/>
              <p:cNvGrpSpPr/>
              <p:nvPr/>
            </p:nvGrpSpPr>
            <p:grpSpPr>
              <a:xfrm>
                <a:off x="3377730" y="919968"/>
                <a:ext cx="408804" cy="692511"/>
                <a:chOff x="3377730" y="919968"/>
                <a:chExt cx="408804" cy="692511"/>
              </a:xfrm>
            </p:grpSpPr>
            <p:sp>
              <p:nvSpPr>
                <p:cNvPr id="3748" name="Google Shape;3748;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14"/>
              <p:cNvGrpSpPr/>
              <p:nvPr/>
            </p:nvGrpSpPr>
            <p:grpSpPr>
              <a:xfrm>
                <a:off x="3487239" y="1131104"/>
                <a:ext cx="361530" cy="649334"/>
                <a:chOff x="1266852" y="1150479"/>
                <a:chExt cx="361530" cy="649334"/>
              </a:xfrm>
            </p:grpSpPr>
            <p:sp>
              <p:nvSpPr>
                <p:cNvPr id="3761" name="Google Shape;3761;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9" name="Google Shape;3769;p14"/>
            <p:cNvGrpSpPr/>
            <p:nvPr/>
          </p:nvGrpSpPr>
          <p:grpSpPr>
            <a:xfrm rot="4488281">
              <a:off x="3583731" y="2580940"/>
              <a:ext cx="887798" cy="871068"/>
              <a:chOff x="3086354" y="1785830"/>
              <a:chExt cx="887833" cy="871102"/>
            </a:xfrm>
          </p:grpSpPr>
          <p:grpSp>
            <p:nvGrpSpPr>
              <p:cNvPr id="3770" name="Google Shape;3770;p14"/>
              <p:cNvGrpSpPr/>
              <p:nvPr/>
            </p:nvGrpSpPr>
            <p:grpSpPr>
              <a:xfrm rot="-2169427">
                <a:off x="3251277" y="1839739"/>
                <a:ext cx="408803" cy="692509"/>
                <a:chOff x="3377730" y="919968"/>
                <a:chExt cx="408804" cy="692511"/>
              </a:xfrm>
            </p:grpSpPr>
            <p:sp>
              <p:nvSpPr>
                <p:cNvPr id="3771" name="Google Shape;3771;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14"/>
              <p:cNvGrpSpPr/>
              <p:nvPr/>
            </p:nvGrpSpPr>
            <p:grpSpPr>
              <a:xfrm rot="-2169427">
                <a:off x="3455919" y="1963478"/>
                <a:ext cx="361529" cy="649332"/>
                <a:chOff x="1266852" y="1150479"/>
                <a:chExt cx="361530" cy="649334"/>
              </a:xfrm>
            </p:grpSpPr>
            <p:sp>
              <p:nvSpPr>
                <p:cNvPr id="3784" name="Google Shape;3784;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2" name="Google Shape;3792;p14"/>
            <p:cNvGrpSpPr/>
            <p:nvPr/>
          </p:nvGrpSpPr>
          <p:grpSpPr>
            <a:xfrm>
              <a:off x="3238754" y="1938230"/>
              <a:ext cx="887833" cy="871102"/>
              <a:chOff x="3086354" y="1785830"/>
              <a:chExt cx="887833" cy="871102"/>
            </a:xfrm>
          </p:grpSpPr>
          <p:grpSp>
            <p:nvGrpSpPr>
              <p:cNvPr id="3793" name="Google Shape;3793;p14"/>
              <p:cNvGrpSpPr/>
              <p:nvPr/>
            </p:nvGrpSpPr>
            <p:grpSpPr>
              <a:xfrm rot="-2169427">
                <a:off x="3251277" y="1839739"/>
                <a:ext cx="408803" cy="692509"/>
                <a:chOff x="3377730" y="919968"/>
                <a:chExt cx="408804" cy="692511"/>
              </a:xfrm>
            </p:grpSpPr>
            <p:sp>
              <p:nvSpPr>
                <p:cNvPr id="3794" name="Google Shape;3794;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14"/>
              <p:cNvGrpSpPr/>
              <p:nvPr/>
            </p:nvGrpSpPr>
            <p:grpSpPr>
              <a:xfrm rot="-2169427">
                <a:off x="3455919" y="1963478"/>
                <a:ext cx="361529" cy="649332"/>
                <a:chOff x="1266852" y="1150479"/>
                <a:chExt cx="361530" cy="649334"/>
              </a:xfrm>
            </p:grpSpPr>
            <p:sp>
              <p:nvSpPr>
                <p:cNvPr id="3807" name="Google Shape;3807;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5" name="Google Shape;3815;p14"/>
            <p:cNvGrpSpPr/>
            <p:nvPr/>
          </p:nvGrpSpPr>
          <p:grpSpPr>
            <a:xfrm>
              <a:off x="3490978" y="1037105"/>
              <a:ext cx="575468" cy="1051322"/>
              <a:chOff x="3377730" y="919968"/>
              <a:chExt cx="471039" cy="860470"/>
            </a:xfrm>
          </p:grpSpPr>
          <p:grpSp>
            <p:nvGrpSpPr>
              <p:cNvPr id="3816" name="Google Shape;3816;p14"/>
              <p:cNvGrpSpPr/>
              <p:nvPr/>
            </p:nvGrpSpPr>
            <p:grpSpPr>
              <a:xfrm>
                <a:off x="3377730" y="919968"/>
                <a:ext cx="408804" cy="692511"/>
                <a:chOff x="3377730" y="919968"/>
                <a:chExt cx="408804" cy="692511"/>
              </a:xfrm>
            </p:grpSpPr>
            <p:sp>
              <p:nvSpPr>
                <p:cNvPr id="3817" name="Google Shape;3817;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9" name="Google Shape;3829;p14"/>
              <p:cNvGrpSpPr/>
              <p:nvPr/>
            </p:nvGrpSpPr>
            <p:grpSpPr>
              <a:xfrm>
                <a:off x="3487239" y="1131104"/>
                <a:ext cx="361530" cy="649334"/>
                <a:chOff x="1266852" y="1150479"/>
                <a:chExt cx="361530" cy="649334"/>
              </a:xfrm>
            </p:grpSpPr>
            <p:sp>
              <p:nvSpPr>
                <p:cNvPr id="3830" name="Google Shape;3830;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8" name="Google Shape;3838;p14"/>
            <p:cNvGrpSpPr/>
            <p:nvPr/>
          </p:nvGrpSpPr>
          <p:grpSpPr>
            <a:xfrm>
              <a:off x="3517102" y="2473933"/>
              <a:ext cx="590853" cy="538858"/>
              <a:chOff x="2374102" y="2397733"/>
              <a:chExt cx="590853" cy="538858"/>
            </a:xfrm>
          </p:grpSpPr>
          <p:grpSp>
            <p:nvGrpSpPr>
              <p:cNvPr id="3839" name="Google Shape;3839;p14"/>
              <p:cNvGrpSpPr/>
              <p:nvPr/>
            </p:nvGrpSpPr>
            <p:grpSpPr>
              <a:xfrm>
                <a:off x="2374102" y="2397733"/>
                <a:ext cx="590853" cy="538858"/>
                <a:chOff x="1993102" y="2397733"/>
                <a:chExt cx="590853" cy="538858"/>
              </a:xfrm>
            </p:grpSpPr>
            <p:sp>
              <p:nvSpPr>
                <p:cNvPr id="3840" name="Google Shape;3840;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6" name="Google Shape;3856;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9" name="Google Shape;3859;p14"/>
              <p:cNvGrpSpPr/>
              <p:nvPr/>
            </p:nvGrpSpPr>
            <p:grpSpPr>
              <a:xfrm>
                <a:off x="2672051" y="2466803"/>
                <a:ext cx="88776" cy="97630"/>
                <a:chOff x="2291051" y="2466803"/>
                <a:chExt cx="88776" cy="97630"/>
              </a:xfrm>
            </p:grpSpPr>
            <p:sp>
              <p:nvSpPr>
                <p:cNvPr id="3860" name="Google Shape;3860;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9" name="Google Shape;3889;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14"/>
            <p:cNvGrpSpPr/>
            <p:nvPr/>
          </p:nvGrpSpPr>
          <p:grpSpPr>
            <a:xfrm rot="352659">
              <a:off x="3394332" y="1622136"/>
              <a:ext cx="676583" cy="547330"/>
              <a:chOff x="1981897" y="1546050"/>
              <a:chExt cx="676612" cy="547354"/>
            </a:xfrm>
          </p:grpSpPr>
          <p:grpSp>
            <p:nvGrpSpPr>
              <p:cNvPr id="3897" name="Google Shape;3897;p14"/>
              <p:cNvGrpSpPr/>
              <p:nvPr/>
            </p:nvGrpSpPr>
            <p:grpSpPr>
              <a:xfrm>
                <a:off x="2240847" y="1546050"/>
                <a:ext cx="258712" cy="250429"/>
                <a:chOff x="1490538" y="753834"/>
                <a:chExt cx="470985" cy="455906"/>
              </a:xfrm>
            </p:grpSpPr>
            <p:sp>
              <p:nvSpPr>
                <p:cNvPr id="3898" name="Google Shape;3898;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14"/>
              <p:cNvGrpSpPr/>
              <p:nvPr/>
            </p:nvGrpSpPr>
            <p:grpSpPr>
              <a:xfrm>
                <a:off x="2399797" y="1673288"/>
                <a:ext cx="258712" cy="250429"/>
                <a:chOff x="1490538" y="753834"/>
                <a:chExt cx="470985" cy="455906"/>
              </a:xfrm>
            </p:grpSpPr>
            <p:sp>
              <p:nvSpPr>
                <p:cNvPr id="3909" name="Google Shape;390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14"/>
              <p:cNvGrpSpPr/>
              <p:nvPr/>
            </p:nvGrpSpPr>
            <p:grpSpPr>
              <a:xfrm>
                <a:off x="2159535" y="1742038"/>
                <a:ext cx="258712" cy="250429"/>
                <a:chOff x="1490538" y="753834"/>
                <a:chExt cx="470985" cy="455906"/>
              </a:xfrm>
            </p:grpSpPr>
            <p:sp>
              <p:nvSpPr>
                <p:cNvPr id="3920" name="Google Shape;392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14"/>
              <p:cNvGrpSpPr/>
              <p:nvPr/>
            </p:nvGrpSpPr>
            <p:grpSpPr>
              <a:xfrm>
                <a:off x="2323985" y="1842975"/>
                <a:ext cx="258712" cy="250429"/>
                <a:chOff x="1490538" y="753834"/>
                <a:chExt cx="470985" cy="455906"/>
              </a:xfrm>
            </p:grpSpPr>
            <p:sp>
              <p:nvSpPr>
                <p:cNvPr id="3931" name="Google Shape;3931;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14"/>
              <p:cNvGrpSpPr/>
              <p:nvPr/>
            </p:nvGrpSpPr>
            <p:grpSpPr>
              <a:xfrm>
                <a:off x="1981897" y="1804075"/>
                <a:ext cx="258712" cy="250429"/>
                <a:chOff x="1490538" y="753834"/>
                <a:chExt cx="470985" cy="455906"/>
              </a:xfrm>
            </p:grpSpPr>
            <p:sp>
              <p:nvSpPr>
                <p:cNvPr id="3942" name="Google Shape;394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14"/>
            <p:cNvGrpSpPr/>
            <p:nvPr/>
          </p:nvGrpSpPr>
          <p:grpSpPr>
            <a:xfrm flipH="1">
              <a:off x="3270102" y="2806996"/>
              <a:ext cx="590853" cy="538858"/>
              <a:chOff x="2374102" y="2397733"/>
              <a:chExt cx="590853" cy="538858"/>
            </a:xfrm>
          </p:grpSpPr>
          <p:grpSp>
            <p:nvGrpSpPr>
              <p:cNvPr id="3953" name="Google Shape;3953;p14"/>
              <p:cNvGrpSpPr/>
              <p:nvPr/>
            </p:nvGrpSpPr>
            <p:grpSpPr>
              <a:xfrm>
                <a:off x="2374102" y="2397733"/>
                <a:ext cx="590853" cy="538858"/>
                <a:chOff x="1993102" y="2397733"/>
                <a:chExt cx="590853" cy="538858"/>
              </a:xfrm>
            </p:grpSpPr>
            <p:sp>
              <p:nvSpPr>
                <p:cNvPr id="3954" name="Google Shape;3954;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0" name="Google Shape;3970;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3" name="Google Shape;3973;p14"/>
              <p:cNvGrpSpPr/>
              <p:nvPr/>
            </p:nvGrpSpPr>
            <p:grpSpPr>
              <a:xfrm>
                <a:off x="2672051" y="2466803"/>
                <a:ext cx="88776" cy="97630"/>
                <a:chOff x="2291051" y="2466803"/>
                <a:chExt cx="88776" cy="97630"/>
              </a:xfrm>
            </p:grpSpPr>
            <p:sp>
              <p:nvSpPr>
                <p:cNvPr id="3974" name="Google Shape;3974;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3" name="Google Shape;4003;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14"/>
            <p:cNvGrpSpPr/>
            <p:nvPr/>
          </p:nvGrpSpPr>
          <p:grpSpPr>
            <a:xfrm>
              <a:off x="3446433" y="3091192"/>
              <a:ext cx="1319021" cy="1203001"/>
              <a:chOff x="2374102" y="2397733"/>
              <a:chExt cx="590853" cy="538858"/>
            </a:xfrm>
          </p:grpSpPr>
          <p:grpSp>
            <p:nvGrpSpPr>
              <p:cNvPr id="4011" name="Google Shape;4011;p14"/>
              <p:cNvGrpSpPr/>
              <p:nvPr/>
            </p:nvGrpSpPr>
            <p:grpSpPr>
              <a:xfrm>
                <a:off x="2374102" y="2397733"/>
                <a:ext cx="590853" cy="538858"/>
                <a:chOff x="1993102" y="2397733"/>
                <a:chExt cx="590853" cy="538858"/>
              </a:xfrm>
            </p:grpSpPr>
            <p:sp>
              <p:nvSpPr>
                <p:cNvPr id="4012" name="Google Shape;4012;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8" name="Google Shape;4028;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1" name="Google Shape;4031;p14"/>
              <p:cNvGrpSpPr/>
              <p:nvPr/>
            </p:nvGrpSpPr>
            <p:grpSpPr>
              <a:xfrm>
                <a:off x="2672051" y="2466803"/>
                <a:ext cx="88776" cy="97630"/>
                <a:chOff x="2291051" y="2466803"/>
                <a:chExt cx="88776" cy="97630"/>
              </a:xfrm>
            </p:grpSpPr>
            <p:sp>
              <p:nvSpPr>
                <p:cNvPr id="4032" name="Google Shape;4032;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1" name="Google Shape;4061;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14"/>
            <p:cNvGrpSpPr/>
            <p:nvPr/>
          </p:nvGrpSpPr>
          <p:grpSpPr>
            <a:xfrm>
              <a:off x="4490110" y="3659885"/>
              <a:ext cx="365767" cy="351686"/>
              <a:chOff x="1490538" y="753834"/>
              <a:chExt cx="470985" cy="455906"/>
            </a:xfrm>
          </p:grpSpPr>
          <p:sp>
            <p:nvSpPr>
              <p:cNvPr id="4069" name="Google Shape;406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14"/>
            <p:cNvGrpSpPr/>
            <p:nvPr/>
          </p:nvGrpSpPr>
          <p:grpSpPr>
            <a:xfrm rot="-975329">
              <a:off x="4865699" y="3543897"/>
              <a:ext cx="365789" cy="351698"/>
              <a:chOff x="1490538" y="753834"/>
              <a:chExt cx="470985" cy="455906"/>
            </a:xfrm>
          </p:grpSpPr>
          <p:sp>
            <p:nvSpPr>
              <p:cNvPr id="4080" name="Google Shape;408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90" name="Google Shape;4090;p14"/>
          <p:cNvSpPr/>
          <p:nvPr/>
        </p:nvSpPr>
        <p:spPr>
          <a:xfrm>
            <a:off x="7566494" y="106005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4"/>
          <p:cNvSpPr/>
          <p:nvPr/>
        </p:nvSpPr>
        <p:spPr>
          <a:xfrm>
            <a:off x="6982654" y="971846"/>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4"/>
          <p:cNvSpPr/>
          <p:nvPr/>
        </p:nvSpPr>
        <p:spPr>
          <a:xfrm>
            <a:off x="6760829" y="67851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3" name="Google Shape;4093;p14"/>
          <p:cNvGrpSpPr/>
          <p:nvPr/>
        </p:nvGrpSpPr>
        <p:grpSpPr>
          <a:xfrm>
            <a:off x="149379" y="183377"/>
            <a:ext cx="684032" cy="697236"/>
            <a:chOff x="121063" y="211715"/>
            <a:chExt cx="684032" cy="697236"/>
          </a:xfrm>
        </p:grpSpPr>
        <p:grpSp>
          <p:nvGrpSpPr>
            <p:cNvPr id="4094" name="Google Shape;4094;p14"/>
            <p:cNvGrpSpPr/>
            <p:nvPr/>
          </p:nvGrpSpPr>
          <p:grpSpPr>
            <a:xfrm flipH="1">
              <a:off x="482506" y="211715"/>
              <a:ext cx="322588" cy="124262"/>
              <a:chOff x="2449294" y="636165"/>
              <a:chExt cx="322588" cy="124262"/>
            </a:xfrm>
          </p:grpSpPr>
          <p:sp>
            <p:nvSpPr>
              <p:cNvPr id="4095" name="Google Shape;4095;p1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14"/>
            <p:cNvGrpSpPr/>
            <p:nvPr/>
          </p:nvGrpSpPr>
          <p:grpSpPr>
            <a:xfrm>
              <a:off x="121063" y="377859"/>
              <a:ext cx="470985" cy="455906"/>
              <a:chOff x="1490538" y="753834"/>
              <a:chExt cx="470985" cy="455906"/>
            </a:xfrm>
          </p:grpSpPr>
          <p:sp>
            <p:nvSpPr>
              <p:cNvPr id="4105" name="Google Shape;410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5" name="Google Shape;4115;p1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118" name="Shape 4118"/>
        <p:cNvGrpSpPr/>
        <p:nvPr/>
      </p:nvGrpSpPr>
      <p:grpSpPr>
        <a:xfrm>
          <a:off x="0" y="0"/>
          <a:ext cx="0" cy="0"/>
          <a:chOff x="0" y="0"/>
          <a:chExt cx="0" cy="0"/>
        </a:xfrm>
      </p:grpSpPr>
      <p:sp>
        <p:nvSpPr>
          <p:cNvPr id="4119" name="Google Shape;4119;p15"/>
          <p:cNvSpPr txBox="1"/>
          <p:nvPr>
            <p:ph idx="1" type="subTitle"/>
          </p:nvPr>
        </p:nvSpPr>
        <p:spPr>
          <a:xfrm>
            <a:off x="914463"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0" name="Google Shape;4120;p15"/>
          <p:cNvSpPr txBox="1"/>
          <p:nvPr>
            <p:ph idx="2" type="subTitle"/>
          </p:nvPr>
        </p:nvSpPr>
        <p:spPr>
          <a:xfrm>
            <a:off x="4852742"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1" name="Google Shape;4121;p1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122" name="Google Shape;4122;p15"/>
          <p:cNvGrpSpPr/>
          <p:nvPr/>
        </p:nvGrpSpPr>
        <p:grpSpPr>
          <a:xfrm flipH="1" rot="10800000">
            <a:off x="149392" y="4254877"/>
            <a:ext cx="684032" cy="697236"/>
            <a:chOff x="121063" y="211715"/>
            <a:chExt cx="684032" cy="697236"/>
          </a:xfrm>
        </p:grpSpPr>
        <p:grpSp>
          <p:nvGrpSpPr>
            <p:cNvPr id="4123" name="Google Shape;4123;p15"/>
            <p:cNvGrpSpPr/>
            <p:nvPr/>
          </p:nvGrpSpPr>
          <p:grpSpPr>
            <a:xfrm flipH="1">
              <a:off x="482506" y="211715"/>
              <a:ext cx="322588" cy="124262"/>
              <a:chOff x="2449294" y="636165"/>
              <a:chExt cx="322588" cy="124262"/>
            </a:xfrm>
          </p:grpSpPr>
          <p:sp>
            <p:nvSpPr>
              <p:cNvPr id="4124" name="Google Shape;4124;p1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15"/>
            <p:cNvGrpSpPr/>
            <p:nvPr/>
          </p:nvGrpSpPr>
          <p:grpSpPr>
            <a:xfrm>
              <a:off x="121063" y="377859"/>
              <a:ext cx="470985" cy="455906"/>
              <a:chOff x="1490538" y="753834"/>
              <a:chExt cx="470985" cy="455906"/>
            </a:xfrm>
          </p:grpSpPr>
          <p:sp>
            <p:nvSpPr>
              <p:cNvPr id="4134" name="Google Shape;413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4" name="Google Shape;4144;p1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15"/>
          <p:cNvGrpSpPr/>
          <p:nvPr/>
        </p:nvGrpSpPr>
        <p:grpSpPr>
          <a:xfrm flipH="1" rot="-5400000">
            <a:off x="6536293" y="-1405817"/>
            <a:ext cx="2353234" cy="4389250"/>
            <a:chOff x="3238754" y="1037105"/>
            <a:chExt cx="2114316" cy="3971813"/>
          </a:xfrm>
        </p:grpSpPr>
        <p:grpSp>
          <p:nvGrpSpPr>
            <p:cNvPr id="4148" name="Google Shape;4148;p15"/>
            <p:cNvGrpSpPr/>
            <p:nvPr/>
          </p:nvGrpSpPr>
          <p:grpSpPr>
            <a:xfrm rot="352619">
              <a:off x="3514228" y="3929201"/>
              <a:ext cx="820714" cy="663927"/>
              <a:chOff x="1981897" y="1546050"/>
              <a:chExt cx="676612" cy="547354"/>
            </a:xfrm>
          </p:grpSpPr>
          <p:grpSp>
            <p:nvGrpSpPr>
              <p:cNvPr id="4149" name="Google Shape;4149;p15"/>
              <p:cNvGrpSpPr/>
              <p:nvPr/>
            </p:nvGrpSpPr>
            <p:grpSpPr>
              <a:xfrm>
                <a:off x="2240847" y="1546050"/>
                <a:ext cx="258712" cy="250429"/>
                <a:chOff x="1490538" y="753834"/>
                <a:chExt cx="470985" cy="455906"/>
              </a:xfrm>
            </p:grpSpPr>
            <p:sp>
              <p:nvSpPr>
                <p:cNvPr id="4150" name="Google Shape;415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15"/>
              <p:cNvGrpSpPr/>
              <p:nvPr/>
            </p:nvGrpSpPr>
            <p:grpSpPr>
              <a:xfrm>
                <a:off x="2399797" y="1673288"/>
                <a:ext cx="258712" cy="250429"/>
                <a:chOff x="1490538" y="753834"/>
                <a:chExt cx="470985" cy="455906"/>
              </a:xfrm>
            </p:grpSpPr>
            <p:sp>
              <p:nvSpPr>
                <p:cNvPr id="4161" name="Google Shape;4161;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15"/>
              <p:cNvGrpSpPr/>
              <p:nvPr/>
            </p:nvGrpSpPr>
            <p:grpSpPr>
              <a:xfrm>
                <a:off x="2159535" y="1742038"/>
                <a:ext cx="258712" cy="250429"/>
                <a:chOff x="1490538" y="753834"/>
                <a:chExt cx="470985" cy="455906"/>
              </a:xfrm>
            </p:grpSpPr>
            <p:sp>
              <p:nvSpPr>
                <p:cNvPr id="4172" name="Google Shape;4172;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15"/>
              <p:cNvGrpSpPr/>
              <p:nvPr/>
            </p:nvGrpSpPr>
            <p:grpSpPr>
              <a:xfrm>
                <a:off x="2323985" y="1842975"/>
                <a:ext cx="258712" cy="250429"/>
                <a:chOff x="1490538" y="753834"/>
                <a:chExt cx="470985" cy="455906"/>
              </a:xfrm>
            </p:grpSpPr>
            <p:sp>
              <p:nvSpPr>
                <p:cNvPr id="4183" name="Google Shape;4183;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15"/>
              <p:cNvGrpSpPr/>
              <p:nvPr/>
            </p:nvGrpSpPr>
            <p:grpSpPr>
              <a:xfrm>
                <a:off x="1981897" y="1804075"/>
                <a:ext cx="258712" cy="250429"/>
                <a:chOff x="1490538" y="753834"/>
                <a:chExt cx="470985" cy="455906"/>
              </a:xfrm>
            </p:grpSpPr>
            <p:sp>
              <p:nvSpPr>
                <p:cNvPr id="4194" name="Google Shape;419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4" name="Google Shape;4204;p15"/>
            <p:cNvGrpSpPr/>
            <p:nvPr/>
          </p:nvGrpSpPr>
          <p:grpSpPr>
            <a:xfrm flipH="1" rot="8833976">
              <a:off x="4214846" y="3438470"/>
              <a:ext cx="804524" cy="1469662"/>
              <a:chOff x="3377730" y="919968"/>
              <a:chExt cx="471039" cy="860470"/>
            </a:xfrm>
          </p:grpSpPr>
          <p:grpSp>
            <p:nvGrpSpPr>
              <p:cNvPr id="4205" name="Google Shape;4205;p15"/>
              <p:cNvGrpSpPr/>
              <p:nvPr/>
            </p:nvGrpSpPr>
            <p:grpSpPr>
              <a:xfrm>
                <a:off x="3377730" y="919968"/>
                <a:ext cx="408804" cy="692511"/>
                <a:chOff x="3377730" y="919968"/>
                <a:chExt cx="408804" cy="692511"/>
              </a:xfrm>
            </p:grpSpPr>
            <p:sp>
              <p:nvSpPr>
                <p:cNvPr id="4206" name="Google Shape;4206;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15"/>
              <p:cNvGrpSpPr/>
              <p:nvPr/>
            </p:nvGrpSpPr>
            <p:grpSpPr>
              <a:xfrm>
                <a:off x="3487239" y="1131104"/>
                <a:ext cx="361530" cy="649334"/>
                <a:chOff x="1266852" y="1150479"/>
                <a:chExt cx="361530" cy="649334"/>
              </a:xfrm>
            </p:grpSpPr>
            <p:sp>
              <p:nvSpPr>
                <p:cNvPr id="4219" name="Google Shape;4219;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7" name="Google Shape;4227;p15"/>
            <p:cNvGrpSpPr/>
            <p:nvPr/>
          </p:nvGrpSpPr>
          <p:grpSpPr>
            <a:xfrm rot="4488281">
              <a:off x="3583731" y="2580940"/>
              <a:ext cx="887798" cy="871068"/>
              <a:chOff x="3086354" y="1785830"/>
              <a:chExt cx="887833" cy="871102"/>
            </a:xfrm>
          </p:grpSpPr>
          <p:grpSp>
            <p:nvGrpSpPr>
              <p:cNvPr id="4228" name="Google Shape;4228;p15"/>
              <p:cNvGrpSpPr/>
              <p:nvPr/>
            </p:nvGrpSpPr>
            <p:grpSpPr>
              <a:xfrm rot="-2169427">
                <a:off x="3251277" y="1839739"/>
                <a:ext cx="408803" cy="692509"/>
                <a:chOff x="3377730" y="919968"/>
                <a:chExt cx="408804" cy="692511"/>
              </a:xfrm>
            </p:grpSpPr>
            <p:sp>
              <p:nvSpPr>
                <p:cNvPr id="4229" name="Google Shape;4229;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15"/>
              <p:cNvGrpSpPr/>
              <p:nvPr/>
            </p:nvGrpSpPr>
            <p:grpSpPr>
              <a:xfrm rot="-2169427">
                <a:off x="3455919" y="1963478"/>
                <a:ext cx="361529" cy="649332"/>
                <a:chOff x="1266852" y="1150479"/>
                <a:chExt cx="361530" cy="649334"/>
              </a:xfrm>
            </p:grpSpPr>
            <p:sp>
              <p:nvSpPr>
                <p:cNvPr id="4242" name="Google Shape;4242;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0" name="Google Shape;4250;p15"/>
            <p:cNvGrpSpPr/>
            <p:nvPr/>
          </p:nvGrpSpPr>
          <p:grpSpPr>
            <a:xfrm>
              <a:off x="3238754" y="1938230"/>
              <a:ext cx="887833" cy="871102"/>
              <a:chOff x="3086354" y="1785830"/>
              <a:chExt cx="887833" cy="871102"/>
            </a:xfrm>
          </p:grpSpPr>
          <p:grpSp>
            <p:nvGrpSpPr>
              <p:cNvPr id="4251" name="Google Shape;4251;p15"/>
              <p:cNvGrpSpPr/>
              <p:nvPr/>
            </p:nvGrpSpPr>
            <p:grpSpPr>
              <a:xfrm rot="-2169427">
                <a:off x="3251277" y="1839739"/>
                <a:ext cx="408803" cy="692509"/>
                <a:chOff x="3377730" y="919968"/>
                <a:chExt cx="408804" cy="692511"/>
              </a:xfrm>
            </p:grpSpPr>
            <p:sp>
              <p:nvSpPr>
                <p:cNvPr id="4252" name="Google Shape;4252;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15"/>
              <p:cNvGrpSpPr/>
              <p:nvPr/>
            </p:nvGrpSpPr>
            <p:grpSpPr>
              <a:xfrm rot="-2169427">
                <a:off x="3455919" y="1963478"/>
                <a:ext cx="361529" cy="649332"/>
                <a:chOff x="1266852" y="1150479"/>
                <a:chExt cx="361530" cy="649334"/>
              </a:xfrm>
            </p:grpSpPr>
            <p:sp>
              <p:nvSpPr>
                <p:cNvPr id="4265" name="Google Shape;4265;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15"/>
            <p:cNvGrpSpPr/>
            <p:nvPr/>
          </p:nvGrpSpPr>
          <p:grpSpPr>
            <a:xfrm>
              <a:off x="3490978" y="1037105"/>
              <a:ext cx="575468" cy="1051322"/>
              <a:chOff x="3377730" y="919968"/>
              <a:chExt cx="471039" cy="860470"/>
            </a:xfrm>
          </p:grpSpPr>
          <p:grpSp>
            <p:nvGrpSpPr>
              <p:cNvPr id="4274" name="Google Shape;4274;p15"/>
              <p:cNvGrpSpPr/>
              <p:nvPr/>
            </p:nvGrpSpPr>
            <p:grpSpPr>
              <a:xfrm>
                <a:off x="3377730" y="919968"/>
                <a:ext cx="408804" cy="692511"/>
                <a:chOff x="3377730" y="919968"/>
                <a:chExt cx="408804" cy="692511"/>
              </a:xfrm>
            </p:grpSpPr>
            <p:sp>
              <p:nvSpPr>
                <p:cNvPr id="4275" name="Google Shape;4275;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15"/>
              <p:cNvGrpSpPr/>
              <p:nvPr/>
            </p:nvGrpSpPr>
            <p:grpSpPr>
              <a:xfrm>
                <a:off x="3487239" y="1131104"/>
                <a:ext cx="361530" cy="649334"/>
                <a:chOff x="1266852" y="1150479"/>
                <a:chExt cx="361530" cy="649334"/>
              </a:xfrm>
            </p:grpSpPr>
            <p:sp>
              <p:nvSpPr>
                <p:cNvPr id="4288" name="Google Shape;4288;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6" name="Google Shape;4296;p15"/>
            <p:cNvGrpSpPr/>
            <p:nvPr/>
          </p:nvGrpSpPr>
          <p:grpSpPr>
            <a:xfrm>
              <a:off x="3517102" y="2473933"/>
              <a:ext cx="590853" cy="538858"/>
              <a:chOff x="2374102" y="2397733"/>
              <a:chExt cx="590853" cy="538858"/>
            </a:xfrm>
          </p:grpSpPr>
          <p:grpSp>
            <p:nvGrpSpPr>
              <p:cNvPr id="4297" name="Google Shape;4297;p15"/>
              <p:cNvGrpSpPr/>
              <p:nvPr/>
            </p:nvGrpSpPr>
            <p:grpSpPr>
              <a:xfrm>
                <a:off x="2374102" y="2397733"/>
                <a:ext cx="590853" cy="538858"/>
                <a:chOff x="1993102" y="2397733"/>
                <a:chExt cx="590853" cy="538858"/>
              </a:xfrm>
            </p:grpSpPr>
            <p:sp>
              <p:nvSpPr>
                <p:cNvPr id="4298" name="Google Shape;4298;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4" name="Google Shape;4314;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7" name="Google Shape;4317;p15"/>
              <p:cNvGrpSpPr/>
              <p:nvPr/>
            </p:nvGrpSpPr>
            <p:grpSpPr>
              <a:xfrm>
                <a:off x="2672051" y="2466803"/>
                <a:ext cx="88776" cy="97630"/>
                <a:chOff x="2291051" y="2466803"/>
                <a:chExt cx="88776" cy="97630"/>
              </a:xfrm>
            </p:grpSpPr>
            <p:sp>
              <p:nvSpPr>
                <p:cNvPr id="4318" name="Google Shape;4318;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7" name="Google Shape;4347;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15"/>
            <p:cNvGrpSpPr/>
            <p:nvPr/>
          </p:nvGrpSpPr>
          <p:grpSpPr>
            <a:xfrm rot="352659">
              <a:off x="3394332" y="1622136"/>
              <a:ext cx="676583" cy="547330"/>
              <a:chOff x="1981897" y="1546050"/>
              <a:chExt cx="676612" cy="547354"/>
            </a:xfrm>
          </p:grpSpPr>
          <p:grpSp>
            <p:nvGrpSpPr>
              <p:cNvPr id="4355" name="Google Shape;4355;p15"/>
              <p:cNvGrpSpPr/>
              <p:nvPr/>
            </p:nvGrpSpPr>
            <p:grpSpPr>
              <a:xfrm>
                <a:off x="2240847" y="1546050"/>
                <a:ext cx="258712" cy="250429"/>
                <a:chOff x="1490538" y="753834"/>
                <a:chExt cx="470985" cy="455906"/>
              </a:xfrm>
            </p:grpSpPr>
            <p:sp>
              <p:nvSpPr>
                <p:cNvPr id="4356" name="Google Shape;4356;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15"/>
              <p:cNvGrpSpPr/>
              <p:nvPr/>
            </p:nvGrpSpPr>
            <p:grpSpPr>
              <a:xfrm>
                <a:off x="2399797" y="1673288"/>
                <a:ext cx="258712" cy="250429"/>
                <a:chOff x="1490538" y="753834"/>
                <a:chExt cx="470985" cy="455906"/>
              </a:xfrm>
            </p:grpSpPr>
            <p:sp>
              <p:nvSpPr>
                <p:cNvPr id="4367" name="Google Shape;436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15"/>
              <p:cNvGrpSpPr/>
              <p:nvPr/>
            </p:nvGrpSpPr>
            <p:grpSpPr>
              <a:xfrm>
                <a:off x="2159535" y="1742038"/>
                <a:ext cx="258712" cy="250429"/>
                <a:chOff x="1490538" y="753834"/>
                <a:chExt cx="470985" cy="455906"/>
              </a:xfrm>
            </p:grpSpPr>
            <p:sp>
              <p:nvSpPr>
                <p:cNvPr id="4378" name="Google Shape;437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15"/>
              <p:cNvGrpSpPr/>
              <p:nvPr/>
            </p:nvGrpSpPr>
            <p:grpSpPr>
              <a:xfrm>
                <a:off x="2323985" y="1842975"/>
                <a:ext cx="258712" cy="250429"/>
                <a:chOff x="1490538" y="753834"/>
                <a:chExt cx="470985" cy="455906"/>
              </a:xfrm>
            </p:grpSpPr>
            <p:sp>
              <p:nvSpPr>
                <p:cNvPr id="4389" name="Google Shape;4389;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15"/>
              <p:cNvGrpSpPr/>
              <p:nvPr/>
            </p:nvGrpSpPr>
            <p:grpSpPr>
              <a:xfrm>
                <a:off x="1981897" y="1804075"/>
                <a:ext cx="258712" cy="250429"/>
                <a:chOff x="1490538" y="753834"/>
                <a:chExt cx="470985" cy="455906"/>
              </a:xfrm>
            </p:grpSpPr>
            <p:sp>
              <p:nvSpPr>
                <p:cNvPr id="4400" name="Google Shape;440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0" name="Google Shape;4410;p15"/>
            <p:cNvGrpSpPr/>
            <p:nvPr/>
          </p:nvGrpSpPr>
          <p:grpSpPr>
            <a:xfrm flipH="1">
              <a:off x="3270102" y="2806996"/>
              <a:ext cx="590853" cy="538858"/>
              <a:chOff x="2374102" y="2397733"/>
              <a:chExt cx="590853" cy="538858"/>
            </a:xfrm>
          </p:grpSpPr>
          <p:grpSp>
            <p:nvGrpSpPr>
              <p:cNvPr id="4411" name="Google Shape;4411;p15"/>
              <p:cNvGrpSpPr/>
              <p:nvPr/>
            </p:nvGrpSpPr>
            <p:grpSpPr>
              <a:xfrm>
                <a:off x="2374102" y="2397733"/>
                <a:ext cx="590853" cy="538858"/>
                <a:chOff x="1993102" y="2397733"/>
                <a:chExt cx="590853" cy="538858"/>
              </a:xfrm>
            </p:grpSpPr>
            <p:sp>
              <p:nvSpPr>
                <p:cNvPr id="4412" name="Google Shape;4412;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8" name="Google Shape;4428;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15"/>
              <p:cNvGrpSpPr/>
              <p:nvPr/>
            </p:nvGrpSpPr>
            <p:grpSpPr>
              <a:xfrm>
                <a:off x="2672051" y="2466803"/>
                <a:ext cx="88776" cy="97630"/>
                <a:chOff x="2291051" y="2466803"/>
                <a:chExt cx="88776" cy="97630"/>
              </a:xfrm>
            </p:grpSpPr>
            <p:sp>
              <p:nvSpPr>
                <p:cNvPr id="4432" name="Google Shape;4432;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1" name="Google Shape;4461;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15"/>
            <p:cNvGrpSpPr/>
            <p:nvPr/>
          </p:nvGrpSpPr>
          <p:grpSpPr>
            <a:xfrm>
              <a:off x="3446433" y="3091192"/>
              <a:ext cx="1319021" cy="1203001"/>
              <a:chOff x="2374102" y="2397733"/>
              <a:chExt cx="590853" cy="538858"/>
            </a:xfrm>
          </p:grpSpPr>
          <p:grpSp>
            <p:nvGrpSpPr>
              <p:cNvPr id="4469" name="Google Shape;4469;p15"/>
              <p:cNvGrpSpPr/>
              <p:nvPr/>
            </p:nvGrpSpPr>
            <p:grpSpPr>
              <a:xfrm>
                <a:off x="2374102" y="2397733"/>
                <a:ext cx="590853" cy="538858"/>
                <a:chOff x="1993102" y="2397733"/>
                <a:chExt cx="590853" cy="538858"/>
              </a:xfrm>
            </p:grpSpPr>
            <p:sp>
              <p:nvSpPr>
                <p:cNvPr id="4470" name="Google Shape;4470;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15"/>
              <p:cNvGrpSpPr/>
              <p:nvPr/>
            </p:nvGrpSpPr>
            <p:grpSpPr>
              <a:xfrm>
                <a:off x="2672051" y="2466803"/>
                <a:ext cx="88776" cy="97630"/>
                <a:chOff x="2291051" y="2466803"/>
                <a:chExt cx="88776" cy="97630"/>
              </a:xfrm>
            </p:grpSpPr>
            <p:sp>
              <p:nvSpPr>
                <p:cNvPr id="4490" name="Google Shape;4490;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9" name="Google Shape;4519;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15"/>
            <p:cNvGrpSpPr/>
            <p:nvPr/>
          </p:nvGrpSpPr>
          <p:grpSpPr>
            <a:xfrm>
              <a:off x="4490110" y="3659885"/>
              <a:ext cx="365767" cy="351686"/>
              <a:chOff x="1490538" y="753834"/>
              <a:chExt cx="470985" cy="455906"/>
            </a:xfrm>
          </p:grpSpPr>
          <p:sp>
            <p:nvSpPr>
              <p:cNvPr id="4527" name="Google Shape;452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15"/>
            <p:cNvGrpSpPr/>
            <p:nvPr/>
          </p:nvGrpSpPr>
          <p:grpSpPr>
            <a:xfrm rot="-975329">
              <a:off x="4865699" y="3543897"/>
              <a:ext cx="365789" cy="351698"/>
              <a:chOff x="1490538" y="753834"/>
              <a:chExt cx="470985" cy="455906"/>
            </a:xfrm>
          </p:grpSpPr>
          <p:sp>
            <p:nvSpPr>
              <p:cNvPr id="4538" name="Google Shape;453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548" name="Shape 4548"/>
        <p:cNvGrpSpPr/>
        <p:nvPr/>
      </p:nvGrpSpPr>
      <p:grpSpPr>
        <a:xfrm>
          <a:off x="0" y="0"/>
          <a:ext cx="0" cy="0"/>
          <a:chOff x="0" y="0"/>
          <a:chExt cx="0" cy="0"/>
        </a:xfrm>
      </p:grpSpPr>
      <p:sp>
        <p:nvSpPr>
          <p:cNvPr id="4549" name="Google Shape;4549;p16"/>
          <p:cNvSpPr txBox="1"/>
          <p:nvPr>
            <p:ph type="title"/>
          </p:nvPr>
        </p:nvSpPr>
        <p:spPr>
          <a:xfrm>
            <a:off x="719988"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0" name="Google Shape;4550;p16"/>
          <p:cNvSpPr txBox="1"/>
          <p:nvPr>
            <p:ph hasCustomPrompt="1" idx="2" type="title"/>
          </p:nvPr>
        </p:nvSpPr>
        <p:spPr>
          <a:xfrm>
            <a:off x="719988" y="114937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1" name="Google Shape;4551;p16"/>
          <p:cNvSpPr txBox="1"/>
          <p:nvPr>
            <p:ph idx="1" type="subTitle"/>
          </p:nvPr>
        </p:nvSpPr>
        <p:spPr>
          <a:xfrm>
            <a:off x="719988"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2" name="Google Shape;4552;p16"/>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3" name="Google Shape;4553;p16"/>
          <p:cNvSpPr txBox="1"/>
          <p:nvPr>
            <p:ph hasCustomPrompt="1" idx="4" type="title"/>
          </p:nvPr>
        </p:nvSpPr>
        <p:spPr>
          <a:xfrm>
            <a:off x="3733654" y="114937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4" name="Google Shape;4554;p16"/>
          <p:cNvSpPr txBox="1"/>
          <p:nvPr>
            <p:ph idx="5" type="subTitle"/>
          </p:nvPr>
        </p:nvSpPr>
        <p:spPr>
          <a:xfrm>
            <a:off x="3733654"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5" name="Google Shape;4555;p16"/>
          <p:cNvSpPr txBox="1"/>
          <p:nvPr>
            <p:ph idx="6" type="title"/>
          </p:nvPr>
        </p:nvSpPr>
        <p:spPr>
          <a:xfrm>
            <a:off x="719988"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6" name="Google Shape;4556;p16"/>
          <p:cNvSpPr txBox="1"/>
          <p:nvPr>
            <p:ph hasCustomPrompt="1" idx="7" type="title"/>
          </p:nvPr>
        </p:nvSpPr>
        <p:spPr>
          <a:xfrm>
            <a:off x="719988" y="299552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7" name="Google Shape;4557;p16"/>
          <p:cNvSpPr txBox="1"/>
          <p:nvPr>
            <p:ph idx="8" type="subTitle"/>
          </p:nvPr>
        </p:nvSpPr>
        <p:spPr>
          <a:xfrm>
            <a:off x="719988"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8" name="Google Shape;4558;p16"/>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9" name="Google Shape;4559;p16"/>
          <p:cNvSpPr txBox="1"/>
          <p:nvPr>
            <p:ph hasCustomPrompt="1" idx="13" type="title"/>
          </p:nvPr>
        </p:nvSpPr>
        <p:spPr>
          <a:xfrm>
            <a:off x="3733654" y="299552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60" name="Google Shape;4560;p16"/>
          <p:cNvSpPr txBox="1"/>
          <p:nvPr>
            <p:ph idx="14" type="subTitle"/>
          </p:nvPr>
        </p:nvSpPr>
        <p:spPr>
          <a:xfrm>
            <a:off x="3733654"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61" name="Google Shape;4561;p16"/>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562" name="Google Shape;4562;p16"/>
          <p:cNvGrpSpPr/>
          <p:nvPr/>
        </p:nvGrpSpPr>
        <p:grpSpPr>
          <a:xfrm flipH="1">
            <a:off x="6515198" y="138300"/>
            <a:ext cx="2947146" cy="5496989"/>
            <a:chOff x="3238754" y="1037105"/>
            <a:chExt cx="2114316" cy="3971813"/>
          </a:xfrm>
        </p:grpSpPr>
        <p:grpSp>
          <p:nvGrpSpPr>
            <p:cNvPr id="4563" name="Google Shape;4563;p16"/>
            <p:cNvGrpSpPr/>
            <p:nvPr/>
          </p:nvGrpSpPr>
          <p:grpSpPr>
            <a:xfrm rot="352619">
              <a:off x="3514228" y="3929201"/>
              <a:ext cx="820714" cy="663927"/>
              <a:chOff x="1981897" y="1546050"/>
              <a:chExt cx="676612" cy="547354"/>
            </a:xfrm>
          </p:grpSpPr>
          <p:grpSp>
            <p:nvGrpSpPr>
              <p:cNvPr id="4564" name="Google Shape;4564;p16"/>
              <p:cNvGrpSpPr/>
              <p:nvPr/>
            </p:nvGrpSpPr>
            <p:grpSpPr>
              <a:xfrm>
                <a:off x="2240847" y="1546050"/>
                <a:ext cx="258712" cy="250429"/>
                <a:chOff x="1490538" y="753834"/>
                <a:chExt cx="470985" cy="455906"/>
              </a:xfrm>
            </p:grpSpPr>
            <p:sp>
              <p:nvSpPr>
                <p:cNvPr id="4565" name="Google Shape;456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16"/>
              <p:cNvGrpSpPr/>
              <p:nvPr/>
            </p:nvGrpSpPr>
            <p:grpSpPr>
              <a:xfrm>
                <a:off x="2399797" y="1673288"/>
                <a:ext cx="258712" cy="250429"/>
                <a:chOff x="1490538" y="753834"/>
                <a:chExt cx="470985" cy="455906"/>
              </a:xfrm>
            </p:grpSpPr>
            <p:sp>
              <p:nvSpPr>
                <p:cNvPr id="4576" name="Google Shape;4576;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16"/>
              <p:cNvGrpSpPr/>
              <p:nvPr/>
            </p:nvGrpSpPr>
            <p:grpSpPr>
              <a:xfrm>
                <a:off x="2159535" y="1742038"/>
                <a:ext cx="258712" cy="250429"/>
                <a:chOff x="1490538" y="753834"/>
                <a:chExt cx="470985" cy="455906"/>
              </a:xfrm>
            </p:grpSpPr>
            <p:sp>
              <p:nvSpPr>
                <p:cNvPr id="4587" name="Google Shape;4587;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6"/>
              <p:cNvGrpSpPr/>
              <p:nvPr/>
            </p:nvGrpSpPr>
            <p:grpSpPr>
              <a:xfrm>
                <a:off x="2323985" y="1842975"/>
                <a:ext cx="258712" cy="250429"/>
                <a:chOff x="1490538" y="753834"/>
                <a:chExt cx="470985" cy="455906"/>
              </a:xfrm>
            </p:grpSpPr>
            <p:sp>
              <p:nvSpPr>
                <p:cNvPr id="4598" name="Google Shape;4598;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16"/>
              <p:cNvGrpSpPr/>
              <p:nvPr/>
            </p:nvGrpSpPr>
            <p:grpSpPr>
              <a:xfrm>
                <a:off x="1981897" y="1804075"/>
                <a:ext cx="258712" cy="250429"/>
                <a:chOff x="1490538" y="753834"/>
                <a:chExt cx="470985" cy="455906"/>
              </a:xfrm>
            </p:grpSpPr>
            <p:sp>
              <p:nvSpPr>
                <p:cNvPr id="4609" name="Google Shape;4609;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9" name="Google Shape;4619;p16"/>
            <p:cNvGrpSpPr/>
            <p:nvPr/>
          </p:nvGrpSpPr>
          <p:grpSpPr>
            <a:xfrm flipH="1" rot="8833976">
              <a:off x="4214846" y="3438470"/>
              <a:ext cx="804524" cy="1469662"/>
              <a:chOff x="3377730" y="919968"/>
              <a:chExt cx="471039" cy="860470"/>
            </a:xfrm>
          </p:grpSpPr>
          <p:grpSp>
            <p:nvGrpSpPr>
              <p:cNvPr id="4620" name="Google Shape;4620;p16"/>
              <p:cNvGrpSpPr/>
              <p:nvPr/>
            </p:nvGrpSpPr>
            <p:grpSpPr>
              <a:xfrm>
                <a:off x="3377730" y="919968"/>
                <a:ext cx="408804" cy="692511"/>
                <a:chOff x="3377730" y="919968"/>
                <a:chExt cx="408804" cy="692511"/>
              </a:xfrm>
            </p:grpSpPr>
            <p:sp>
              <p:nvSpPr>
                <p:cNvPr id="4621" name="Google Shape;4621;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6"/>
              <p:cNvGrpSpPr/>
              <p:nvPr/>
            </p:nvGrpSpPr>
            <p:grpSpPr>
              <a:xfrm>
                <a:off x="3487239" y="1131104"/>
                <a:ext cx="361530" cy="649334"/>
                <a:chOff x="1266852" y="1150479"/>
                <a:chExt cx="361530" cy="649334"/>
              </a:xfrm>
            </p:grpSpPr>
            <p:sp>
              <p:nvSpPr>
                <p:cNvPr id="4634" name="Google Shape;4634;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2" name="Google Shape;4642;p16"/>
            <p:cNvGrpSpPr/>
            <p:nvPr/>
          </p:nvGrpSpPr>
          <p:grpSpPr>
            <a:xfrm rot="4488281">
              <a:off x="3583731" y="2580940"/>
              <a:ext cx="887798" cy="871068"/>
              <a:chOff x="3086354" y="1785830"/>
              <a:chExt cx="887833" cy="871102"/>
            </a:xfrm>
          </p:grpSpPr>
          <p:grpSp>
            <p:nvGrpSpPr>
              <p:cNvPr id="4643" name="Google Shape;4643;p16"/>
              <p:cNvGrpSpPr/>
              <p:nvPr/>
            </p:nvGrpSpPr>
            <p:grpSpPr>
              <a:xfrm rot="-2169427">
                <a:off x="3251277" y="1839739"/>
                <a:ext cx="408803" cy="692509"/>
                <a:chOff x="3377730" y="919968"/>
                <a:chExt cx="408804" cy="692511"/>
              </a:xfrm>
            </p:grpSpPr>
            <p:sp>
              <p:nvSpPr>
                <p:cNvPr id="4644" name="Google Shape;4644;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16"/>
              <p:cNvGrpSpPr/>
              <p:nvPr/>
            </p:nvGrpSpPr>
            <p:grpSpPr>
              <a:xfrm rot="-2169427">
                <a:off x="3455919" y="1963478"/>
                <a:ext cx="361529" cy="649332"/>
                <a:chOff x="1266852" y="1150479"/>
                <a:chExt cx="361530" cy="649334"/>
              </a:xfrm>
            </p:grpSpPr>
            <p:sp>
              <p:nvSpPr>
                <p:cNvPr id="4657" name="Google Shape;4657;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5" name="Google Shape;4665;p16"/>
            <p:cNvGrpSpPr/>
            <p:nvPr/>
          </p:nvGrpSpPr>
          <p:grpSpPr>
            <a:xfrm>
              <a:off x="3238754" y="1938230"/>
              <a:ext cx="887833" cy="871102"/>
              <a:chOff x="3086354" y="1785830"/>
              <a:chExt cx="887833" cy="871102"/>
            </a:xfrm>
          </p:grpSpPr>
          <p:grpSp>
            <p:nvGrpSpPr>
              <p:cNvPr id="4666" name="Google Shape;4666;p16"/>
              <p:cNvGrpSpPr/>
              <p:nvPr/>
            </p:nvGrpSpPr>
            <p:grpSpPr>
              <a:xfrm rot="-2169427">
                <a:off x="3251277" y="1839739"/>
                <a:ext cx="408803" cy="692509"/>
                <a:chOff x="3377730" y="919968"/>
                <a:chExt cx="408804" cy="692511"/>
              </a:xfrm>
            </p:grpSpPr>
            <p:sp>
              <p:nvSpPr>
                <p:cNvPr id="4667" name="Google Shape;4667;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16"/>
              <p:cNvGrpSpPr/>
              <p:nvPr/>
            </p:nvGrpSpPr>
            <p:grpSpPr>
              <a:xfrm rot="-2169427">
                <a:off x="3455919" y="1963478"/>
                <a:ext cx="361529" cy="649332"/>
                <a:chOff x="1266852" y="1150479"/>
                <a:chExt cx="361530" cy="649334"/>
              </a:xfrm>
            </p:grpSpPr>
            <p:sp>
              <p:nvSpPr>
                <p:cNvPr id="4680" name="Google Shape;4680;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8" name="Google Shape;4688;p16"/>
            <p:cNvGrpSpPr/>
            <p:nvPr/>
          </p:nvGrpSpPr>
          <p:grpSpPr>
            <a:xfrm>
              <a:off x="3490978" y="1037105"/>
              <a:ext cx="575468" cy="1051322"/>
              <a:chOff x="3377730" y="919968"/>
              <a:chExt cx="471039" cy="860470"/>
            </a:xfrm>
          </p:grpSpPr>
          <p:grpSp>
            <p:nvGrpSpPr>
              <p:cNvPr id="4689" name="Google Shape;4689;p16"/>
              <p:cNvGrpSpPr/>
              <p:nvPr/>
            </p:nvGrpSpPr>
            <p:grpSpPr>
              <a:xfrm>
                <a:off x="3377730" y="919968"/>
                <a:ext cx="408804" cy="692511"/>
                <a:chOff x="3377730" y="919968"/>
                <a:chExt cx="408804" cy="692511"/>
              </a:xfrm>
            </p:grpSpPr>
            <p:sp>
              <p:nvSpPr>
                <p:cNvPr id="4690" name="Google Shape;4690;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6"/>
              <p:cNvGrpSpPr/>
              <p:nvPr/>
            </p:nvGrpSpPr>
            <p:grpSpPr>
              <a:xfrm>
                <a:off x="3487239" y="1131104"/>
                <a:ext cx="361530" cy="649334"/>
                <a:chOff x="1266852" y="1150479"/>
                <a:chExt cx="361530" cy="649334"/>
              </a:xfrm>
            </p:grpSpPr>
            <p:sp>
              <p:nvSpPr>
                <p:cNvPr id="4703" name="Google Shape;4703;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1" name="Google Shape;4711;p16"/>
            <p:cNvGrpSpPr/>
            <p:nvPr/>
          </p:nvGrpSpPr>
          <p:grpSpPr>
            <a:xfrm>
              <a:off x="3517102" y="2473933"/>
              <a:ext cx="590853" cy="538858"/>
              <a:chOff x="2374102" y="2397733"/>
              <a:chExt cx="590853" cy="538858"/>
            </a:xfrm>
          </p:grpSpPr>
          <p:grpSp>
            <p:nvGrpSpPr>
              <p:cNvPr id="4712" name="Google Shape;4712;p16"/>
              <p:cNvGrpSpPr/>
              <p:nvPr/>
            </p:nvGrpSpPr>
            <p:grpSpPr>
              <a:xfrm>
                <a:off x="2374102" y="2397733"/>
                <a:ext cx="590853" cy="538858"/>
                <a:chOff x="1993102" y="2397733"/>
                <a:chExt cx="590853" cy="538858"/>
              </a:xfrm>
            </p:grpSpPr>
            <p:sp>
              <p:nvSpPr>
                <p:cNvPr id="4713" name="Google Shape;4713;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9" name="Google Shape;4729;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16"/>
              <p:cNvGrpSpPr/>
              <p:nvPr/>
            </p:nvGrpSpPr>
            <p:grpSpPr>
              <a:xfrm>
                <a:off x="2672051" y="2466803"/>
                <a:ext cx="88776" cy="97630"/>
                <a:chOff x="2291051" y="2466803"/>
                <a:chExt cx="88776" cy="97630"/>
              </a:xfrm>
            </p:grpSpPr>
            <p:sp>
              <p:nvSpPr>
                <p:cNvPr id="4733" name="Google Shape;4733;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16"/>
            <p:cNvGrpSpPr/>
            <p:nvPr/>
          </p:nvGrpSpPr>
          <p:grpSpPr>
            <a:xfrm rot="352659">
              <a:off x="3394332" y="1622136"/>
              <a:ext cx="676583" cy="547330"/>
              <a:chOff x="1981897" y="1546050"/>
              <a:chExt cx="676612" cy="547354"/>
            </a:xfrm>
          </p:grpSpPr>
          <p:grpSp>
            <p:nvGrpSpPr>
              <p:cNvPr id="4770" name="Google Shape;4770;p16"/>
              <p:cNvGrpSpPr/>
              <p:nvPr/>
            </p:nvGrpSpPr>
            <p:grpSpPr>
              <a:xfrm>
                <a:off x="2240847" y="1546050"/>
                <a:ext cx="258712" cy="250429"/>
                <a:chOff x="1490538" y="753834"/>
                <a:chExt cx="470985" cy="455906"/>
              </a:xfrm>
            </p:grpSpPr>
            <p:sp>
              <p:nvSpPr>
                <p:cNvPr id="4771" name="Google Shape;4771;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16"/>
              <p:cNvGrpSpPr/>
              <p:nvPr/>
            </p:nvGrpSpPr>
            <p:grpSpPr>
              <a:xfrm>
                <a:off x="2399797" y="1673288"/>
                <a:ext cx="258712" cy="250429"/>
                <a:chOff x="1490538" y="753834"/>
                <a:chExt cx="470985" cy="455906"/>
              </a:xfrm>
            </p:grpSpPr>
            <p:sp>
              <p:nvSpPr>
                <p:cNvPr id="4782" name="Google Shape;478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16"/>
              <p:cNvGrpSpPr/>
              <p:nvPr/>
            </p:nvGrpSpPr>
            <p:grpSpPr>
              <a:xfrm>
                <a:off x="2159535" y="1742038"/>
                <a:ext cx="258712" cy="250429"/>
                <a:chOff x="1490538" y="753834"/>
                <a:chExt cx="470985" cy="455906"/>
              </a:xfrm>
            </p:grpSpPr>
            <p:sp>
              <p:nvSpPr>
                <p:cNvPr id="4793" name="Google Shape;479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16"/>
              <p:cNvGrpSpPr/>
              <p:nvPr/>
            </p:nvGrpSpPr>
            <p:grpSpPr>
              <a:xfrm>
                <a:off x="2323985" y="1842975"/>
                <a:ext cx="258712" cy="250429"/>
                <a:chOff x="1490538" y="753834"/>
                <a:chExt cx="470985" cy="455906"/>
              </a:xfrm>
            </p:grpSpPr>
            <p:sp>
              <p:nvSpPr>
                <p:cNvPr id="4804" name="Google Shape;4804;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16"/>
              <p:cNvGrpSpPr/>
              <p:nvPr/>
            </p:nvGrpSpPr>
            <p:grpSpPr>
              <a:xfrm>
                <a:off x="1981897" y="1804075"/>
                <a:ext cx="258712" cy="250429"/>
                <a:chOff x="1490538" y="753834"/>
                <a:chExt cx="470985" cy="455906"/>
              </a:xfrm>
            </p:grpSpPr>
            <p:sp>
              <p:nvSpPr>
                <p:cNvPr id="4815" name="Google Shape;481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5" name="Google Shape;4825;p16"/>
            <p:cNvGrpSpPr/>
            <p:nvPr/>
          </p:nvGrpSpPr>
          <p:grpSpPr>
            <a:xfrm flipH="1">
              <a:off x="3270102" y="2806996"/>
              <a:ext cx="590853" cy="538858"/>
              <a:chOff x="2374102" y="2397733"/>
              <a:chExt cx="590853" cy="538858"/>
            </a:xfrm>
          </p:grpSpPr>
          <p:grpSp>
            <p:nvGrpSpPr>
              <p:cNvPr id="4826" name="Google Shape;4826;p16"/>
              <p:cNvGrpSpPr/>
              <p:nvPr/>
            </p:nvGrpSpPr>
            <p:grpSpPr>
              <a:xfrm>
                <a:off x="2374102" y="2397733"/>
                <a:ext cx="590853" cy="538858"/>
                <a:chOff x="1993102" y="2397733"/>
                <a:chExt cx="590853" cy="538858"/>
              </a:xfrm>
            </p:grpSpPr>
            <p:sp>
              <p:nvSpPr>
                <p:cNvPr id="4827" name="Google Shape;4827;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3" name="Google Shape;4843;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6" name="Google Shape;4846;p16"/>
              <p:cNvGrpSpPr/>
              <p:nvPr/>
            </p:nvGrpSpPr>
            <p:grpSpPr>
              <a:xfrm>
                <a:off x="2672051" y="2466803"/>
                <a:ext cx="88776" cy="97630"/>
                <a:chOff x="2291051" y="2466803"/>
                <a:chExt cx="88776" cy="97630"/>
              </a:xfrm>
            </p:grpSpPr>
            <p:sp>
              <p:nvSpPr>
                <p:cNvPr id="4847" name="Google Shape;4847;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6" name="Google Shape;4876;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16"/>
            <p:cNvGrpSpPr/>
            <p:nvPr/>
          </p:nvGrpSpPr>
          <p:grpSpPr>
            <a:xfrm>
              <a:off x="3446433" y="3091192"/>
              <a:ext cx="1319021" cy="1203001"/>
              <a:chOff x="2374102" y="2397733"/>
              <a:chExt cx="590853" cy="538858"/>
            </a:xfrm>
          </p:grpSpPr>
          <p:grpSp>
            <p:nvGrpSpPr>
              <p:cNvPr id="4884" name="Google Shape;4884;p16"/>
              <p:cNvGrpSpPr/>
              <p:nvPr/>
            </p:nvGrpSpPr>
            <p:grpSpPr>
              <a:xfrm>
                <a:off x="2374102" y="2397733"/>
                <a:ext cx="590853" cy="538858"/>
                <a:chOff x="1993102" y="2397733"/>
                <a:chExt cx="590853" cy="538858"/>
              </a:xfrm>
            </p:grpSpPr>
            <p:sp>
              <p:nvSpPr>
                <p:cNvPr id="4885" name="Google Shape;4885;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1" name="Google Shape;4901;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4" name="Google Shape;4904;p16"/>
              <p:cNvGrpSpPr/>
              <p:nvPr/>
            </p:nvGrpSpPr>
            <p:grpSpPr>
              <a:xfrm>
                <a:off x="2672051" y="2466803"/>
                <a:ext cx="88776" cy="97630"/>
                <a:chOff x="2291051" y="2466803"/>
                <a:chExt cx="88776" cy="97630"/>
              </a:xfrm>
            </p:grpSpPr>
            <p:sp>
              <p:nvSpPr>
                <p:cNvPr id="4905" name="Google Shape;4905;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4" name="Google Shape;4934;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16"/>
            <p:cNvGrpSpPr/>
            <p:nvPr/>
          </p:nvGrpSpPr>
          <p:grpSpPr>
            <a:xfrm>
              <a:off x="4490110" y="3659885"/>
              <a:ext cx="365767" cy="351686"/>
              <a:chOff x="1490538" y="753834"/>
              <a:chExt cx="470985" cy="455906"/>
            </a:xfrm>
          </p:grpSpPr>
          <p:sp>
            <p:nvSpPr>
              <p:cNvPr id="4942" name="Google Shape;494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6"/>
            <p:cNvGrpSpPr/>
            <p:nvPr/>
          </p:nvGrpSpPr>
          <p:grpSpPr>
            <a:xfrm rot="-975329">
              <a:off x="4865699" y="3543897"/>
              <a:ext cx="365789" cy="351698"/>
              <a:chOff x="1490538" y="753834"/>
              <a:chExt cx="470985" cy="455906"/>
            </a:xfrm>
          </p:grpSpPr>
          <p:sp>
            <p:nvSpPr>
              <p:cNvPr id="4953" name="Google Shape;495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963" name="Shape 4963"/>
        <p:cNvGrpSpPr/>
        <p:nvPr/>
      </p:nvGrpSpPr>
      <p:grpSpPr>
        <a:xfrm>
          <a:off x="0" y="0"/>
          <a:ext cx="0" cy="0"/>
          <a:chOff x="0" y="0"/>
          <a:chExt cx="0" cy="0"/>
        </a:xfrm>
      </p:grpSpPr>
      <p:sp>
        <p:nvSpPr>
          <p:cNvPr id="4964" name="Google Shape;4964;p17"/>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65" name="Google Shape;4965;p1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966" name="Google Shape;4966;p17"/>
          <p:cNvGrpSpPr/>
          <p:nvPr/>
        </p:nvGrpSpPr>
        <p:grpSpPr>
          <a:xfrm flipH="1">
            <a:off x="8310579" y="183377"/>
            <a:ext cx="684032" cy="697236"/>
            <a:chOff x="121063" y="211715"/>
            <a:chExt cx="684032" cy="697236"/>
          </a:xfrm>
        </p:grpSpPr>
        <p:grpSp>
          <p:nvGrpSpPr>
            <p:cNvPr id="4967" name="Google Shape;4967;p17"/>
            <p:cNvGrpSpPr/>
            <p:nvPr/>
          </p:nvGrpSpPr>
          <p:grpSpPr>
            <a:xfrm flipH="1">
              <a:off x="482506" y="211715"/>
              <a:ext cx="322588" cy="124262"/>
              <a:chOff x="2449294" y="636165"/>
              <a:chExt cx="322588" cy="124262"/>
            </a:xfrm>
          </p:grpSpPr>
          <p:sp>
            <p:nvSpPr>
              <p:cNvPr id="4968" name="Google Shape;4968;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17"/>
            <p:cNvGrpSpPr/>
            <p:nvPr/>
          </p:nvGrpSpPr>
          <p:grpSpPr>
            <a:xfrm>
              <a:off x="121063" y="377859"/>
              <a:ext cx="470985" cy="455906"/>
              <a:chOff x="1490538" y="753834"/>
              <a:chExt cx="470985" cy="455906"/>
            </a:xfrm>
          </p:grpSpPr>
          <p:sp>
            <p:nvSpPr>
              <p:cNvPr id="4978" name="Google Shape;4978;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8" name="Google Shape;4988;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17"/>
          <p:cNvGrpSpPr/>
          <p:nvPr/>
        </p:nvGrpSpPr>
        <p:grpSpPr>
          <a:xfrm flipH="1" rot="10800000">
            <a:off x="149379" y="4254877"/>
            <a:ext cx="684032" cy="697236"/>
            <a:chOff x="121063" y="211715"/>
            <a:chExt cx="684032" cy="697236"/>
          </a:xfrm>
        </p:grpSpPr>
        <p:grpSp>
          <p:nvGrpSpPr>
            <p:cNvPr id="4992" name="Google Shape;4992;p17"/>
            <p:cNvGrpSpPr/>
            <p:nvPr/>
          </p:nvGrpSpPr>
          <p:grpSpPr>
            <a:xfrm flipH="1">
              <a:off x="482506" y="211715"/>
              <a:ext cx="322588" cy="124262"/>
              <a:chOff x="2449294" y="636165"/>
              <a:chExt cx="322588" cy="124262"/>
            </a:xfrm>
          </p:grpSpPr>
          <p:sp>
            <p:nvSpPr>
              <p:cNvPr id="4993" name="Google Shape;4993;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17"/>
            <p:cNvGrpSpPr/>
            <p:nvPr/>
          </p:nvGrpSpPr>
          <p:grpSpPr>
            <a:xfrm>
              <a:off x="121063" y="377859"/>
              <a:ext cx="470985" cy="455906"/>
              <a:chOff x="1490538" y="753834"/>
              <a:chExt cx="470985" cy="455906"/>
            </a:xfrm>
          </p:grpSpPr>
          <p:sp>
            <p:nvSpPr>
              <p:cNvPr id="5003" name="Google Shape;5003;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3" name="Google Shape;5013;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016" name="Shape 5016"/>
        <p:cNvGrpSpPr/>
        <p:nvPr/>
      </p:nvGrpSpPr>
      <p:grpSpPr>
        <a:xfrm>
          <a:off x="0" y="0"/>
          <a:ext cx="0" cy="0"/>
          <a:chOff x="0" y="0"/>
          <a:chExt cx="0" cy="0"/>
        </a:xfrm>
      </p:grpSpPr>
      <p:sp>
        <p:nvSpPr>
          <p:cNvPr id="5017" name="Google Shape;5017;p18"/>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18" name="Google Shape;5018;p18"/>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19" name="Google Shape;5019;p18"/>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0" name="Google Shape;5020;p18"/>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1" name="Google Shape;5021;p18"/>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2" name="Google Shape;5022;p18"/>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3" name="Google Shape;5023;p18"/>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24" name="Google Shape;5024;p18"/>
          <p:cNvGrpSpPr/>
          <p:nvPr/>
        </p:nvGrpSpPr>
        <p:grpSpPr>
          <a:xfrm flipH="1">
            <a:off x="8310579" y="183377"/>
            <a:ext cx="684032" cy="697236"/>
            <a:chOff x="121063" y="211715"/>
            <a:chExt cx="684032" cy="697236"/>
          </a:xfrm>
        </p:grpSpPr>
        <p:grpSp>
          <p:nvGrpSpPr>
            <p:cNvPr id="5025" name="Google Shape;5025;p18"/>
            <p:cNvGrpSpPr/>
            <p:nvPr/>
          </p:nvGrpSpPr>
          <p:grpSpPr>
            <a:xfrm flipH="1">
              <a:off x="482506" y="211715"/>
              <a:ext cx="322588" cy="124262"/>
              <a:chOff x="2449294" y="636165"/>
              <a:chExt cx="322588" cy="124262"/>
            </a:xfrm>
          </p:grpSpPr>
          <p:sp>
            <p:nvSpPr>
              <p:cNvPr id="5026" name="Google Shape;5026;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18"/>
            <p:cNvGrpSpPr/>
            <p:nvPr/>
          </p:nvGrpSpPr>
          <p:grpSpPr>
            <a:xfrm>
              <a:off x="121063" y="377859"/>
              <a:ext cx="470985" cy="455906"/>
              <a:chOff x="1490538" y="753834"/>
              <a:chExt cx="470985" cy="455906"/>
            </a:xfrm>
          </p:grpSpPr>
          <p:sp>
            <p:nvSpPr>
              <p:cNvPr id="5036" name="Google Shape;5036;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6" name="Google Shape;5046;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18"/>
          <p:cNvGrpSpPr/>
          <p:nvPr/>
        </p:nvGrpSpPr>
        <p:grpSpPr>
          <a:xfrm flipH="1" rot="10800000">
            <a:off x="149379" y="4254877"/>
            <a:ext cx="684032" cy="697236"/>
            <a:chOff x="121063" y="211715"/>
            <a:chExt cx="684032" cy="697236"/>
          </a:xfrm>
        </p:grpSpPr>
        <p:grpSp>
          <p:nvGrpSpPr>
            <p:cNvPr id="5050" name="Google Shape;5050;p18"/>
            <p:cNvGrpSpPr/>
            <p:nvPr/>
          </p:nvGrpSpPr>
          <p:grpSpPr>
            <a:xfrm flipH="1">
              <a:off x="482506" y="211715"/>
              <a:ext cx="322588" cy="124262"/>
              <a:chOff x="2449294" y="636165"/>
              <a:chExt cx="322588" cy="124262"/>
            </a:xfrm>
          </p:grpSpPr>
          <p:sp>
            <p:nvSpPr>
              <p:cNvPr id="5051" name="Google Shape;5051;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18"/>
            <p:cNvGrpSpPr/>
            <p:nvPr/>
          </p:nvGrpSpPr>
          <p:grpSpPr>
            <a:xfrm>
              <a:off x="121063" y="377859"/>
              <a:ext cx="470985" cy="455906"/>
              <a:chOff x="1490538" y="753834"/>
              <a:chExt cx="470985" cy="455906"/>
            </a:xfrm>
          </p:grpSpPr>
          <p:sp>
            <p:nvSpPr>
              <p:cNvPr id="5061" name="Google Shape;5061;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074" name="Shape 5074"/>
        <p:cNvGrpSpPr/>
        <p:nvPr/>
      </p:nvGrpSpPr>
      <p:grpSpPr>
        <a:xfrm>
          <a:off x="0" y="0"/>
          <a:ext cx="0" cy="0"/>
          <a:chOff x="0" y="0"/>
          <a:chExt cx="0" cy="0"/>
        </a:xfrm>
      </p:grpSpPr>
      <p:sp>
        <p:nvSpPr>
          <p:cNvPr id="5075" name="Google Shape;5075;p19"/>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6" name="Google Shape;5076;p19"/>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7" name="Google Shape;5077;p19"/>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8" name="Google Shape;5078;p19"/>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9" name="Google Shape;5079;p19"/>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0" name="Google Shape;5080;p19"/>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1" name="Google Shape;5081;p19"/>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2" name="Google Shape;5082;p19"/>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3" name="Google Shape;5083;p19"/>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4" name="Google Shape;5084;p19"/>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5" name="Google Shape;5085;p19"/>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6" name="Google Shape;5086;p19"/>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7" name="Google Shape;5087;p19"/>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88" name="Google Shape;5088;p19"/>
          <p:cNvGrpSpPr/>
          <p:nvPr/>
        </p:nvGrpSpPr>
        <p:grpSpPr>
          <a:xfrm>
            <a:off x="149379" y="183377"/>
            <a:ext cx="684032" cy="697236"/>
            <a:chOff x="121063" y="211715"/>
            <a:chExt cx="684032" cy="697236"/>
          </a:xfrm>
        </p:grpSpPr>
        <p:grpSp>
          <p:nvGrpSpPr>
            <p:cNvPr id="5089" name="Google Shape;5089;p19"/>
            <p:cNvGrpSpPr/>
            <p:nvPr/>
          </p:nvGrpSpPr>
          <p:grpSpPr>
            <a:xfrm flipH="1">
              <a:off x="482506" y="211715"/>
              <a:ext cx="322588" cy="124262"/>
              <a:chOff x="2449294" y="636165"/>
              <a:chExt cx="322588" cy="124262"/>
            </a:xfrm>
          </p:grpSpPr>
          <p:sp>
            <p:nvSpPr>
              <p:cNvPr id="5090" name="Google Shape;5090;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19"/>
            <p:cNvGrpSpPr/>
            <p:nvPr/>
          </p:nvGrpSpPr>
          <p:grpSpPr>
            <a:xfrm>
              <a:off x="121063" y="377859"/>
              <a:ext cx="470985" cy="455906"/>
              <a:chOff x="1490538" y="753834"/>
              <a:chExt cx="470985" cy="455906"/>
            </a:xfrm>
          </p:grpSpPr>
          <p:sp>
            <p:nvSpPr>
              <p:cNvPr id="5100" name="Google Shape;5100;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0" name="Google Shape;5110;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19"/>
          <p:cNvGrpSpPr/>
          <p:nvPr/>
        </p:nvGrpSpPr>
        <p:grpSpPr>
          <a:xfrm rot="10800000">
            <a:off x="8310579" y="4254877"/>
            <a:ext cx="684032" cy="697236"/>
            <a:chOff x="121063" y="211715"/>
            <a:chExt cx="684032" cy="697236"/>
          </a:xfrm>
        </p:grpSpPr>
        <p:grpSp>
          <p:nvGrpSpPr>
            <p:cNvPr id="5114" name="Google Shape;5114;p19"/>
            <p:cNvGrpSpPr/>
            <p:nvPr/>
          </p:nvGrpSpPr>
          <p:grpSpPr>
            <a:xfrm flipH="1">
              <a:off x="482506" y="211715"/>
              <a:ext cx="322588" cy="124262"/>
              <a:chOff x="2449294" y="636165"/>
              <a:chExt cx="322588" cy="124262"/>
            </a:xfrm>
          </p:grpSpPr>
          <p:sp>
            <p:nvSpPr>
              <p:cNvPr id="5115" name="Google Shape;5115;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19"/>
            <p:cNvGrpSpPr/>
            <p:nvPr/>
          </p:nvGrpSpPr>
          <p:grpSpPr>
            <a:xfrm>
              <a:off x="121063" y="377859"/>
              <a:ext cx="470985" cy="455906"/>
              <a:chOff x="1490538" y="753834"/>
              <a:chExt cx="470985" cy="455906"/>
            </a:xfrm>
          </p:grpSpPr>
          <p:sp>
            <p:nvSpPr>
              <p:cNvPr id="5125" name="Google Shape;5125;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5" name="Google Shape;5135;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138" name="Shape 5138"/>
        <p:cNvGrpSpPr/>
        <p:nvPr/>
      </p:nvGrpSpPr>
      <p:grpSpPr>
        <a:xfrm>
          <a:off x="0" y="0"/>
          <a:ext cx="0" cy="0"/>
          <a:chOff x="0" y="0"/>
          <a:chExt cx="0" cy="0"/>
        </a:xfrm>
      </p:grpSpPr>
      <p:sp>
        <p:nvSpPr>
          <p:cNvPr id="5139" name="Google Shape;5139;p20"/>
          <p:cNvSpPr txBox="1"/>
          <p:nvPr>
            <p:ph hasCustomPrompt="1" type="title"/>
          </p:nvPr>
        </p:nvSpPr>
        <p:spPr>
          <a:xfrm>
            <a:off x="2267175" y="692400"/>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0" name="Google Shape;5140;p20"/>
          <p:cNvSpPr txBox="1"/>
          <p:nvPr>
            <p:ph idx="1" type="subTitle"/>
          </p:nvPr>
        </p:nvSpPr>
        <p:spPr>
          <a:xfrm>
            <a:off x="2267175" y="1520703"/>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1" name="Google Shape;5141;p20"/>
          <p:cNvSpPr txBox="1"/>
          <p:nvPr>
            <p:ph hasCustomPrompt="1" idx="2" type="title"/>
          </p:nvPr>
        </p:nvSpPr>
        <p:spPr>
          <a:xfrm>
            <a:off x="2267175" y="2020492"/>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2" name="Google Shape;5142;p20"/>
          <p:cNvSpPr txBox="1"/>
          <p:nvPr>
            <p:ph idx="3" type="subTitle"/>
          </p:nvPr>
        </p:nvSpPr>
        <p:spPr>
          <a:xfrm>
            <a:off x="2267175" y="2848795"/>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3" name="Google Shape;5143;p20"/>
          <p:cNvSpPr txBox="1"/>
          <p:nvPr>
            <p:ph hasCustomPrompt="1" idx="4" type="title"/>
          </p:nvPr>
        </p:nvSpPr>
        <p:spPr>
          <a:xfrm>
            <a:off x="2267175" y="3348597"/>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4" name="Google Shape;5144;p20"/>
          <p:cNvSpPr txBox="1"/>
          <p:nvPr>
            <p:ph idx="5" type="subTitle"/>
          </p:nvPr>
        </p:nvSpPr>
        <p:spPr>
          <a:xfrm>
            <a:off x="2267175" y="4176899"/>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145" name="Google Shape;5145;p20"/>
          <p:cNvGrpSpPr/>
          <p:nvPr/>
        </p:nvGrpSpPr>
        <p:grpSpPr>
          <a:xfrm>
            <a:off x="5838892" y="-430047"/>
            <a:ext cx="3943216" cy="2469918"/>
            <a:chOff x="5681667" y="-311651"/>
            <a:chExt cx="3943216" cy="2469918"/>
          </a:xfrm>
        </p:grpSpPr>
        <p:sp>
          <p:nvSpPr>
            <p:cNvPr id="5146" name="Google Shape;5146;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0" name="Google Shape;5150;p20"/>
            <p:cNvGrpSpPr/>
            <p:nvPr/>
          </p:nvGrpSpPr>
          <p:grpSpPr>
            <a:xfrm flipH="1">
              <a:off x="6751497" y="678045"/>
              <a:ext cx="411494" cy="164598"/>
              <a:chOff x="2449294" y="636165"/>
              <a:chExt cx="322588" cy="124262"/>
            </a:xfrm>
          </p:grpSpPr>
          <p:sp>
            <p:nvSpPr>
              <p:cNvPr id="5151" name="Google Shape;515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20"/>
            <p:cNvGrpSpPr/>
            <p:nvPr/>
          </p:nvGrpSpPr>
          <p:grpSpPr>
            <a:xfrm>
              <a:off x="8575747" y="1993670"/>
              <a:ext cx="411494" cy="164598"/>
              <a:chOff x="2449294" y="636165"/>
              <a:chExt cx="322588" cy="124262"/>
            </a:xfrm>
          </p:grpSpPr>
          <p:sp>
            <p:nvSpPr>
              <p:cNvPr id="5161" name="Google Shape;516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20"/>
            <p:cNvGrpSpPr/>
            <p:nvPr/>
          </p:nvGrpSpPr>
          <p:grpSpPr>
            <a:xfrm flipH="1" rot="10800000">
              <a:off x="7008738" y="922775"/>
              <a:ext cx="365767" cy="351138"/>
              <a:chOff x="1490538" y="753834"/>
              <a:chExt cx="470985" cy="455906"/>
            </a:xfrm>
          </p:grpSpPr>
          <p:sp>
            <p:nvSpPr>
              <p:cNvPr id="5171" name="Google Shape;51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20"/>
            <p:cNvGrpSpPr/>
            <p:nvPr/>
          </p:nvGrpSpPr>
          <p:grpSpPr>
            <a:xfrm flipH="1" rot="-5400000">
              <a:off x="6601720" y="-1231703"/>
              <a:ext cx="2103111" cy="3943216"/>
              <a:chOff x="3238754" y="1037105"/>
              <a:chExt cx="2114316" cy="3971813"/>
            </a:xfrm>
          </p:grpSpPr>
          <p:grpSp>
            <p:nvGrpSpPr>
              <p:cNvPr id="5182" name="Google Shape;5182;p20"/>
              <p:cNvGrpSpPr/>
              <p:nvPr/>
            </p:nvGrpSpPr>
            <p:grpSpPr>
              <a:xfrm rot="352619">
                <a:off x="3514228" y="3929201"/>
                <a:ext cx="820714" cy="663927"/>
                <a:chOff x="1981897" y="1546050"/>
                <a:chExt cx="676612" cy="547354"/>
              </a:xfrm>
            </p:grpSpPr>
            <p:grpSp>
              <p:nvGrpSpPr>
                <p:cNvPr id="5183" name="Google Shape;5183;p20"/>
                <p:cNvGrpSpPr/>
                <p:nvPr/>
              </p:nvGrpSpPr>
              <p:grpSpPr>
                <a:xfrm>
                  <a:off x="2240847" y="1546050"/>
                  <a:ext cx="258712" cy="250429"/>
                  <a:chOff x="1490538" y="753834"/>
                  <a:chExt cx="470985" cy="455906"/>
                </a:xfrm>
              </p:grpSpPr>
              <p:sp>
                <p:nvSpPr>
                  <p:cNvPr id="5184" name="Google Shape;518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20"/>
                <p:cNvGrpSpPr/>
                <p:nvPr/>
              </p:nvGrpSpPr>
              <p:grpSpPr>
                <a:xfrm>
                  <a:off x="2399797" y="1673288"/>
                  <a:ext cx="258712" cy="250429"/>
                  <a:chOff x="1490538" y="753834"/>
                  <a:chExt cx="470985" cy="455906"/>
                </a:xfrm>
              </p:grpSpPr>
              <p:sp>
                <p:nvSpPr>
                  <p:cNvPr id="5195" name="Google Shape;51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20"/>
                <p:cNvGrpSpPr/>
                <p:nvPr/>
              </p:nvGrpSpPr>
              <p:grpSpPr>
                <a:xfrm>
                  <a:off x="2159535" y="1742038"/>
                  <a:ext cx="258712" cy="250429"/>
                  <a:chOff x="1490538" y="753834"/>
                  <a:chExt cx="470985" cy="455906"/>
                </a:xfrm>
              </p:grpSpPr>
              <p:sp>
                <p:nvSpPr>
                  <p:cNvPr id="5206" name="Google Shape;52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20"/>
                <p:cNvGrpSpPr/>
                <p:nvPr/>
              </p:nvGrpSpPr>
              <p:grpSpPr>
                <a:xfrm>
                  <a:off x="2323985" y="1842975"/>
                  <a:ext cx="258712" cy="250429"/>
                  <a:chOff x="1490538" y="753834"/>
                  <a:chExt cx="470985" cy="455906"/>
                </a:xfrm>
              </p:grpSpPr>
              <p:sp>
                <p:nvSpPr>
                  <p:cNvPr id="5217" name="Google Shape;52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20"/>
                <p:cNvGrpSpPr/>
                <p:nvPr/>
              </p:nvGrpSpPr>
              <p:grpSpPr>
                <a:xfrm>
                  <a:off x="1981897" y="1804075"/>
                  <a:ext cx="258712" cy="250429"/>
                  <a:chOff x="1490538" y="753834"/>
                  <a:chExt cx="470985" cy="455906"/>
                </a:xfrm>
              </p:grpSpPr>
              <p:sp>
                <p:nvSpPr>
                  <p:cNvPr id="5228" name="Google Shape;52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8" name="Google Shape;5238;p20"/>
              <p:cNvGrpSpPr/>
              <p:nvPr/>
            </p:nvGrpSpPr>
            <p:grpSpPr>
              <a:xfrm flipH="1" rot="8833976">
                <a:off x="4214846" y="3438470"/>
                <a:ext cx="804524" cy="1469662"/>
                <a:chOff x="3377730" y="919968"/>
                <a:chExt cx="471039" cy="860470"/>
              </a:xfrm>
            </p:grpSpPr>
            <p:grpSp>
              <p:nvGrpSpPr>
                <p:cNvPr id="5239" name="Google Shape;5239;p20"/>
                <p:cNvGrpSpPr/>
                <p:nvPr/>
              </p:nvGrpSpPr>
              <p:grpSpPr>
                <a:xfrm>
                  <a:off x="3377730" y="919968"/>
                  <a:ext cx="408804" cy="692511"/>
                  <a:chOff x="3377730" y="919968"/>
                  <a:chExt cx="408804" cy="692511"/>
                </a:xfrm>
              </p:grpSpPr>
              <p:sp>
                <p:nvSpPr>
                  <p:cNvPr id="5240" name="Google Shape;524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20"/>
                <p:cNvGrpSpPr/>
                <p:nvPr/>
              </p:nvGrpSpPr>
              <p:grpSpPr>
                <a:xfrm>
                  <a:off x="3487239" y="1131104"/>
                  <a:ext cx="361530" cy="649334"/>
                  <a:chOff x="1266852" y="1150479"/>
                  <a:chExt cx="361530" cy="649334"/>
                </a:xfrm>
              </p:grpSpPr>
              <p:sp>
                <p:nvSpPr>
                  <p:cNvPr id="5253" name="Google Shape;525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1" name="Google Shape;5261;p20"/>
              <p:cNvGrpSpPr/>
              <p:nvPr/>
            </p:nvGrpSpPr>
            <p:grpSpPr>
              <a:xfrm rot="4488281">
                <a:off x="3583731" y="2580940"/>
                <a:ext cx="887798" cy="871068"/>
                <a:chOff x="3086354" y="1785830"/>
                <a:chExt cx="887833" cy="871102"/>
              </a:xfrm>
            </p:grpSpPr>
            <p:grpSp>
              <p:nvGrpSpPr>
                <p:cNvPr id="5262" name="Google Shape;5262;p20"/>
                <p:cNvGrpSpPr/>
                <p:nvPr/>
              </p:nvGrpSpPr>
              <p:grpSpPr>
                <a:xfrm rot="-2169427">
                  <a:off x="3251277" y="1839739"/>
                  <a:ext cx="408803" cy="692509"/>
                  <a:chOff x="3377730" y="919968"/>
                  <a:chExt cx="408804" cy="692511"/>
                </a:xfrm>
              </p:grpSpPr>
              <p:sp>
                <p:nvSpPr>
                  <p:cNvPr id="5263" name="Google Shape;526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20"/>
                <p:cNvGrpSpPr/>
                <p:nvPr/>
              </p:nvGrpSpPr>
              <p:grpSpPr>
                <a:xfrm rot="-2169427">
                  <a:off x="3455919" y="1963478"/>
                  <a:ext cx="361529" cy="649332"/>
                  <a:chOff x="1266852" y="1150479"/>
                  <a:chExt cx="361530" cy="649334"/>
                </a:xfrm>
              </p:grpSpPr>
              <p:sp>
                <p:nvSpPr>
                  <p:cNvPr id="5276" name="Google Shape;527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4" name="Google Shape;5284;p20"/>
              <p:cNvGrpSpPr/>
              <p:nvPr/>
            </p:nvGrpSpPr>
            <p:grpSpPr>
              <a:xfrm>
                <a:off x="3238754" y="1938230"/>
                <a:ext cx="887833" cy="871102"/>
                <a:chOff x="3086354" y="1785830"/>
                <a:chExt cx="887833" cy="871102"/>
              </a:xfrm>
            </p:grpSpPr>
            <p:grpSp>
              <p:nvGrpSpPr>
                <p:cNvPr id="5285" name="Google Shape;5285;p20"/>
                <p:cNvGrpSpPr/>
                <p:nvPr/>
              </p:nvGrpSpPr>
              <p:grpSpPr>
                <a:xfrm rot="-2169427">
                  <a:off x="3251277" y="1839739"/>
                  <a:ext cx="408803" cy="692509"/>
                  <a:chOff x="3377730" y="919968"/>
                  <a:chExt cx="408804" cy="692511"/>
                </a:xfrm>
              </p:grpSpPr>
              <p:sp>
                <p:nvSpPr>
                  <p:cNvPr id="5286" name="Google Shape;528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20"/>
                <p:cNvGrpSpPr/>
                <p:nvPr/>
              </p:nvGrpSpPr>
              <p:grpSpPr>
                <a:xfrm rot="-2169427">
                  <a:off x="3455919" y="1963478"/>
                  <a:ext cx="361529" cy="649332"/>
                  <a:chOff x="1266852" y="1150479"/>
                  <a:chExt cx="361530" cy="649334"/>
                </a:xfrm>
              </p:grpSpPr>
              <p:sp>
                <p:nvSpPr>
                  <p:cNvPr id="5299" name="Google Shape;529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7" name="Google Shape;5307;p20"/>
              <p:cNvGrpSpPr/>
              <p:nvPr/>
            </p:nvGrpSpPr>
            <p:grpSpPr>
              <a:xfrm>
                <a:off x="3490978" y="1037105"/>
                <a:ext cx="575468" cy="1051322"/>
                <a:chOff x="3377730" y="919968"/>
                <a:chExt cx="471039" cy="860470"/>
              </a:xfrm>
            </p:grpSpPr>
            <p:grpSp>
              <p:nvGrpSpPr>
                <p:cNvPr id="5308" name="Google Shape;5308;p20"/>
                <p:cNvGrpSpPr/>
                <p:nvPr/>
              </p:nvGrpSpPr>
              <p:grpSpPr>
                <a:xfrm>
                  <a:off x="3377730" y="919968"/>
                  <a:ext cx="408804" cy="692511"/>
                  <a:chOff x="3377730" y="919968"/>
                  <a:chExt cx="408804" cy="692511"/>
                </a:xfrm>
              </p:grpSpPr>
              <p:sp>
                <p:nvSpPr>
                  <p:cNvPr id="5309" name="Google Shape;5309;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20"/>
                <p:cNvGrpSpPr/>
                <p:nvPr/>
              </p:nvGrpSpPr>
              <p:grpSpPr>
                <a:xfrm>
                  <a:off x="3487239" y="1131104"/>
                  <a:ext cx="361530" cy="649334"/>
                  <a:chOff x="1266852" y="1150479"/>
                  <a:chExt cx="361530" cy="649334"/>
                </a:xfrm>
              </p:grpSpPr>
              <p:sp>
                <p:nvSpPr>
                  <p:cNvPr id="5322" name="Google Shape;5322;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0" name="Google Shape;5330;p20"/>
              <p:cNvGrpSpPr/>
              <p:nvPr/>
            </p:nvGrpSpPr>
            <p:grpSpPr>
              <a:xfrm>
                <a:off x="3517102" y="2473933"/>
                <a:ext cx="590853" cy="538858"/>
                <a:chOff x="2374102" y="2397733"/>
                <a:chExt cx="590853" cy="538858"/>
              </a:xfrm>
            </p:grpSpPr>
            <p:grpSp>
              <p:nvGrpSpPr>
                <p:cNvPr id="5331" name="Google Shape;5331;p20"/>
                <p:cNvGrpSpPr/>
                <p:nvPr/>
              </p:nvGrpSpPr>
              <p:grpSpPr>
                <a:xfrm>
                  <a:off x="2374102" y="2397733"/>
                  <a:ext cx="590853" cy="538858"/>
                  <a:chOff x="1993102" y="2397733"/>
                  <a:chExt cx="590853" cy="538858"/>
                </a:xfrm>
              </p:grpSpPr>
              <p:sp>
                <p:nvSpPr>
                  <p:cNvPr id="5332" name="Google Shape;5332;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8" name="Google Shape;5348;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1" name="Google Shape;5351;p20"/>
                <p:cNvGrpSpPr/>
                <p:nvPr/>
              </p:nvGrpSpPr>
              <p:grpSpPr>
                <a:xfrm>
                  <a:off x="2672051" y="2466803"/>
                  <a:ext cx="88776" cy="97630"/>
                  <a:chOff x="2291051" y="2466803"/>
                  <a:chExt cx="88776" cy="97630"/>
                </a:xfrm>
              </p:grpSpPr>
              <p:sp>
                <p:nvSpPr>
                  <p:cNvPr id="5352" name="Google Shape;5352;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1" name="Google Shape;5381;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20"/>
              <p:cNvGrpSpPr/>
              <p:nvPr/>
            </p:nvGrpSpPr>
            <p:grpSpPr>
              <a:xfrm rot="352659">
                <a:off x="3394332" y="1622136"/>
                <a:ext cx="676583" cy="547330"/>
                <a:chOff x="1981897" y="1546050"/>
                <a:chExt cx="676612" cy="547354"/>
              </a:xfrm>
            </p:grpSpPr>
            <p:grpSp>
              <p:nvGrpSpPr>
                <p:cNvPr id="5389" name="Google Shape;5389;p20"/>
                <p:cNvGrpSpPr/>
                <p:nvPr/>
              </p:nvGrpSpPr>
              <p:grpSpPr>
                <a:xfrm>
                  <a:off x="2240847" y="1546050"/>
                  <a:ext cx="258712" cy="250429"/>
                  <a:chOff x="1490538" y="753834"/>
                  <a:chExt cx="470985" cy="455906"/>
                </a:xfrm>
              </p:grpSpPr>
              <p:sp>
                <p:nvSpPr>
                  <p:cNvPr id="5390" name="Google Shape;539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20"/>
                <p:cNvGrpSpPr/>
                <p:nvPr/>
              </p:nvGrpSpPr>
              <p:grpSpPr>
                <a:xfrm>
                  <a:off x="2399797" y="1673288"/>
                  <a:ext cx="258712" cy="250429"/>
                  <a:chOff x="1490538" y="753834"/>
                  <a:chExt cx="470985" cy="455906"/>
                </a:xfrm>
              </p:grpSpPr>
              <p:sp>
                <p:nvSpPr>
                  <p:cNvPr id="5401" name="Google Shape;54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20"/>
                <p:cNvGrpSpPr/>
                <p:nvPr/>
              </p:nvGrpSpPr>
              <p:grpSpPr>
                <a:xfrm>
                  <a:off x="2159535" y="1742038"/>
                  <a:ext cx="258712" cy="250429"/>
                  <a:chOff x="1490538" y="753834"/>
                  <a:chExt cx="470985" cy="455906"/>
                </a:xfrm>
              </p:grpSpPr>
              <p:sp>
                <p:nvSpPr>
                  <p:cNvPr id="5412" name="Google Shape;54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20"/>
                <p:cNvGrpSpPr/>
                <p:nvPr/>
              </p:nvGrpSpPr>
              <p:grpSpPr>
                <a:xfrm>
                  <a:off x="2323985" y="1842975"/>
                  <a:ext cx="258712" cy="250429"/>
                  <a:chOff x="1490538" y="753834"/>
                  <a:chExt cx="470985" cy="455906"/>
                </a:xfrm>
              </p:grpSpPr>
              <p:sp>
                <p:nvSpPr>
                  <p:cNvPr id="5423" name="Google Shape;54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20"/>
                <p:cNvGrpSpPr/>
                <p:nvPr/>
              </p:nvGrpSpPr>
              <p:grpSpPr>
                <a:xfrm>
                  <a:off x="1981897" y="1804075"/>
                  <a:ext cx="258712" cy="250429"/>
                  <a:chOff x="1490538" y="753834"/>
                  <a:chExt cx="470985" cy="455906"/>
                </a:xfrm>
              </p:grpSpPr>
              <p:sp>
                <p:nvSpPr>
                  <p:cNvPr id="5434" name="Google Shape;54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4" name="Google Shape;5444;p20"/>
              <p:cNvGrpSpPr/>
              <p:nvPr/>
            </p:nvGrpSpPr>
            <p:grpSpPr>
              <a:xfrm flipH="1">
                <a:off x="3270102" y="2806996"/>
                <a:ext cx="590853" cy="538858"/>
                <a:chOff x="2374102" y="2397733"/>
                <a:chExt cx="590853" cy="538858"/>
              </a:xfrm>
            </p:grpSpPr>
            <p:grpSp>
              <p:nvGrpSpPr>
                <p:cNvPr id="5445" name="Google Shape;5445;p20"/>
                <p:cNvGrpSpPr/>
                <p:nvPr/>
              </p:nvGrpSpPr>
              <p:grpSpPr>
                <a:xfrm>
                  <a:off x="2374102" y="2397733"/>
                  <a:ext cx="590853" cy="538858"/>
                  <a:chOff x="1993102" y="2397733"/>
                  <a:chExt cx="590853" cy="538858"/>
                </a:xfrm>
              </p:grpSpPr>
              <p:sp>
                <p:nvSpPr>
                  <p:cNvPr id="5446" name="Google Shape;544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5" name="Google Shape;5465;p20"/>
                <p:cNvGrpSpPr/>
                <p:nvPr/>
              </p:nvGrpSpPr>
              <p:grpSpPr>
                <a:xfrm>
                  <a:off x="2672051" y="2466803"/>
                  <a:ext cx="88776" cy="97630"/>
                  <a:chOff x="2291051" y="2466803"/>
                  <a:chExt cx="88776" cy="97630"/>
                </a:xfrm>
              </p:grpSpPr>
              <p:sp>
                <p:nvSpPr>
                  <p:cNvPr id="5466" name="Google Shape;546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5" name="Google Shape;549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20"/>
              <p:cNvGrpSpPr/>
              <p:nvPr/>
            </p:nvGrpSpPr>
            <p:grpSpPr>
              <a:xfrm>
                <a:off x="3446433" y="3091192"/>
                <a:ext cx="1319021" cy="1203001"/>
                <a:chOff x="2374102" y="2397733"/>
                <a:chExt cx="590853" cy="538858"/>
              </a:xfrm>
            </p:grpSpPr>
            <p:grpSp>
              <p:nvGrpSpPr>
                <p:cNvPr id="5503" name="Google Shape;5503;p20"/>
                <p:cNvGrpSpPr/>
                <p:nvPr/>
              </p:nvGrpSpPr>
              <p:grpSpPr>
                <a:xfrm>
                  <a:off x="2374102" y="2397733"/>
                  <a:ext cx="590853" cy="538858"/>
                  <a:chOff x="1993102" y="2397733"/>
                  <a:chExt cx="590853" cy="538858"/>
                </a:xfrm>
              </p:grpSpPr>
              <p:sp>
                <p:nvSpPr>
                  <p:cNvPr id="5504" name="Google Shape;5504;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0" name="Google Shape;5520;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3" name="Google Shape;5523;p20"/>
                <p:cNvGrpSpPr/>
                <p:nvPr/>
              </p:nvGrpSpPr>
              <p:grpSpPr>
                <a:xfrm>
                  <a:off x="2672051" y="2466803"/>
                  <a:ext cx="88776" cy="97630"/>
                  <a:chOff x="2291051" y="2466803"/>
                  <a:chExt cx="88776" cy="97630"/>
                </a:xfrm>
              </p:grpSpPr>
              <p:sp>
                <p:nvSpPr>
                  <p:cNvPr id="5524" name="Google Shape;5524;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3" name="Google Shape;5553;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20"/>
              <p:cNvGrpSpPr/>
              <p:nvPr/>
            </p:nvGrpSpPr>
            <p:grpSpPr>
              <a:xfrm>
                <a:off x="4490110" y="3659885"/>
                <a:ext cx="365767" cy="351686"/>
                <a:chOff x="1490538" y="753834"/>
                <a:chExt cx="470985" cy="455906"/>
              </a:xfrm>
            </p:grpSpPr>
            <p:sp>
              <p:nvSpPr>
                <p:cNvPr id="5561" name="Google Shape;556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20"/>
              <p:cNvGrpSpPr/>
              <p:nvPr/>
            </p:nvGrpSpPr>
            <p:grpSpPr>
              <a:xfrm rot="-975329">
                <a:off x="4865699" y="3543897"/>
                <a:ext cx="365789" cy="351698"/>
                <a:chOff x="1490538" y="753834"/>
                <a:chExt cx="470985" cy="455906"/>
              </a:xfrm>
            </p:grpSpPr>
            <p:sp>
              <p:nvSpPr>
                <p:cNvPr id="5572" name="Google Shape;55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82" name="Google Shape;5582;p20"/>
          <p:cNvGrpSpPr/>
          <p:nvPr/>
        </p:nvGrpSpPr>
        <p:grpSpPr>
          <a:xfrm rot="10800000">
            <a:off x="-638108" y="3103628"/>
            <a:ext cx="3943216" cy="2469918"/>
            <a:chOff x="5681667" y="-311651"/>
            <a:chExt cx="3943216" cy="2469918"/>
          </a:xfrm>
        </p:grpSpPr>
        <p:sp>
          <p:nvSpPr>
            <p:cNvPr id="5583" name="Google Shape;5583;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7" name="Google Shape;5587;p20"/>
            <p:cNvGrpSpPr/>
            <p:nvPr/>
          </p:nvGrpSpPr>
          <p:grpSpPr>
            <a:xfrm flipH="1">
              <a:off x="6751497" y="678045"/>
              <a:ext cx="411494" cy="164598"/>
              <a:chOff x="2449294" y="636165"/>
              <a:chExt cx="322588" cy="124262"/>
            </a:xfrm>
          </p:grpSpPr>
          <p:sp>
            <p:nvSpPr>
              <p:cNvPr id="5588" name="Google Shape;558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20"/>
            <p:cNvGrpSpPr/>
            <p:nvPr/>
          </p:nvGrpSpPr>
          <p:grpSpPr>
            <a:xfrm>
              <a:off x="8575747" y="1993670"/>
              <a:ext cx="411494" cy="164598"/>
              <a:chOff x="2449294" y="636165"/>
              <a:chExt cx="322588" cy="124262"/>
            </a:xfrm>
          </p:grpSpPr>
          <p:sp>
            <p:nvSpPr>
              <p:cNvPr id="5598" name="Google Shape;559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20"/>
            <p:cNvGrpSpPr/>
            <p:nvPr/>
          </p:nvGrpSpPr>
          <p:grpSpPr>
            <a:xfrm flipH="1" rot="10800000">
              <a:off x="7008738" y="922775"/>
              <a:ext cx="365767" cy="351138"/>
              <a:chOff x="1490538" y="753834"/>
              <a:chExt cx="470985" cy="455906"/>
            </a:xfrm>
          </p:grpSpPr>
          <p:sp>
            <p:nvSpPr>
              <p:cNvPr id="5608" name="Google Shape;56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20"/>
            <p:cNvGrpSpPr/>
            <p:nvPr/>
          </p:nvGrpSpPr>
          <p:grpSpPr>
            <a:xfrm flipH="1" rot="-5400000">
              <a:off x="6601720" y="-1231703"/>
              <a:ext cx="2103111" cy="3943216"/>
              <a:chOff x="3238754" y="1037105"/>
              <a:chExt cx="2114316" cy="3971813"/>
            </a:xfrm>
          </p:grpSpPr>
          <p:grpSp>
            <p:nvGrpSpPr>
              <p:cNvPr id="5619" name="Google Shape;5619;p20"/>
              <p:cNvGrpSpPr/>
              <p:nvPr/>
            </p:nvGrpSpPr>
            <p:grpSpPr>
              <a:xfrm rot="352619">
                <a:off x="3514228" y="3929201"/>
                <a:ext cx="820714" cy="663927"/>
                <a:chOff x="1981897" y="1546050"/>
                <a:chExt cx="676612" cy="547354"/>
              </a:xfrm>
            </p:grpSpPr>
            <p:grpSp>
              <p:nvGrpSpPr>
                <p:cNvPr id="5620" name="Google Shape;5620;p20"/>
                <p:cNvGrpSpPr/>
                <p:nvPr/>
              </p:nvGrpSpPr>
              <p:grpSpPr>
                <a:xfrm>
                  <a:off x="2240847" y="1546050"/>
                  <a:ext cx="258712" cy="250429"/>
                  <a:chOff x="1490538" y="753834"/>
                  <a:chExt cx="470985" cy="455906"/>
                </a:xfrm>
              </p:grpSpPr>
              <p:sp>
                <p:nvSpPr>
                  <p:cNvPr id="5621" name="Google Shape;562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20"/>
                <p:cNvGrpSpPr/>
                <p:nvPr/>
              </p:nvGrpSpPr>
              <p:grpSpPr>
                <a:xfrm>
                  <a:off x="2399797" y="1673288"/>
                  <a:ext cx="258712" cy="250429"/>
                  <a:chOff x="1490538" y="753834"/>
                  <a:chExt cx="470985" cy="455906"/>
                </a:xfrm>
              </p:grpSpPr>
              <p:sp>
                <p:nvSpPr>
                  <p:cNvPr id="5632" name="Google Shape;563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20"/>
                <p:cNvGrpSpPr/>
                <p:nvPr/>
              </p:nvGrpSpPr>
              <p:grpSpPr>
                <a:xfrm>
                  <a:off x="2159535" y="1742038"/>
                  <a:ext cx="258712" cy="250429"/>
                  <a:chOff x="1490538" y="753834"/>
                  <a:chExt cx="470985" cy="455906"/>
                </a:xfrm>
              </p:grpSpPr>
              <p:sp>
                <p:nvSpPr>
                  <p:cNvPr id="5643" name="Google Shape;564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20"/>
                <p:cNvGrpSpPr/>
                <p:nvPr/>
              </p:nvGrpSpPr>
              <p:grpSpPr>
                <a:xfrm>
                  <a:off x="2323985" y="1842975"/>
                  <a:ext cx="258712" cy="250429"/>
                  <a:chOff x="1490538" y="753834"/>
                  <a:chExt cx="470985" cy="455906"/>
                </a:xfrm>
              </p:grpSpPr>
              <p:sp>
                <p:nvSpPr>
                  <p:cNvPr id="5654" name="Google Shape;565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20"/>
                <p:cNvGrpSpPr/>
                <p:nvPr/>
              </p:nvGrpSpPr>
              <p:grpSpPr>
                <a:xfrm>
                  <a:off x="1981897" y="1804075"/>
                  <a:ext cx="258712" cy="250429"/>
                  <a:chOff x="1490538" y="753834"/>
                  <a:chExt cx="470985" cy="455906"/>
                </a:xfrm>
              </p:grpSpPr>
              <p:sp>
                <p:nvSpPr>
                  <p:cNvPr id="5665" name="Google Shape;566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5" name="Google Shape;5675;p20"/>
              <p:cNvGrpSpPr/>
              <p:nvPr/>
            </p:nvGrpSpPr>
            <p:grpSpPr>
              <a:xfrm flipH="1" rot="8833976">
                <a:off x="4214846" y="3438470"/>
                <a:ext cx="804524" cy="1469662"/>
                <a:chOff x="3377730" y="919968"/>
                <a:chExt cx="471039" cy="860470"/>
              </a:xfrm>
            </p:grpSpPr>
            <p:grpSp>
              <p:nvGrpSpPr>
                <p:cNvPr id="5676" name="Google Shape;5676;p20"/>
                <p:cNvGrpSpPr/>
                <p:nvPr/>
              </p:nvGrpSpPr>
              <p:grpSpPr>
                <a:xfrm>
                  <a:off x="3377730" y="919968"/>
                  <a:ext cx="408804" cy="692511"/>
                  <a:chOff x="3377730" y="919968"/>
                  <a:chExt cx="408804" cy="692511"/>
                </a:xfrm>
              </p:grpSpPr>
              <p:sp>
                <p:nvSpPr>
                  <p:cNvPr id="5677" name="Google Shape;567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20"/>
                <p:cNvGrpSpPr/>
                <p:nvPr/>
              </p:nvGrpSpPr>
              <p:grpSpPr>
                <a:xfrm>
                  <a:off x="3487239" y="1131104"/>
                  <a:ext cx="361530" cy="649334"/>
                  <a:chOff x="1266852" y="1150479"/>
                  <a:chExt cx="361530" cy="649334"/>
                </a:xfrm>
              </p:grpSpPr>
              <p:sp>
                <p:nvSpPr>
                  <p:cNvPr id="5690" name="Google Shape;569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8" name="Google Shape;5698;p20"/>
              <p:cNvGrpSpPr/>
              <p:nvPr/>
            </p:nvGrpSpPr>
            <p:grpSpPr>
              <a:xfrm rot="4488281">
                <a:off x="3583731" y="2580940"/>
                <a:ext cx="887798" cy="871068"/>
                <a:chOff x="3086354" y="1785830"/>
                <a:chExt cx="887833" cy="871102"/>
              </a:xfrm>
            </p:grpSpPr>
            <p:grpSp>
              <p:nvGrpSpPr>
                <p:cNvPr id="5699" name="Google Shape;5699;p20"/>
                <p:cNvGrpSpPr/>
                <p:nvPr/>
              </p:nvGrpSpPr>
              <p:grpSpPr>
                <a:xfrm rot="-2169427">
                  <a:off x="3251277" y="1839739"/>
                  <a:ext cx="408803" cy="692509"/>
                  <a:chOff x="3377730" y="919968"/>
                  <a:chExt cx="408804" cy="692511"/>
                </a:xfrm>
              </p:grpSpPr>
              <p:sp>
                <p:nvSpPr>
                  <p:cNvPr id="5700" name="Google Shape;570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20"/>
                <p:cNvGrpSpPr/>
                <p:nvPr/>
              </p:nvGrpSpPr>
              <p:grpSpPr>
                <a:xfrm rot="-2169427">
                  <a:off x="3455919" y="1963478"/>
                  <a:ext cx="361529" cy="649332"/>
                  <a:chOff x="1266852" y="1150479"/>
                  <a:chExt cx="361530" cy="649334"/>
                </a:xfrm>
              </p:grpSpPr>
              <p:sp>
                <p:nvSpPr>
                  <p:cNvPr id="5713" name="Google Shape;571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1" name="Google Shape;5721;p20"/>
              <p:cNvGrpSpPr/>
              <p:nvPr/>
            </p:nvGrpSpPr>
            <p:grpSpPr>
              <a:xfrm>
                <a:off x="3238754" y="1938230"/>
                <a:ext cx="887833" cy="871102"/>
                <a:chOff x="3086354" y="1785830"/>
                <a:chExt cx="887833" cy="871102"/>
              </a:xfrm>
            </p:grpSpPr>
            <p:grpSp>
              <p:nvGrpSpPr>
                <p:cNvPr id="5722" name="Google Shape;5722;p20"/>
                <p:cNvGrpSpPr/>
                <p:nvPr/>
              </p:nvGrpSpPr>
              <p:grpSpPr>
                <a:xfrm rot="-2169427">
                  <a:off x="3251277" y="1839739"/>
                  <a:ext cx="408803" cy="692509"/>
                  <a:chOff x="3377730" y="919968"/>
                  <a:chExt cx="408804" cy="692511"/>
                </a:xfrm>
              </p:grpSpPr>
              <p:sp>
                <p:nvSpPr>
                  <p:cNvPr id="5723" name="Google Shape;572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20"/>
                <p:cNvGrpSpPr/>
                <p:nvPr/>
              </p:nvGrpSpPr>
              <p:grpSpPr>
                <a:xfrm rot="-2169427">
                  <a:off x="3455919" y="1963478"/>
                  <a:ext cx="361529" cy="649332"/>
                  <a:chOff x="1266852" y="1150479"/>
                  <a:chExt cx="361530" cy="649334"/>
                </a:xfrm>
              </p:grpSpPr>
              <p:sp>
                <p:nvSpPr>
                  <p:cNvPr id="5736" name="Google Shape;573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4" name="Google Shape;5744;p20"/>
              <p:cNvGrpSpPr/>
              <p:nvPr/>
            </p:nvGrpSpPr>
            <p:grpSpPr>
              <a:xfrm>
                <a:off x="3490978" y="1037105"/>
                <a:ext cx="575468" cy="1051322"/>
                <a:chOff x="3377730" y="919968"/>
                <a:chExt cx="471039" cy="860470"/>
              </a:xfrm>
            </p:grpSpPr>
            <p:grpSp>
              <p:nvGrpSpPr>
                <p:cNvPr id="5745" name="Google Shape;5745;p20"/>
                <p:cNvGrpSpPr/>
                <p:nvPr/>
              </p:nvGrpSpPr>
              <p:grpSpPr>
                <a:xfrm>
                  <a:off x="3377730" y="919968"/>
                  <a:ext cx="408804" cy="692511"/>
                  <a:chOff x="3377730" y="919968"/>
                  <a:chExt cx="408804" cy="692511"/>
                </a:xfrm>
              </p:grpSpPr>
              <p:sp>
                <p:nvSpPr>
                  <p:cNvPr id="5746" name="Google Shape;574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20"/>
                <p:cNvGrpSpPr/>
                <p:nvPr/>
              </p:nvGrpSpPr>
              <p:grpSpPr>
                <a:xfrm>
                  <a:off x="3487239" y="1131104"/>
                  <a:ext cx="361530" cy="649334"/>
                  <a:chOff x="1266852" y="1150479"/>
                  <a:chExt cx="361530" cy="649334"/>
                </a:xfrm>
              </p:grpSpPr>
              <p:sp>
                <p:nvSpPr>
                  <p:cNvPr id="5759" name="Google Shape;575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7" name="Google Shape;5767;p20"/>
              <p:cNvGrpSpPr/>
              <p:nvPr/>
            </p:nvGrpSpPr>
            <p:grpSpPr>
              <a:xfrm>
                <a:off x="3517102" y="2473933"/>
                <a:ext cx="590853" cy="538858"/>
                <a:chOff x="2374102" y="2397733"/>
                <a:chExt cx="590853" cy="538858"/>
              </a:xfrm>
            </p:grpSpPr>
            <p:grpSp>
              <p:nvGrpSpPr>
                <p:cNvPr id="5768" name="Google Shape;5768;p20"/>
                <p:cNvGrpSpPr/>
                <p:nvPr/>
              </p:nvGrpSpPr>
              <p:grpSpPr>
                <a:xfrm>
                  <a:off x="2374102" y="2397733"/>
                  <a:ext cx="590853" cy="538858"/>
                  <a:chOff x="1993102" y="2397733"/>
                  <a:chExt cx="590853" cy="538858"/>
                </a:xfrm>
              </p:grpSpPr>
              <p:sp>
                <p:nvSpPr>
                  <p:cNvPr id="5769" name="Google Shape;5769;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5" name="Google Shape;5785;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8" name="Google Shape;5788;p20"/>
                <p:cNvGrpSpPr/>
                <p:nvPr/>
              </p:nvGrpSpPr>
              <p:grpSpPr>
                <a:xfrm>
                  <a:off x="2672051" y="2466803"/>
                  <a:ext cx="88776" cy="97630"/>
                  <a:chOff x="2291051" y="2466803"/>
                  <a:chExt cx="88776" cy="97630"/>
                </a:xfrm>
              </p:grpSpPr>
              <p:sp>
                <p:nvSpPr>
                  <p:cNvPr id="5789" name="Google Shape;5789;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8" name="Google Shape;5818;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20"/>
              <p:cNvGrpSpPr/>
              <p:nvPr/>
            </p:nvGrpSpPr>
            <p:grpSpPr>
              <a:xfrm rot="352659">
                <a:off x="3394332" y="1622136"/>
                <a:ext cx="676583" cy="547330"/>
                <a:chOff x="1981897" y="1546050"/>
                <a:chExt cx="676612" cy="547354"/>
              </a:xfrm>
            </p:grpSpPr>
            <p:grpSp>
              <p:nvGrpSpPr>
                <p:cNvPr id="5826" name="Google Shape;5826;p20"/>
                <p:cNvGrpSpPr/>
                <p:nvPr/>
              </p:nvGrpSpPr>
              <p:grpSpPr>
                <a:xfrm>
                  <a:off x="2240847" y="1546050"/>
                  <a:ext cx="258712" cy="250429"/>
                  <a:chOff x="1490538" y="753834"/>
                  <a:chExt cx="470985" cy="455906"/>
                </a:xfrm>
              </p:grpSpPr>
              <p:sp>
                <p:nvSpPr>
                  <p:cNvPr id="5827" name="Google Shape;582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20"/>
                <p:cNvGrpSpPr/>
                <p:nvPr/>
              </p:nvGrpSpPr>
              <p:grpSpPr>
                <a:xfrm>
                  <a:off x="2399797" y="1673288"/>
                  <a:ext cx="258712" cy="250429"/>
                  <a:chOff x="1490538" y="753834"/>
                  <a:chExt cx="470985" cy="455906"/>
                </a:xfrm>
              </p:grpSpPr>
              <p:sp>
                <p:nvSpPr>
                  <p:cNvPr id="5838" name="Google Shape;583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20"/>
                <p:cNvGrpSpPr/>
                <p:nvPr/>
              </p:nvGrpSpPr>
              <p:grpSpPr>
                <a:xfrm>
                  <a:off x="2159535" y="1742038"/>
                  <a:ext cx="258712" cy="250429"/>
                  <a:chOff x="1490538" y="753834"/>
                  <a:chExt cx="470985" cy="455906"/>
                </a:xfrm>
              </p:grpSpPr>
              <p:sp>
                <p:nvSpPr>
                  <p:cNvPr id="5849" name="Google Shape;584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20"/>
                <p:cNvGrpSpPr/>
                <p:nvPr/>
              </p:nvGrpSpPr>
              <p:grpSpPr>
                <a:xfrm>
                  <a:off x="2323985" y="1842975"/>
                  <a:ext cx="258712" cy="250429"/>
                  <a:chOff x="1490538" y="753834"/>
                  <a:chExt cx="470985" cy="455906"/>
                </a:xfrm>
              </p:grpSpPr>
              <p:sp>
                <p:nvSpPr>
                  <p:cNvPr id="5860" name="Google Shape;586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20"/>
                <p:cNvGrpSpPr/>
                <p:nvPr/>
              </p:nvGrpSpPr>
              <p:grpSpPr>
                <a:xfrm>
                  <a:off x="1981897" y="1804075"/>
                  <a:ext cx="258712" cy="250429"/>
                  <a:chOff x="1490538" y="753834"/>
                  <a:chExt cx="470985" cy="455906"/>
                </a:xfrm>
              </p:grpSpPr>
              <p:sp>
                <p:nvSpPr>
                  <p:cNvPr id="5871" name="Google Shape;58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1" name="Google Shape;5881;p20"/>
              <p:cNvGrpSpPr/>
              <p:nvPr/>
            </p:nvGrpSpPr>
            <p:grpSpPr>
              <a:xfrm flipH="1">
                <a:off x="3270102" y="2806996"/>
                <a:ext cx="590853" cy="538858"/>
                <a:chOff x="2374102" y="2397733"/>
                <a:chExt cx="590853" cy="538858"/>
              </a:xfrm>
            </p:grpSpPr>
            <p:grpSp>
              <p:nvGrpSpPr>
                <p:cNvPr id="5882" name="Google Shape;5882;p20"/>
                <p:cNvGrpSpPr/>
                <p:nvPr/>
              </p:nvGrpSpPr>
              <p:grpSpPr>
                <a:xfrm>
                  <a:off x="2374102" y="2397733"/>
                  <a:ext cx="590853" cy="538858"/>
                  <a:chOff x="1993102" y="2397733"/>
                  <a:chExt cx="590853" cy="538858"/>
                </a:xfrm>
              </p:grpSpPr>
              <p:sp>
                <p:nvSpPr>
                  <p:cNvPr id="5883" name="Google Shape;588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9" name="Google Shape;589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2" name="Google Shape;5902;p20"/>
                <p:cNvGrpSpPr/>
                <p:nvPr/>
              </p:nvGrpSpPr>
              <p:grpSpPr>
                <a:xfrm>
                  <a:off x="2672051" y="2466803"/>
                  <a:ext cx="88776" cy="97630"/>
                  <a:chOff x="2291051" y="2466803"/>
                  <a:chExt cx="88776" cy="97630"/>
                </a:xfrm>
              </p:grpSpPr>
              <p:sp>
                <p:nvSpPr>
                  <p:cNvPr id="5903" name="Google Shape;590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2" name="Google Shape;593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20"/>
              <p:cNvGrpSpPr/>
              <p:nvPr/>
            </p:nvGrpSpPr>
            <p:grpSpPr>
              <a:xfrm>
                <a:off x="3446433" y="3091192"/>
                <a:ext cx="1319021" cy="1203001"/>
                <a:chOff x="2374102" y="2397733"/>
                <a:chExt cx="590853" cy="538858"/>
              </a:xfrm>
            </p:grpSpPr>
            <p:grpSp>
              <p:nvGrpSpPr>
                <p:cNvPr id="5940" name="Google Shape;5940;p20"/>
                <p:cNvGrpSpPr/>
                <p:nvPr/>
              </p:nvGrpSpPr>
              <p:grpSpPr>
                <a:xfrm>
                  <a:off x="2374102" y="2397733"/>
                  <a:ext cx="590853" cy="538858"/>
                  <a:chOff x="1993102" y="2397733"/>
                  <a:chExt cx="590853" cy="538858"/>
                </a:xfrm>
              </p:grpSpPr>
              <p:sp>
                <p:nvSpPr>
                  <p:cNvPr id="5941" name="Google Shape;5941;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7" name="Google Shape;5957;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0" name="Google Shape;5960;p20"/>
                <p:cNvGrpSpPr/>
                <p:nvPr/>
              </p:nvGrpSpPr>
              <p:grpSpPr>
                <a:xfrm>
                  <a:off x="2672051" y="2466803"/>
                  <a:ext cx="88776" cy="97630"/>
                  <a:chOff x="2291051" y="2466803"/>
                  <a:chExt cx="88776" cy="97630"/>
                </a:xfrm>
              </p:grpSpPr>
              <p:sp>
                <p:nvSpPr>
                  <p:cNvPr id="5961" name="Google Shape;5961;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0" name="Google Shape;5990;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20"/>
              <p:cNvGrpSpPr/>
              <p:nvPr/>
            </p:nvGrpSpPr>
            <p:grpSpPr>
              <a:xfrm>
                <a:off x="4490110" y="3659885"/>
                <a:ext cx="365767" cy="351686"/>
                <a:chOff x="1490538" y="753834"/>
                <a:chExt cx="470985" cy="455906"/>
              </a:xfrm>
            </p:grpSpPr>
            <p:sp>
              <p:nvSpPr>
                <p:cNvPr id="5998" name="Google Shape;599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20"/>
              <p:cNvGrpSpPr/>
              <p:nvPr/>
            </p:nvGrpSpPr>
            <p:grpSpPr>
              <a:xfrm rot="-975329">
                <a:off x="4865699" y="3543897"/>
                <a:ext cx="365789" cy="351698"/>
                <a:chOff x="1490538" y="753834"/>
                <a:chExt cx="470985" cy="455906"/>
              </a:xfrm>
            </p:grpSpPr>
            <p:sp>
              <p:nvSpPr>
                <p:cNvPr id="6009" name="Google Shape;600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19" name="Google Shape;6019;p20"/>
          <p:cNvGrpSpPr/>
          <p:nvPr/>
        </p:nvGrpSpPr>
        <p:grpSpPr>
          <a:xfrm flipH="1">
            <a:off x="-638108" y="-430047"/>
            <a:ext cx="3943216" cy="2469918"/>
            <a:chOff x="5681667" y="-311651"/>
            <a:chExt cx="3943216" cy="2469918"/>
          </a:xfrm>
        </p:grpSpPr>
        <p:sp>
          <p:nvSpPr>
            <p:cNvPr id="6020" name="Google Shape;6020;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20"/>
            <p:cNvGrpSpPr/>
            <p:nvPr/>
          </p:nvGrpSpPr>
          <p:grpSpPr>
            <a:xfrm flipH="1">
              <a:off x="6751497" y="678045"/>
              <a:ext cx="411494" cy="164598"/>
              <a:chOff x="2449294" y="636165"/>
              <a:chExt cx="322588" cy="124262"/>
            </a:xfrm>
          </p:grpSpPr>
          <p:sp>
            <p:nvSpPr>
              <p:cNvPr id="6025" name="Google Shape;602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20"/>
            <p:cNvGrpSpPr/>
            <p:nvPr/>
          </p:nvGrpSpPr>
          <p:grpSpPr>
            <a:xfrm>
              <a:off x="8575747" y="1993670"/>
              <a:ext cx="411494" cy="164598"/>
              <a:chOff x="2449294" y="636165"/>
              <a:chExt cx="322588" cy="124262"/>
            </a:xfrm>
          </p:grpSpPr>
          <p:sp>
            <p:nvSpPr>
              <p:cNvPr id="6035" name="Google Shape;603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20"/>
            <p:cNvGrpSpPr/>
            <p:nvPr/>
          </p:nvGrpSpPr>
          <p:grpSpPr>
            <a:xfrm flipH="1" rot="10800000">
              <a:off x="7008738" y="922775"/>
              <a:ext cx="365767" cy="351138"/>
              <a:chOff x="1490538" y="753834"/>
              <a:chExt cx="470985" cy="455906"/>
            </a:xfrm>
          </p:grpSpPr>
          <p:sp>
            <p:nvSpPr>
              <p:cNvPr id="6045" name="Google Shape;60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20"/>
            <p:cNvGrpSpPr/>
            <p:nvPr/>
          </p:nvGrpSpPr>
          <p:grpSpPr>
            <a:xfrm flipH="1" rot="-5400000">
              <a:off x="6601720" y="-1231703"/>
              <a:ext cx="2103111" cy="3943216"/>
              <a:chOff x="3238754" y="1037105"/>
              <a:chExt cx="2114316" cy="3971813"/>
            </a:xfrm>
          </p:grpSpPr>
          <p:grpSp>
            <p:nvGrpSpPr>
              <p:cNvPr id="6056" name="Google Shape;6056;p20"/>
              <p:cNvGrpSpPr/>
              <p:nvPr/>
            </p:nvGrpSpPr>
            <p:grpSpPr>
              <a:xfrm rot="352619">
                <a:off x="3514228" y="3929201"/>
                <a:ext cx="820714" cy="663927"/>
                <a:chOff x="1981897" y="1546050"/>
                <a:chExt cx="676612" cy="547354"/>
              </a:xfrm>
            </p:grpSpPr>
            <p:grpSp>
              <p:nvGrpSpPr>
                <p:cNvPr id="6057" name="Google Shape;6057;p20"/>
                <p:cNvGrpSpPr/>
                <p:nvPr/>
              </p:nvGrpSpPr>
              <p:grpSpPr>
                <a:xfrm>
                  <a:off x="2240847" y="1546050"/>
                  <a:ext cx="258712" cy="250429"/>
                  <a:chOff x="1490538" y="753834"/>
                  <a:chExt cx="470985" cy="455906"/>
                </a:xfrm>
              </p:grpSpPr>
              <p:sp>
                <p:nvSpPr>
                  <p:cNvPr id="6058" name="Google Shape;605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20"/>
                <p:cNvGrpSpPr/>
                <p:nvPr/>
              </p:nvGrpSpPr>
              <p:grpSpPr>
                <a:xfrm>
                  <a:off x="2399797" y="1673288"/>
                  <a:ext cx="258712" cy="250429"/>
                  <a:chOff x="1490538" y="753834"/>
                  <a:chExt cx="470985" cy="455906"/>
                </a:xfrm>
              </p:grpSpPr>
              <p:sp>
                <p:nvSpPr>
                  <p:cNvPr id="6069" name="Google Shape;606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20"/>
                <p:cNvGrpSpPr/>
                <p:nvPr/>
              </p:nvGrpSpPr>
              <p:grpSpPr>
                <a:xfrm>
                  <a:off x="2159535" y="1742038"/>
                  <a:ext cx="258712" cy="250429"/>
                  <a:chOff x="1490538" y="753834"/>
                  <a:chExt cx="470985" cy="455906"/>
                </a:xfrm>
              </p:grpSpPr>
              <p:sp>
                <p:nvSpPr>
                  <p:cNvPr id="6080" name="Google Shape;608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20"/>
                <p:cNvGrpSpPr/>
                <p:nvPr/>
              </p:nvGrpSpPr>
              <p:grpSpPr>
                <a:xfrm>
                  <a:off x="2323985" y="1842975"/>
                  <a:ext cx="258712" cy="250429"/>
                  <a:chOff x="1490538" y="753834"/>
                  <a:chExt cx="470985" cy="455906"/>
                </a:xfrm>
              </p:grpSpPr>
              <p:sp>
                <p:nvSpPr>
                  <p:cNvPr id="6091" name="Google Shape;609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20"/>
                <p:cNvGrpSpPr/>
                <p:nvPr/>
              </p:nvGrpSpPr>
              <p:grpSpPr>
                <a:xfrm>
                  <a:off x="1981897" y="1804075"/>
                  <a:ext cx="258712" cy="250429"/>
                  <a:chOff x="1490538" y="753834"/>
                  <a:chExt cx="470985" cy="455906"/>
                </a:xfrm>
              </p:grpSpPr>
              <p:sp>
                <p:nvSpPr>
                  <p:cNvPr id="6102" name="Google Shape;610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2" name="Google Shape;6112;p20"/>
              <p:cNvGrpSpPr/>
              <p:nvPr/>
            </p:nvGrpSpPr>
            <p:grpSpPr>
              <a:xfrm flipH="1" rot="8833976">
                <a:off x="4214846" y="3438470"/>
                <a:ext cx="804524" cy="1469662"/>
                <a:chOff x="3377730" y="919968"/>
                <a:chExt cx="471039" cy="860470"/>
              </a:xfrm>
            </p:grpSpPr>
            <p:grpSp>
              <p:nvGrpSpPr>
                <p:cNvPr id="6113" name="Google Shape;6113;p20"/>
                <p:cNvGrpSpPr/>
                <p:nvPr/>
              </p:nvGrpSpPr>
              <p:grpSpPr>
                <a:xfrm>
                  <a:off x="3377730" y="919968"/>
                  <a:ext cx="408804" cy="692511"/>
                  <a:chOff x="3377730" y="919968"/>
                  <a:chExt cx="408804" cy="692511"/>
                </a:xfrm>
              </p:grpSpPr>
              <p:sp>
                <p:nvSpPr>
                  <p:cNvPr id="6114" name="Google Shape;611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20"/>
                <p:cNvGrpSpPr/>
                <p:nvPr/>
              </p:nvGrpSpPr>
              <p:grpSpPr>
                <a:xfrm>
                  <a:off x="3487239" y="1131104"/>
                  <a:ext cx="361530" cy="649334"/>
                  <a:chOff x="1266852" y="1150479"/>
                  <a:chExt cx="361530" cy="649334"/>
                </a:xfrm>
              </p:grpSpPr>
              <p:sp>
                <p:nvSpPr>
                  <p:cNvPr id="6127" name="Google Shape;612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5" name="Google Shape;6135;p20"/>
              <p:cNvGrpSpPr/>
              <p:nvPr/>
            </p:nvGrpSpPr>
            <p:grpSpPr>
              <a:xfrm rot="4488281">
                <a:off x="3583731" y="2580940"/>
                <a:ext cx="887798" cy="871068"/>
                <a:chOff x="3086354" y="1785830"/>
                <a:chExt cx="887833" cy="871102"/>
              </a:xfrm>
            </p:grpSpPr>
            <p:grpSp>
              <p:nvGrpSpPr>
                <p:cNvPr id="6136" name="Google Shape;6136;p20"/>
                <p:cNvGrpSpPr/>
                <p:nvPr/>
              </p:nvGrpSpPr>
              <p:grpSpPr>
                <a:xfrm rot="-2169427">
                  <a:off x="3251277" y="1839739"/>
                  <a:ext cx="408803" cy="692509"/>
                  <a:chOff x="3377730" y="919968"/>
                  <a:chExt cx="408804" cy="692511"/>
                </a:xfrm>
              </p:grpSpPr>
              <p:sp>
                <p:nvSpPr>
                  <p:cNvPr id="6137" name="Google Shape;613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20"/>
                <p:cNvGrpSpPr/>
                <p:nvPr/>
              </p:nvGrpSpPr>
              <p:grpSpPr>
                <a:xfrm rot="-2169427">
                  <a:off x="3455919" y="1963478"/>
                  <a:ext cx="361529" cy="649332"/>
                  <a:chOff x="1266852" y="1150479"/>
                  <a:chExt cx="361530" cy="649334"/>
                </a:xfrm>
              </p:grpSpPr>
              <p:sp>
                <p:nvSpPr>
                  <p:cNvPr id="6150" name="Google Shape;615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8" name="Google Shape;6158;p20"/>
              <p:cNvGrpSpPr/>
              <p:nvPr/>
            </p:nvGrpSpPr>
            <p:grpSpPr>
              <a:xfrm>
                <a:off x="3238754" y="1938230"/>
                <a:ext cx="887833" cy="871102"/>
                <a:chOff x="3086354" y="1785830"/>
                <a:chExt cx="887833" cy="871102"/>
              </a:xfrm>
            </p:grpSpPr>
            <p:grpSp>
              <p:nvGrpSpPr>
                <p:cNvPr id="6159" name="Google Shape;6159;p20"/>
                <p:cNvGrpSpPr/>
                <p:nvPr/>
              </p:nvGrpSpPr>
              <p:grpSpPr>
                <a:xfrm rot="-2169427">
                  <a:off x="3251277" y="1839739"/>
                  <a:ext cx="408803" cy="692509"/>
                  <a:chOff x="3377730" y="919968"/>
                  <a:chExt cx="408804" cy="692511"/>
                </a:xfrm>
              </p:grpSpPr>
              <p:sp>
                <p:nvSpPr>
                  <p:cNvPr id="6160" name="Google Shape;616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20"/>
                <p:cNvGrpSpPr/>
                <p:nvPr/>
              </p:nvGrpSpPr>
              <p:grpSpPr>
                <a:xfrm rot="-2169427">
                  <a:off x="3455919" y="1963478"/>
                  <a:ext cx="361529" cy="649332"/>
                  <a:chOff x="1266852" y="1150479"/>
                  <a:chExt cx="361530" cy="649334"/>
                </a:xfrm>
              </p:grpSpPr>
              <p:sp>
                <p:nvSpPr>
                  <p:cNvPr id="6173" name="Google Shape;617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1" name="Google Shape;6181;p20"/>
              <p:cNvGrpSpPr/>
              <p:nvPr/>
            </p:nvGrpSpPr>
            <p:grpSpPr>
              <a:xfrm>
                <a:off x="3490978" y="1037105"/>
                <a:ext cx="575468" cy="1051322"/>
                <a:chOff x="3377730" y="919968"/>
                <a:chExt cx="471039" cy="860470"/>
              </a:xfrm>
            </p:grpSpPr>
            <p:grpSp>
              <p:nvGrpSpPr>
                <p:cNvPr id="6182" name="Google Shape;6182;p20"/>
                <p:cNvGrpSpPr/>
                <p:nvPr/>
              </p:nvGrpSpPr>
              <p:grpSpPr>
                <a:xfrm>
                  <a:off x="3377730" y="919968"/>
                  <a:ext cx="408804" cy="692511"/>
                  <a:chOff x="3377730" y="919968"/>
                  <a:chExt cx="408804" cy="692511"/>
                </a:xfrm>
              </p:grpSpPr>
              <p:sp>
                <p:nvSpPr>
                  <p:cNvPr id="6183" name="Google Shape;618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20"/>
                <p:cNvGrpSpPr/>
                <p:nvPr/>
              </p:nvGrpSpPr>
              <p:grpSpPr>
                <a:xfrm>
                  <a:off x="3487239" y="1131104"/>
                  <a:ext cx="361530" cy="649334"/>
                  <a:chOff x="1266852" y="1150479"/>
                  <a:chExt cx="361530" cy="649334"/>
                </a:xfrm>
              </p:grpSpPr>
              <p:sp>
                <p:nvSpPr>
                  <p:cNvPr id="6196" name="Google Shape;619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4" name="Google Shape;6204;p20"/>
              <p:cNvGrpSpPr/>
              <p:nvPr/>
            </p:nvGrpSpPr>
            <p:grpSpPr>
              <a:xfrm>
                <a:off x="3517102" y="2473933"/>
                <a:ext cx="590853" cy="538858"/>
                <a:chOff x="2374102" y="2397733"/>
                <a:chExt cx="590853" cy="538858"/>
              </a:xfrm>
            </p:grpSpPr>
            <p:grpSp>
              <p:nvGrpSpPr>
                <p:cNvPr id="6205" name="Google Shape;6205;p20"/>
                <p:cNvGrpSpPr/>
                <p:nvPr/>
              </p:nvGrpSpPr>
              <p:grpSpPr>
                <a:xfrm>
                  <a:off x="2374102" y="2397733"/>
                  <a:ext cx="590853" cy="538858"/>
                  <a:chOff x="1993102" y="2397733"/>
                  <a:chExt cx="590853" cy="538858"/>
                </a:xfrm>
              </p:grpSpPr>
              <p:sp>
                <p:nvSpPr>
                  <p:cNvPr id="6206" name="Google Shape;620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2" name="Google Shape;622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5" name="Google Shape;6225;p20"/>
                <p:cNvGrpSpPr/>
                <p:nvPr/>
              </p:nvGrpSpPr>
              <p:grpSpPr>
                <a:xfrm>
                  <a:off x="2672051" y="2466803"/>
                  <a:ext cx="88776" cy="97630"/>
                  <a:chOff x="2291051" y="2466803"/>
                  <a:chExt cx="88776" cy="97630"/>
                </a:xfrm>
              </p:grpSpPr>
              <p:sp>
                <p:nvSpPr>
                  <p:cNvPr id="6226" name="Google Shape;622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5" name="Google Shape;625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20"/>
              <p:cNvGrpSpPr/>
              <p:nvPr/>
            </p:nvGrpSpPr>
            <p:grpSpPr>
              <a:xfrm rot="352659">
                <a:off x="3394332" y="1622136"/>
                <a:ext cx="676583" cy="547330"/>
                <a:chOff x="1981897" y="1546050"/>
                <a:chExt cx="676612" cy="547354"/>
              </a:xfrm>
            </p:grpSpPr>
            <p:grpSp>
              <p:nvGrpSpPr>
                <p:cNvPr id="6263" name="Google Shape;6263;p20"/>
                <p:cNvGrpSpPr/>
                <p:nvPr/>
              </p:nvGrpSpPr>
              <p:grpSpPr>
                <a:xfrm>
                  <a:off x="2240847" y="1546050"/>
                  <a:ext cx="258712" cy="250429"/>
                  <a:chOff x="1490538" y="753834"/>
                  <a:chExt cx="470985" cy="455906"/>
                </a:xfrm>
              </p:grpSpPr>
              <p:sp>
                <p:nvSpPr>
                  <p:cNvPr id="6264" name="Google Shape;626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20"/>
                <p:cNvGrpSpPr/>
                <p:nvPr/>
              </p:nvGrpSpPr>
              <p:grpSpPr>
                <a:xfrm>
                  <a:off x="2399797" y="1673288"/>
                  <a:ext cx="258712" cy="250429"/>
                  <a:chOff x="1490538" y="753834"/>
                  <a:chExt cx="470985" cy="455906"/>
                </a:xfrm>
              </p:grpSpPr>
              <p:sp>
                <p:nvSpPr>
                  <p:cNvPr id="6275" name="Google Shape;627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20"/>
                <p:cNvGrpSpPr/>
                <p:nvPr/>
              </p:nvGrpSpPr>
              <p:grpSpPr>
                <a:xfrm>
                  <a:off x="2159535" y="1742038"/>
                  <a:ext cx="258712" cy="250429"/>
                  <a:chOff x="1490538" y="753834"/>
                  <a:chExt cx="470985" cy="455906"/>
                </a:xfrm>
              </p:grpSpPr>
              <p:sp>
                <p:nvSpPr>
                  <p:cNvPr id="6286" name="Google Shape;628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20"/>
                <p:cNvGrpSpPr/>
                <p:nvPr/>
              </p:nvGrpSpPr>
              <p:grpSpPr>
                <a:xfrm>
                  <a:off x="2323985" y="1842975"/>
                  <a:ext cx="258712" cy="250429"/>
                  <a:chOff x="1490538" y="753834"/>
                  <a:chExt cx="470985" cy="455906"/>
                </a:xfrm>
              </p:grpSpPr>
              <p:sp>
                <p:nvSpPr>
                  <p:cNvPr id="6297" name="Google Shape;629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20"/>
                <p:cNvGrpSpPr/>
                <p:nvPr/>
              </p:nvGrpSpPr>
              <p:grpSpPr>
                <a:xfrm>
                  <a:off x="1981897" y="1804075"/>
                  <a:ext cx="258712" cy="250429"/>
                  <a:chOff x="1490538" y="753834"/>
                  <a:chExt cx="470985" cy="455906"/>
                </a:xfrm>
              </p:grpSpPr>
              <p:sp>
                <p:nvSpPr>
                  <p:cNvPr id="6308" name="Google Shape;63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8" name="Google Shape;6318;p20"/>
              <p:cNvGrpSpPr/>
              <p:nvPr/>
            </p:nvGrpSpPr>
            <p:grpSpPr>
              <a:xfrm flipH="1">
                <a:off x="3270102" y="2806996"/>
                <a:ext cx="590853" cy="538858"/>
                <a:chOff x="2374102" y="2397733"/>
                <a:chExt cx="590853" cy="538858"/>
              </a:xfrm>
            </p:grpSpPr>
            <p:grpSp>
              <p:nvGrpSpPr>
                <p:cNvPr id="6319" name="Google Shape;6319;p20"/>
                <p:cNvGrpSpPr/>
                <p:nvPr/>
              </p:nvGrpSpPr>
              <p:grpSpPr>
                <a:xfrm>
                  <a:off x="2374102" y="2397733"/>
                  <a:ext cx="590853" cy="538858"/>
                  <a:chOff x="1993102" y="2397733"/>
                  <a:chExt cx="590853" cy="538858"/>
                </a:xfrm>
              </p:grpSpPr>
              <p:sp>
                <p:nvSpPr>
                  <p:cNvPr id="6320" name="Google Shape;6320;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6" name="Google Shape;6336;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9" name="Google Shape;6339;p20"/>
                <p:cNvGrpSpPr/>
                <p:nvPr/>
              </p:nvGrpSpPr>
              <p:grpSpPr>
                <a:xfrm>
                  <a:off x="2672051" y="2466803"/>
                  <a:ext cx="88776" cy="97630"/>
                  <a:chOff x="2291051" y="2466803"/>
                  <a:chExt cx="88776" cy="97630"/>
                </a:xfrm>
              </p:grpSpPr>
              <p:sp>
                <p:nvSpPr>
                  <p:cNvPr id="6340" name="Google Shape;6340;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9" name="Google Shape;6369;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20"/>
              <p:cNvGrpSpPr/>
              <p:nvPr/>
            </p:nvGrpSpPr>
            <p:grpSpPr>
              <a:xfrm>
                <a:off x="3446433" y="3091192"/>
                <a:ext cx="1319021" cy="1203001"/>
                <a:chOff x="2374102" y="2397733"/>
                <a:chExt cx="590853" cy="538858"/>
              </a:xfrm>
            </p:grpSpPr>
            <p:grpSp>
              <p:nvGrpSpPr>
                <p:cNvPr id="6377" name="Google Shape;6377;p20"/>
                <p:cNvGrpSpPr/>
                <p:nvPr/>
              </p:nvGrpSpPr>
              <p:grpSpPr>
                <a:xfrm>
                  <a:off x="2374102" y="2397733"/>
                  <a:ext cx="590853" cy="538858"/>
                  <a:chOff x="1993102" y="2397733"/>
                  <a:chExt cx="590853" cy="538858"/>
                </a:xfrm>
              </p:grpSpPr>
              <p:sp>
                <p:nvSpPr>
                  <p:cNvPr id="6378" name="Google Shape;6378;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7" name="Google Shape;6397;p20"/>
                <p:cNvGrpSpPr/>
                <p:nvPr/>
              </p:nvGrpSpPr>
              <p:grpSpPr>
                <a:xfrm>
                  <a:off x="2672051" y="2466803"/>
                  <a:ext cx="88776" cy="97630"/>
                  <a:chOff x="2291051" y="2466803"/>
                  <a:chExt cx="88776" cy="97630"/>
                </a:xfrm>
              </p:grpSpPr>
              <p:sp>
                <p:nvSpPr>
                  <p:cNvPr id="6398" name="Google Shape;6398;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7" name="Google Shape;6427;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20"/>
              <p:cNvGrpSpPr/>
              <p:nvPr/>
            </p:nvGrpSpPr>
            <p:grpSpPr>
              <a:xfrm>
                <a:off x="4490110" y="3659885"/>
                <a:ext cx="365767" cy="351686"/>
                <a:chOff x="1490538" y="753834"/>
                <a:chExt cx="470985" cy="455906"/>
              </a:xfrm>
            </p:grpSpPr>
            <p:sp>
              <p:nvSpPr>
                <p:cNvPr id="6435" name="Google Shape;643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20"/>
              <p:cNvGrpSpPr/>
              <p:nvPr/>
            </p:nvGrpSpPr>
            <p:grpSpPr>
              <a:xfrm rot="-975329">
                <a:off x="4865699" y="3543897"/>
                <a:ext cx="365789" cy="351698"/>
                <a:chOff x="1490538" y="753834"/>
                <a:chExt cx="470985" cy="455906"/>
              </a:xfrm>
            </p:grpSpPr>
            <p:sp>
              <p:nvSpPr>
                <p:cNvPr id="6446" name="Google Shape;644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56" name="Google Shape;6456;p20"/>
          <p:cNvGrpSpPr/>
          <p:nvPr/>
        </p:nvGrpSpPr>
        <p:grpSpPr>
          <a:xfrm flipH="1" rot="10800000">
            <a:off x="5838892" y="3103628"/>
            <a:ext cx="3943216" cy="2469918"/>
            <a:chOff x="5681667" y="-311651"/>
            <a:chExt cx="3943216" cy="2469918"/>
          </a:xfrm>
        </p:grpSpPr>
        <p:sp>
          <p:nvSpPr>
            <p:cNvPr id="6457" name="Google Shape;6457;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1" name="Google Shape;6461;p20"/>
            <p:cNvGrpSpPr/>
            <p:nvPr/>
          </p:nvGrpSpPr>
          <p:grpSpPr>
            <a:xfrm flipH="1">
              <a:off x="6751497" y="678045"/>
              <a:ext cx="411494" cy="164598"/>
              <a:chOff x="2449294" y="636165"/>
              <a:chExt cx="322588" cy="124262"/>
            </a:xfrm>
          </p:grpSpPr>
          <p:sp>
            <p:nvSpPr>
              <p:cNvPr id="6462" name="Google Shape;646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20"/>
            <p:cNvGrpSpPr/>
            <p:nvPr/>
          </p:nvGrpSpPr>
          <p:grpSpPr>
            <a:xfrm>
              <a:off x="8575747" y="1993670"/>
              <a:ext cx="411494" cy="164598"/>
              <a:chOff x="2449294" y="636165"/>
              <a:chExt cx="322588" cy="124262"/>
            </a:xfrm>
          </p:grpSpPr>
          <p:sp>
            <p:nvSpPr>
              <p:cNvPr id="6472" name="Google Shape;647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20"/>
            <p:cNvGrpSpPr/>
            <p:nvPr/>
          </p:nvGrpSpPr>
          <p:grpSpPr>
            <a:xfrm flipH="1" rot="10800000">
              <a:off x="7008738" y="922775"/>
              <a:ext cx="365767" cy="351138"/>
              <a:chOff x="1490538" y="753834"/>
              <a:chExt cx="470985" cy="455906"/>
            </a:xfrm>
          </p:grpSpPr>
          <p:sp>
            <p:nvSpPr>
              <p:cNvPr id="6482" name="Google Shape;648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20"/>
            <p:cNvGrpSpPr/>
            <p:nvPr/>
          </p:nvGrpSpPr>
          <p:grpSpPr>
            <a:xfrm flipH="1" rot="-5400000">
              <a:off x="6601720" y="-1231703"/>
              <a:ext cx="2103111" cy="3943216"/>
              <a:chOff x="3238754" y="1037105"/>
              <a:chExt cx="2114316" cy="3971813"/>
            </a:xfrm>
          </p:grpSpPr>
          <p:grpSp>
            <p:nvGrpSpPr>
              <p:cNvPr id="6493" name="Google Shape;6493;p20"/>
              <p:cNvGrpSpPr/>
              <p:nvPr/>
            </p:nvGrpSpPr>
            <p:grpSpPr>
              <a:xfrm rot="352619">
                <a:off x="3514228" y="3929201"/>
                <a:ext cx="820714" cy="663927"/>
                <a:chOff x="1981897" y="1546050"/>
                <a:chExt cx="676612" cy="547354"/>
              </a:xfrm>
            </p:grpSpPr>
            <p:grpSp>
              <p:nvGrpSpPr>
                <p:cNvPr id="6494" name="Google Shape;6494;p20"/>
                <p:cNvGrpSpPr/>
                <p:nvPr/>
              </p:nvGrpSpPr>
              <p:grpSpPr>
                <a:xfrm>
                  <a:off x="2240847" y="1546050"/>
                  <a:ext cx="258712" cy="250429"/>
                  <a:chOff x="1490538" y="753834"/>
                  <a:chExt cx="470985" cy="455906"/>
                </a:xfrm>
              </p:grpSpPr>
              <p:sp>
                <p:nvSpPr>
                  <p:cNvPr id="6495" name="Google Shape;64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20"/>
                <p:cNvGrpSpPr/>
                <p:nvPr/>
              </p:nvGrpSpPr>
              <p:grpSpPr>
                <a:xfrm>
                  <a:off x="2399797" y="1673288"/>
                  <a:ext cx="258712" cy="250429"/>
                  <a:chOff x="1490538" y="753834"/>
                  <a:chExt cx="470985" cy="455906"/>
                </a:xfrm>
              </p:grpSpPr>
              <p:sp>
                <p:nvSpPr>
                  <p:cNvPr id="6506" name="Google Shape;65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20"/>
                <p:cNvGrpSpPr/>
                <p:nvPr/>
              </p:nvGrpSpPr>
              <p:grpSpPr>
                <a:xfrm>
                  <a:off x="2159535" y="1742038"/>
                  <a:ext cx="258712" cy="250429"/>
                  <a:chOff x="1490538" y="753834"/>
                  <a:chExt cx="470985" cy="455906"/>
                </a:xfrm>
              </p:grpSpPr>
              <p:sp>
                <p:nvSpPr>
                  <p:cNvPr id="6517" name="Google Shape;65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20"/>
                <p:cNvGrpSpPr/>
                <p:nvPr/>
              </p:nvGrpSpPr>
              <p:grpSpPr>
                <a:xfrm>
                  <a:off x="2323985" y="1842975"/>
                  <a:ext cx="258712" cy="250429"/>
                  <a:chOff x="1490538" y="753834"/>
                  <a:chExt cx="470985" cy="455906"/>
                </a:xfrm>
              </p:grpSpPr>
              <p:sp>
                <p:nvSpPr>
                  <p:cNvPr id="6528" name="Google Shape;65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20"/>
                <p:cNvGrpSpPr/>
                <p:nvPr/>
              </p:nvGrpSpPr>
              <p:grpSpPr>
                <a:xfrm>
                  <a:off x="1981897" y="1804075"/>
                  <a:ext cx="258712" cy="250429"/>
                  <a:chOff x="1490538" y="753834"/>
                  <a:chExt cx="470985" cy="455906"/>
                </a:xfrm>
              </p:grpSpPr>
              <p:sp>
                <p:nvSpPr>
                  <p:cNvPr id="6539" name="Google Shape;653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49" name="Google Shape;6549;p20"/>
              <p:cNvGrpSpPr/>
              <p:nvPr/>
            </p:nvGrpSpPr>
            <p:grpSpPr>
              <a:xfrm flipH="1" rot="8833976">
                <a:off x="4214846" y="3438470"/>
                <a:ext cx="804524" cy="1469662"/>
                <a:chOff x="3377730" y="919968"/>
                <a:chExt cx="471039" cy="860470"/>
              </a:xfrm>
            </p:grpSpPr>
            <p:grpSp>
              <p:nvGrpSpPr>
                <p:cNvPr id="6550" name="Google Shape;6550;p20"/>
                <p:cNvGrpSpPr/>
                <p:nvPr/>
              </p:nvGrpSpPr>
              <p:grpSpPr>
                <a:xfrm>
                  <a:off x="3377730" y="919968"/>
                  <a:ext cx="408804" cy="692511"/>
                  <a:chOff x="3377730" y="919968"/>
                  <a:chExt cx="408804" cy="692511"/>
                </a:xfrm>
              </p:grpSpPr>
              <p:sp>
                <p:nvSpPr>
                  <p:cNvPr id="6551" name="Google Shape;6551;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20"/>
                <p:cNvGrpSpPr/>
                <p:nvPr/>
              </p:nvGrpSpPr>
              <p:grpSpPr>
                <a:xfrm>
                  <a:off x="3487239" y="1131104"/>
                  <a:ext cx="361530" cy="649334"/>
                  <a:chOff x="1266852" y="1150479"/>
                  <a:chExt cx="361530" cy="649334"/>
                </a:xfrm>
              </p:grpSpPr>
              <p:sp>
                <p:nvSpPr>
                  <p:cNvPr id="6564" name="Google Shape;6564;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2" name="Google Shape;6572;p20"/>
              <p:cNvGrpSpPr/>
              <p:nvPr/>
            </p:nvGrpSpPr>
            <p:grpSpPr>
              <a:xfrm rot="4488281">
                <a:off x="3583731" y="2580940"/>
                <a:ext cx="887798" cy="871068"/>
                <a:chOff x="3086354" y="1785830"/>
                <a:chExt cx="887833" cy="871102"/>
              </a:xfrm>
            </p:grpSpPr>
            <p:grpSp>
              <p:nvGrpSpPr>
                <p:cNvPr id="6573" name="Google Shape;6573;p20"/>
                <p:cNvGrpSpPr/>
                <p:nvPr/>
              </p:nvGrpSpPr>
              <p:grpSpPr>
                <a:xfrm rot="-2169427">
                  <a:off x="3251277" y="1839739"/>
                  <a:ext cx="408803" cy="692509"/>
                  <a:chOff x="3377730" y="919968"/>
                  <a:chExt cx="408804" cy="692511"/>
                </a:xfrm>
              </p:grpSpPr>
              <p:sp>
                <p:nvSpPr>
                  <p:cNvPr id="6574" name="Google Shape;657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20"/>
                <p:cNvGrpSpPr/>
                <p:nvPr/>
              </p:nvGrpSpPr>
              <p:grpSpPr>
                <a:xfrm rot="-2169427">
                  <a:off x="3455919" y="1963478"/>
                  <a:ext cx="361529" cy="649332"/>
                  <a:chOff x="1266852" y="1150479"/>
                  <a:chExt cx="361530" cy="649334"/>
                </a:xfrm>
              </p:grpSpPr>
              <p:sp>
                <p:nvSpPr>
                  <p:cNvPr id="6587" name="Google Shape;658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5" name="Google Shape;6595;p20"/>
              <p:cNvGrpSpPr/>
              <p:nvPr/>
            </p:nvGrpSpPr>
            <p:grpSpPr>
              <a:xfrm>
                <a:off x="3238754" y="1938230"/>
                <a:ext cx="887833" cy="871102"/>
                <a:chOff x="3086354" y="1785830"/>
                <a:chExt cx="887833" cy="871102"/>
              </a:xfrm>
            </p:grpSpPr>
            <p:grpSp>
              <p:nvGrpSpPr>
                <p:cNvPr id="6596" name="Google Shape;6596;p20"/>
                <p:cNvGrpSpPr/>
                <p:nvPr/>
              </p:nvGrpSpPr>
              <p:grpSpPr>
                <a:xfrm rot="-2169427">
                  <a:off x="3251277" y="1839739"/>
                  <a:ext cx="408803" cy="692509"/>
                  <a:chOff x="3377730" y="919968"/>
                  <a:chExt cx="408804" cy="692511"/>
                </a:xfrm>
              </p:grpSpPr>
              <p:sp>
                <p:nvSpPr>
                  <p:cNvPr id="6597" name="Google Shape;659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20"/>
                <p:cNvGrpSpPr/>
                <p:nvPr/>
              </p:nvGrpSpPr>
              <p:grpSpPr>
                <a:xfrm rot="-2169427">
                  <a:off x="3455919" y="1963478"/>
                  <a:ext cx="361529" cy="649332"/>
                  <a:chOff x="1266852" y="1150479"/>
                  <a:chExt cx="361530" cy="649334"/>
                </a:xfrm>
              </p:grpSpPr>
              <p:sp>
                <p:nvSpPr>
                  <p:cNvPr id="6610" name="Google Shape;661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8" name="Google Shape;6618;p20"/>
              <p:cNvGrpSpPr/>
              <p:nvPr/>
            </p:nvGrpSpPr>
            <p:grpSpPr>
              <a:xfrm>
                <a:off x="3490978" y="1037105"/>
                <a:ext cx="575468" cy="1051322"/>
                <a:chOff x="3377730" y="919968"/>
                <a:chExt cx="471039" cy="860470"/>
              </a:xfrm>
            </p:grpSpPr>
            <p:grpSp>
              <p:nvGrpSpPr>
                <p:cNvPr id="6619" name="Google Shape;6619;p20"/>
                <p:cNvGrpSpPr/>
                <p:nvPr/>
              </p:nvGrpSpPr>
              <p:grpSpPr>
                <a:xfrm>
                  <a:off x="3377730" y="919968"/>
                  <a:ext cx="408804" cy="692511"/>
                  <a:chOff x="3377730" y="919968"/>
                  <a:chExt cx="408804" cy="692511"/>
                </a:xfrm>
              </p:grpSpPr>
              <p:sp>
                <p:nvSpPr>
                  <p:cNvPr id="6620" name="Google Shape;662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20"/>
                <p:cNvGrpSpPr/>
                <p:nvPr/>
              </p:nvGrpSpPr>
              <p:grpSpPr>
                <a:xfrm>
                  <a:off x="3487239" y="1131104"/>
                  <a:ext cx="361530" cy="649334"/>
                  <a:chOff x="1266852" y="1150479"/>
                  <a:chExt cx="361530" cy="649334"/>
                </a:xfrm>
              </p:grpSpPr>
              <p:sp>
                <p:nvSpPr>
                  <p:cNvPr id="6633" name="Google Shape;663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1" name="Google Shape;6641;p20"/>
              <p:cNvGrpSpPr/>
              <p:nvPr/>
            </p:nvGrpSpPr>
            <p:grpSpPr>
              <a:xfrm>
                <a:off x="3517102" y="2473933"/>
                <a:ext cx="590853" cy="538858"/>
                <a:chOff x="2374102" y="2397733"/>
                <a:chExt cx="590853" cy="538858"/>
              </a:xfrm>
            </p:grpSpPr>
            <p:grpSp>
              <p:nvGrpSpPr>
                <p:cNvPr id="6642" name="Google Shape;6642;p20"/>
                <p:cNvGrpSpPr/>
                <p:nvPr/>
              </p:nvGrpSpPr>
              <p:grpSpPr>
                <a:xfrm>
                  <a:off x="2374102" y="2397733"/>
                  <a:ext cx="590853" cy="538858"/>
                  <a:chOff x="1993102" y="2397733"/>
                  <a:chExt cx="590853" cy="538858"/>
                </a:xfrm>
              </p:grpSpPr>
              <p:sp>
                <p:nvSpPr>
                  <p:cNvPr id="6643" name="Google Shape;664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9" name="Google Shape;665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2" name="Google Shape;6662;p20"/>
                <p:cNvGrpSpPr/>
                <p:nvPr/>
              </p:nvGrpSpPr>
              <p:grpSpPr>
                <a:xfrm>
                  <a:off x="2672051" y="2466803"/>
                  <a:ext cx="88776" cy="97630"/>
                  <a:chOff x="2291051" y="2466803"/>
                  <a:chExt cx="88776" cy="97630"/>
                </a:xfrm>
              </p:grpSpPr>
              <p:sp>
                <p:nvSpPr>
                  <p:cNvPr id="6663" name="Google Shape;666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20"/>
              <p:cNvGrpSpPr/>
              <p:nvPr/>
            </p:nvGrpSpPr>
            <p:grpSpPr>
              <a:xfrm rot="352659">
                <a:off x="3394332" y="1622136"/>
                <a:ext cx="676583" cy="547330"/>
                <a:chOff x="1981897" y="1546050"/>
                <a:chExt cx="676612" cy="547354"/>
              </a:xfrm>
            </p:grpSpPr>
            <p:grpSp>
              <p:nvGrpSpPr>
                <p:cNvPr id="6700" name="Google Shape;6700;p20"/>
                <p:cNvGrpSpPr/>
                <p:nvPr/>
              </p:nvGrpSpPr>
              <p:grpSpPr>
                <a:xfrm>
                  <a:off x="2240847" y="1546050"/>
                  <a:ext cx="258712" cy="250429"/>
                  <a:chOff x="1490538" y="753834"/>
                  <a:chExt cx="470985" cy="455906"/>
                </a:xfrm>
              </p:grpSpPr>
              <p:sp>
                <p:nvSpPr>
                  <p:cNvPr id="6701" name="Google Shape;67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20"/>
                <p:cNvGrpSpPr/>
                <p:nvPr/>
              </p:nvGrpSpPr>
              <p:grpSpPr>
                <a:xfrm>
                  <a:off x="2399797" y="1673288"/>
                  <a:ext cx="258712" cy="250429"/>
                  <a:chOff x="1490538" y="753834"/>
                  <a:chExt cx="470985" cy="455906"/>
                </a:xfrm>
              </p:grpSpPr>
              <p:sp>
                <p:nvSpPr>
                  <p:cNvPr id="6712" name="Google Shape;67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20"/>
                <p:cNvGrpSpPr/>
                <p:nvPr/>
              </p:nvGrpSpPr>
              <p:grpSpPr>
                <a:xfrm>
                  <a:off x="2159535" y="1742038"/>
                  <a:ext cx="258712" cy="250429"/>
                  <a:chOff x="1490538" y="753834"/>
                  <a:chExt cx="470985" cy="455906"/>
                </a:xfrm>
              </p:grpSpPr>
              <p:sp>
                <p:nvSpPr>
                  <p:cNvPr id="6723" name="Google Shape;67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20"/>
                <p:cNvGrpSpPr/>
                <p:nvPr/>
              </p:nvGrpSpPr>
              <p:grpSpPr>
                <a:xfrm>
                  <a:off x="2323985" y="1842975"/>
                  <a:ext cx="258712" cy="250429"/>
                  <a:chOff x="1490538" y="753834"/>
                  <a:chExt cx="470985" cy="455906"/>
                </a:xfrm>
              </p:grpSpPr>
              <p:sp>
                <p:nvSpPr>
                  <p:cNvPr id="6734" name="Google Shape;67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20"/>
                <p:cNvGrpSpPr/>
                <p:nvPr/>
              </p:nvGrpSpPr>
              <p:grpSpPr>
                <a:xfrm>
                  <a:off x="1981897" y="1804075"/>
                  <a:ext cx="258712" cy="250429"/>
                  <a:chOff x="1490538" y="753834"/>
                  <a:chExt cx="470985" cy="455906"/>
                </a:xfrm>
              </p:grpSpPr>
              <p:sp>
                <p:nvSpPr>
                  <p:cNvPr id="6745" name="Google Shape;67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5" name="Google Shape;6755;p20"/>
              <p:cNvGrpSpPr/>
              <p:nvPr/>
            </p:nvGrpSpPr>
            <p:grpSpPr>
              <a:xfrm flipH="1">
                <a:off x="3270102" y="2806996"/>
                <a:ext cx="590853" cy="538858"/>
                <a:chOff x="2374102" y="2397733"/>
                <a:chExt cx="590853" cy="538858"/>
              </a:xfrm>
            </p:grpSpPr>
            <p:grpSp>
              <p:nvGrpSpPr>
                <p:cNvPr id="6756" name="Google Shape;6756;p20"/>
                <p:cNvGrpSpPr/>
                <p:nvPr/>
              </p:nvGrpSpPr>
              <p:grpSpPr>
                <a:xfrm>
                  <a:off x="2374102" y="2397733"/>
                  <a:ext cx="590853" cy="538858"/>
                  <a:chOff x="1993102" y="2397733"/>
                  <a:chExt cx="590853" cy="538858"/>
                </a:xfrm>
              </p:grpSpPr>
              <p:sp>
                <p:nvSpPr>
                  <p:cNvPr id="6757" name="Google Shape;6757;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3" name="Google Shape;6773;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6" name="Google Shape;6776;p20"/>
                <p:cNvGrpSpPr/>
                <p:nvPr/>
              </p:nvGrpSpPr>
              <p:grpSpPr>
                <a:xfrm>
                  <a:off x="2672051" y="2466803"/>
                  <a:ext cx="88776" cy="97630"/>
                  <a:chOff x="2291051" y="2466803"/>
                  <a:chExt cx="88776" cy="97630"/>
                </a:xfrm>
              </p:grpSpPr>
              <p:sp>
                <p:nvSpPr>
                  <p:cNvPr id="6777" name="Google Shape;6777;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6" name="Google Shape;6806;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20"/>
              <p:cNvGrpSpPr/>
              <p:nvPr/>
            </p:nvGrpSpPr>
            <p:grpSpPr>
              <a:xfrm>
                <a:off x="3446433" y="3091192"/>
                <a:ext cx="1319021" cy="1203001"/>
                <a:chOff x="2374102" y="2397733"/>
                <a:chExt cx="590853" cy="538858"/>
              </a:xfrm>
            </p:grpSpPr>
            <p:grpSp>
              <p:nvGrpSpPr>
                <p:cNvPr id="6814" name="Google Shape;6814;p20"/>
                <p:cNvGrpSpPr/>
                <p:nvPr/>
              </p:nvGrpSpPr>
              <p:grpSpPr>
                <a:xfrm>
                  <a:off x="2374102" y="2397733"/>
                  <a:ext cx="590853" cy="538858"/>
                  <a:chOff x="1993102" y="2397733"/>
                  <a:chExt cx="590853" cy="538858"/>
                </a:xfrm>
              </p:grpSpPr>
              <p:sp>
                <p:nvSpPr>
                  <p:cNvPr id="6815" name="Google Shape;6815;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1" name="Google Shape;6831;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4" name="Google Shape;6834;p20"/>
                <p:cNvGrpSpPr/>
                <p:nvPr/>
              </p:nvGrpSpPr>
              <p:grpSpPr>
                <a:xfrm>
                  <a:off x="2672051" y="2466803"/>
                  <a:ext cx="88776" cy="97630"/>
                  <a:chOff x="2291051" y="2466803"/>
                  <a:chExt cx="88776" cy="97630"/>
                </a:xfrm>
              </p:grpSpPr>
              <p:sp>
                <p:nvSpPr>
                  <p:cNvPr id="6835" name="Google Shape;6835;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20"/>
              <p:cNvGrpSpPr/>
              <p:nvPr/>
            </p:nvGrpSpPr>
            <p:grpSpPr>
              <a:xfrm>
                <a:off x="4490110" y="3659885"/>
                <a:ext cx="365767" cy="351686"/>
                <a:chOff x="1490538" y="753834"/>
                <a:chExt cx="470985" cy="455906"/>
              </a:xfrm>
            </p:grpSpPr>
            <p:sp>
              <p:nvSpPr>
                <p:cNvPr id="6872" name="Google Shape;68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20"/>
              <p:cNvGrpSpPr/>
              <p:nvPr/>
            </p:nvGrpSpPr>
            <p:grpSpPr>
              <a:xfrm rot="-975329">
                <a:off x="4865699" y="3543897"/>
                <a:ext cx="365789" cy="351698"/>
                <a:chOff x="1490538" y="753834"/>
                <a:chExt cx="470985" cy="455906"/>
              </a:xfrm>
            </p:grpSpPr>
            <p:sp>
              <p:nvSpPr>
                <p:cNvPr id="6883" name="Google Shape;688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893" name="Shape 6893"/>
        <p:cNvGrpSpPr/>
        <p:nvPr/>
      </p:nvGrpSpPr>
      <p:grpSpPr>
        <a:xfrm>
          <a:off x="0" y="0"/>
          <a:ext cx="0" cy="0"/>
          <a:chOff x="0" y="0"/>
          <a:chExt cx="0" cy="0"/>
        </a:xfrm>
      </p:grpSpPr>
      <p:sp>
        <p:nvSpPr>
          <p:cNvPr id="6894" name="Google Shape;6894;p21"/>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8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895" name="Google Shape;6895;p21"/>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896" name="Google Shape;6896;p21"/>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1"/>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1"/>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21"/>
          <p:cNvGrpSpPr/>
          <p:nvPr/>
        </p:nvGrpSpPr>
        <p:grpSpPr>
          <a:xfrm>
            <a:off x="6258200" y="3955075"/>
            <a:ext cx="1504025" cy="624000"/>
            <a:chOff x="2067200" y="3936025"/>
            <a:chExt cx="1504025" cy="624000"/>
          </a:xfrm>
        </p:grpSpPr>
        <p:sp>
          <p:nvSpPr>
            <p:cNvPr id="6900" name="Google Shape;6900;p21"/>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1"/>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1"/>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21"/>
          <p:cNvGrpSpPr/>
          <p:nvPr/>
        </p:nvGrpSpPr>
        <p:grpSpPr>
          <a:xfrm rot="5400000">
            <a:off x="439170" y="-1231703"/>
            <a:ext cx="2103111" cy="3943216"/>
            <a:chOff x="3238754" y="1037105"/>
            <a:chExt cx="2114316" cy="3971813"/>
          </a:xfrm>
        </p:grpSpPr>
        <p:grpSp>
          <p:nvGrpSpPr>
            <p:cNvPr id="6904" name="Google Shape;6904;p21"/>
            <p:cNvGrpSpPr/>
            <p:nvPr/>
          </p:nvGrpSpPr>
          <p:grpSpPr>
            <a:xfrm rot="352619">
              <a:off x="3514228" y="3929201"/>
              <a:ext cx="820714" cy="663927"/>
              <a:chOff x="1981897" y="1546050"/>
              <a:chExt cx="676612" cy="547354"/>
            </a:xfrm>
          </p:grpSpPr>
          <p:grpSp>
            <p:nvGrpSpPr>
              <p:cNvPr id="6905" name="Google Shape;6905;p21"/>
              <p:cNvGrpSpPr/>
              <p:nvPr/>
            </p:nvGrpSpPr>
            <p:grpSpPr>
              <a:xfrm>
                <a:off x="2240847" y="1546050"/>
                <a:ext cx="258712" cy="250429"/>
                <a:chOff x="1490538" y="753834"/>
                <a:chExt cx="470985" cy="455906"/>
              </a:xfrm>
            </p:grpSpPr>
            <p:sp>
              <p:nvSpPr>
                <p:cNvPr id="6906" name="Google Shape;690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21"/>
              <p:cNvGrpSpPr/>
              <p:nvPr/>
            </p:nvGrpSpPr>
            <p:grpSpPr>
              <a:xfrm>
                <a:off x="2399797" y="1673288"/>
                <a:ext cx="258712" cy="250429"/>
                <a:chOff x="1490538" y="753834"/>
                <a:chExt cx="470985" cy="455906"/>
              </a:xfrm>
            </p:grpSpPr>
            <p:sp>
              <p:nvSpPr>
                <p:cNvPr id="6917" name="Google Shape;691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21"/>
              <p:cNvGrpSpPr/>
              <p:nvPr/>
            </p:nvGrpSpPr>
            <p:grpSpPr>
              <a:xfrm>
                <a:off x="2159535" y="1742038"/>
                <a:ext cx="258712" cy="250429"/>
                <a:chOff x="1490538" y="753834"/>
                <a:chExt cx="470985" cy="455906"/>
              </a:xfrm>
            </p:grpSpPr>
            <p:sp>
              <p:nvSpPr>
                <p:cNvPr id="6928" name="Google Shape;692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21"/>
              <p:cNvGrpSpPr/>
              <p:nvPr/>
            </p:nvGrpSpPr>
            <p:grpSpPr>
              <a:xfrm>
                <a:off x="2323985" y="1842975"/>
                <a:ext cx="258712" cy="250429"/>
                <a:chOff x="1490538" y="753834"/>
                <a:chExt cx="470985" cy="455906"/>
              </a:xfrm>
            </p:grpSpPr>
            <p:sp>
              <p:nvSpPr>
                <p:cNvPr id="6939" name="Google Shape;693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21"/>
              <p:cNvGrpSpPr/>
              <p:nvPr/>
            </p:nvGrpSpPr>
            <p:grpSpPr>
              <a:xfrm>
                <a:off x="1981897" y="1804075"/>
                <a:ext cx="258712" cy="250429"/>
                <a:chOff x="1490538" y="753834"/>
                <a:chExt cx="470985" cy="455906"/>
              </a:xfrm>
            </p:grpSpPr>
            <p:sp>
              <p:nvSpPr>
                <p:cNvPr id="6950" name="Google Shape;695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0" name="Google Shape;6960;p21"/>
            <p:cNvGrpSpPr/>
            <p:nvPr/>
          </p:nvGrpSpPr>
          <p:grpSpPr>
            <a:xfrm flipH="1" rot="8833976">
              <a:off x="4214846" y="3438470"/>
              <a:ext cx="804524" cy="1469662"/>
              <a:chOff x="3377730" y="919968"/>
              <a:chExt cx="471039" cy="860470"/>
            </a:xfrm>
          </p:grpSpPr>
          <p:grpSp>
            <p:nvGrpSpPr>
              <p:cNvPr id="6961" name="Google Shape;6961;p21"/>
              <p:cNvGrpSpPr/>
              <p:nvPr/>
            </p:nvGrpSpPr>
            <p:grpSpPr>
              <a:xfrm>
                <a:off x="3377730" y="919968"/>
                <a:ext cx="408804" cy="692511"/>
                <a:chOff x="3377730" y="919968"/>
                <a:chExt cx="408804" cy="692511"/>
              </a:xfrm>
            </p:grpSpPr>
            <p:sp>
              <p:nvSpPr>
                <p:cNvPr id="6962" name="Google Shape;696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21"/>
              <p:cNvGrpSpPr/>
              <p:nvPr/>
            </p:nvGrpSpPr>
            <p:grpSpPr>
              <a:xfrm>
                <a:off x="3487239" y="1131104"/>
                <a:ext cx="361530" cy="649334"/>
                <a:chOff x="1266852" y="1150479"/>
                <a:chExt cx="361530" cy="649334"/>
              </a:xfrm>
            </p:grpSpPr>
            <p:sp>
              <p:nvSpPr>
                <p:cNvPr id="6975" name="Google Shape;697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3" name="Google Shape;6983;p21"/>
            <p:cNvGrpSpPr/>
            <p:nvPr/>
          </p:nvGrpSpPr>
          <p:grpSpPr>
            <a:xfrm rot="4488281">
              <a:off x="3583731" y="2580940"/>
              <a:ext cx="887798" cy="871068"/>
              <a:chOff x="3086354" y="1785830"/>
              <a:chExt cx="887833" cy="871102"/>
            </a:xfrm>
          </p:grpSpPr>
          <p:grpSp>
            <p:nvGrpSpPr>
              <p:cNvPr id="6984" name="Google Shape;6984;p21"/>
              <p:cNvGrpSpPr/>
              <p:nvPr/>
            </p:nvGrpSpPr>
            <p:grpSpPr>
              <a:xfrm rot="-2169427">
                <a:off x="3251277" y="1839739"/>
                <a:ext cx="408803" cy="692509"/>
                <a:chOff x="3377730" y="919968"/>
                <a:chExt cx="408804" cy="692511"/>
              </a:xfrm>
            </p:grpSpPr>
            <p:sp>
              <p:nvSpPr>
                <p:cNvPr id="6985" name="Google Shape;698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21"/>
              <p:cNvGrpSpPr/>
              <p:nvPr/>
            </p:nvGrpSpPr>
            <p:grpSpPr>
              <a:xfrm rot="-2169427">
                <a:off x="3455919" y="1963478"/>
                <a:ext cx="361529" cy="649332"/>
                <a:chOff x="1266852" y="1150479"/>
                <a:chExt cx="361530" cy="649334"/>
              </a:xfrm>
            </p:grpSpPr>
            <p:sp>
              <p:nvSpPr>
                <p:cNvPr id="6998" name="Google Shape;699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6" name="Google Shape;7006;p21"/>
            <p:cNvGrpSpPr/>
            <p:nvPr/>
          </p:nvGrpSpPr>
          <p:grpSpPr>
            <a:xfrm>
              <a:off x="3238754" y="1938230"/>
              <a:ext cx="887833" cy="871102"/>
              <a:chOff x="3086354" y="1785830"/>
              <a:chExt cx="887833" cy="871102"/>
            </a:xfrm>
          </p:grpSpPr>
          <p:grpSp>
            <p:nvGrpSpPr>
              <p:cNvPr id="7007" name="Google Shape;7007;p21"/>
              <p:cNvGrpSpPr/>
              <p:nvPr/>
            </p:nvGrpSpPr>
            <p:grpSpPr>
              <a:xfrm rot="-2169427">
                <a:off x="3251277" y="1839739"/>
                <a:ext cx="408803" cy="692509"/>
                <a:chOff x="3377730" y="919968"/>
                <a:chExt cx="408804" cy="692511"/>
              </a:xfrm>
            </p:grpSpPr>
            <p:sp>
              <p:nvSpPr>
                <p:cNvPr id="7008" name="Google Shape;700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21"/>
              <p:cNvGrpSpPr/>
              <p:nvPr/>
            </p:nvGrpSpPr>
            <p:grpSpPr>
              <a:xfrm rot="-2169427">
                <a:off x="3455919" y="1963478"/>
                <a:ext cx="361529" cy="649332"/>
                <a:chOff x="1266852" y="1150479"/>
                <a:chExt cx="361530" cy="649334"/>
              </a:xfrm>
            </p:grpSpPr>
            <p:sp>
              <p:nvSpPr>
                <p:cNvPr id="7021" name="Google Shape;702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9" name="Google Shape;7029;p21"/>
            <p:cNvGrpSpPr/>
            <p:nvPr/>
          </p:nvGrpSpPr>
          <p:grpSpPr>
            <a:xfrm>
              <a:off x="3490978" y="1037105"/>
              <a:ext cx="575468" cy="1051322"/>
              <a:chOff x="3377730" y="919968"/>
              <a:chExt cx="471039" cy="860470"/>
            </a:xfrm>
          </p:grpSpPr>
          <p:grpSp>
            <p:nvGrpSpPr>
              <p:cNvPr id="7030" name="Google Shape;7030;p21"/>
              <p:cNvGrpSpPr/>
              <p:nvPr/>
            </p:nvGrpSpPr>
            <p:grpSpPr>
              <a:xfrm>
                <a:off x="3377730" y="919968"/>
                <a:ext cx="408804" cy="692511"/>
                <a:chOff x="3377730" y="919968"/>
                <a:chExt cx="408804" cy="692511"/>
              </a:xfrm>
            </p:grpSpPr>
            <p:sp>
              <p:nvSpPr>
                <p:cNvPr id="7031" name="Google Shape;703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21"/>
              <p:cNvGrpSpPr/>
              <p:nvPr/>
            </p:nvGrpSpPr>
            <p:grpSpPr>
              <a:xfrm>
                <a:off x="3487239" y="1131104"/>
                <a:ext cx="361530" cy="649334"/>
                <a:chOff x="1266852" y="1150479"/>
                <a:chExt cx="361530" cy="649334"/>
              </a:xfrm>
            </p:grpSpPr>
            <p:sp>
              <p:nvSpPr>
                <p:cNvPr id="7044" name="Google Shape;704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2" name="Google Shape;7052;p21"/>
            <p:cNvGrpSpPr/>
            <p:nvPr/>
          </p:nvGrpSpPr>
          <p:grpSpPr>
            <a:xfrm>
              <a:off x="3517102" y="2473933"/>
              <a:ext cx="590853" cy="538858"/>
              <a:chOff x="2374102" y="2397733"/>
              <a:chExt cx="590853" cy="538858"/>
            </a:xfrm>
          </p:grpSpPr>
          <p:grpSp>
            <p:nvGrpSpPr>
              <p:cNvPr id="7053" name="Google Shape;7053;p21"/>
              <p:cNvGrpSpPr/>
              <p:nvPr/>
            </p:nvGrpSpPr>
            <p:grpSpPr>
              <a:xfrm>
                <a:off x="2374102" y="2397733"/>
                <a:ext cx="590853" cy="538858"/>
                <a:chOff x="1993102" y="2397733"/>
                <a:chExt cx="590853" cy="538858"/>
              </a:xfrm>
            </p:grpSpPr>
            <p:sp>
              <p:nvSpPr>
                <p:cNvPr id="7054" name="Google Shape;705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0" name="Google Shape;707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3" name="Google Shape;7073;p21"/>
              <p:cNvGrpSpPr/>
              <p:nvPr/>
            </p:nvGrpSpPr>
            <p:grpSpPr>
              <a:xfrm>
                <a:off x="2672051" y="2466803"/>
                <a:ext cx="88776" cy="97630"/>
                <a:chOff x="2291051" y="2466803"/>
                <a:chExt cx="88776" cy="97630"/>
              </a:xfrm>
            </p:grpSpPr>
            <p:sp>
              <p:nvSpPr>
                <p:cNvPr id="7074" name="Google Shape;707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21"/>
            <p:cNvGrpSpPr/>
            <p:nvPr/>
          </p:nvGrpSpPr>
          <p:grpSpPr>
            <a:xfrm rot="352659">
              <a:off x="3394332" y="1622136"/>
              <a:ext cx="676583" cy="547330"/>
              <a:chOff x="1981897" y="1546050"/>
              <a:chExt cx="676612" cy="547354"/>
            </a:xfrm>
          </p:grpSpPr>
          <p:grpSp>
            <p:nvGrpSpPr>
              <p:cNvPr id="7111" name="Google Shape;7111;p21"/>
              <p:cNvGrpSpPr/>
              <p:nvPr/>
            </p:nvGrpSpPr>
            <p:grpSpPr>
              <a:xfrm>
                <a:off x="2240847" y="1546050"/>
                <a:ext cx="258712" cy="250429"/>
                <a:chOff x="1490538" y="753834"/>
                <a:chExt cx="470985" cy="455906"/>
              </a:xfrm>
            </p:grpSpPr>
            <p:sp>
              <p:nvSpPr>
                <p:cNvPr id="7112" name="Google Shape;711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21"/>
              <p:cNvGrpSpPr/>
              <p:nvPr/>
            </p:nvGrpSpPr>
            <p:grpSpPr>
              <a:xfrm>
                <a:off x="2399797" y="1673288"/>
                <a:ext cx="258712" cy="250429"/>
                <a:chOff x="1490538" y="753834"/>
                <a:chExt cx="470985" cy="455906"/>
              </a:xfrm>
            </p:grpSpPr>
            <p:sp>
              <p:nvSpPr>
                <p:cNvPr id="7123" name="Google Shape;712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21"/>
              <p:cNvGrpSpPr/>
              <p:nvPr/>
            </p:nvGrpSpPr>
            <p:grpSpPr>
              <a:xfrm>
                <a:off x="2159535" y="1742038"/>
                <a:ext cx="258712" cy="250429"/>
                <a:chOff x="1490538" y="753834"/>
                <a:chExt cx="470985" cy="455906"/>
              </a:xfrm>
            </p:grpSpPr>
            <p:sp>
              <p:nvSpPr>
                <p:cNvPr id="7134" name="Google Shape;713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21"/>
              <p:cNvGrpSpPr/>
              <p:nvPr/>
            </p:nvGrpSpPr>
            <p:grpSpPr>
              <a:xfrm>
                <a:off x="2323985" y="1842975"/>
                <a:ext cx="258712" cy="250429"/>
                <a:chOff x="1490538" y="753834"/>
                <a:chExt cx="470985" cy="455906"/>
              </a:xfrm>
            </p:grpSpPr>
            <p:sp>
              <p:nvSpPr>
                <p:cNvPr id="7145" name="Google Shape;714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21"/>
              <p:cNvGrpSpPr/>
              <p:nvPr/>
            </p:nvGrpSpPr>
            <p:grpSpPr>
              <a:xfrm>
                <a:off x="1981897" y="1804075"/>
                <a:ext cx="258712" cy="250429"/>
                <a:chOff x="1490538" y="753834"/>
                <a:chExt cx="470985" cy="455906"/>
              </a:xfrm>
            </p:grpSpPr>
            <p:sp>
              <p:nvSpPr>
                <p:cNvPr id="7156" name="Google Shape;715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6" name="Google Shape;7166;p21"/>
            <p:cNvGrpSpPr/>
            <p:nvPr/>
          </p:nvGrpSpPr>
          <p:grpSpPr>
            <a:xfrm flipH="1">
              <a:off x="3270102" y="2806996"/>
              <a:ext cx="590853" cy="538858"/>
              <a:chOff x="2374102" y="2397733"/>
              <a:chExt cx="590853" cy="538858"/>
            </a:xfrm>
          </p:grpSpPr>
          <p:grpSp>
            <p:nvGrpSpPr>
              <p:cNvPr id="7167" name="Google Shape;7167;p21"/>
              <p:cNvGrpSpPr/>
              <p:nvPr/>
            </p:nvGrpSpPr>
            <p:grpSpPr>
              <a:xfrm>
                <a:off x="2374102" y="2397733"/>
                <a:ext cx="590853" cy="538858"/>
                <a:chOff x="1993102" y="2397733"/>
                <a:chExt cx="590853" cy="538858"/>
              </a:xfrm>
            </p:grpSpPr>
            <p:sp>
              <p:nvSpPr>
                <p:cNvPr id="7168" name="Google Shape;716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4" name="Google Shape;718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21"/>
              <p:cNvGrpSpPr/>
              <p:nvPr/>
            </p:nvGrpSpPr>
            <p:grpSpPr>
              <a:xfrm>
                <a:off x="2672051" y="2466803"/>
                <a:ext cx="88776" cy="97630"/>
                <a:chOff x="2291051" y="2466803"/>
                <a:chExt cx="88776" cy="97630"/>
              </a:xfrm>
            </p:grpSpPr>
            <p:sp>
              <p:nvSpPr>
                <p:cNvPr id="7188" name="Google Shape;718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21"/>
            <p:cNvGrpSpPr/>
            <p:nvPr/>
          </p:nvGrpSpPr>
          <p:grpSpPr>
            <a:xfrm>
              <a:off x="3446433" y="3091192"/>
              <a:ext cx="1319021" cy="1203001"/>
              <a:chOff x="2374102" y="2397733"/>
              <a:chExt cx="590853" cy="538858"/>
            </a:xfrm>
          </p:grpSpPr>
          <p:grpSp>
            <p:nvGrpSpPr>
              <p:cNvPr id="7225" name="Google Shape;7225;p21"/>
              <p:cNvGrpSpPr/>
              <p:nvPr/>
            </p:nvGrpSpPr>
            <p:grpSpPr>
              <a:xfrm>
                <a:off x="2374102" y="2397733"/>
                <a:ext cx="590853" cy="538858"/>
                <a:chOff x="1993102" y="2397733"/>
                <a:chExt cx="590853" cy="538858"/>
              </a:xfrm>
            </p:grpSpPr>
            <p:sp>
              <p:nvSpPr>
                <p:cNvPr id="7226" name="Google Shape;722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2" name="Google Shape;724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5" name="Google Shape;7245;p21"/>
              <p:cNvGrpSpPr/>
              <p:nvPr/>
            </p:nvGrpSpPr>
            <p:grpSpPr>
              <a:xfrm>
                <a:off x="2672051" y="2466803"/>
                <a:ext cx="88776" cy="97630"/>
                <a:chOff x="2291051" y="2466803"/>
                <a:chExt cx="88776" cy="97630"/>
              </a:xfrm>
            </p:grpSpPr>
            <p:sp>
              <p:nvSpPr>
                <p:cNvPr id="7246" name="Google Shape;724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21"/>
            <p:cNvGrpSpPr/>
            <p:nvPr/>
          </p:nvGrpSpPr>
          <p:grpSpPr>
            <a:xfrm>
              <a:off x="4490110" y="3659885"/>
              <a:ext cx="365767" cy="351686"/>
              <a:chOff x="1490538" y="753834"/>
              <a:chExt cx="470985" cy="455906"/>
            </a:xfrm>
          </p:grpSpPr>
          <p:sp>
            <p:nvSpPr>
              <p:cNvPr id="7283" name="Google Shape;72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21"/>
            <p:cNvGrpSpPr/>
            <p:nvPr/>
          </p:nvGrpSpPr>
          <p:grpSpPr>
            <a:xfrm rot="-975329">
              <a:off x="4865699" y="3543897"/>
              <a:ext cx="365789" cy="351698"/>
              <a:chOff x="1490538" y="753834"/>
              <a:chExt cx="470985" cy="455906"/>
            </a:xfrm>
          </p:grpSpPr>
          <p:sp>
            <p:nvSpPr>
              <p:cNvPr id="7294" name="Google Shape;72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4" name="Google Shape;7304;p21"/>
          <p:cNvGrpSpPr/>
          <p:nvPr/>
        </p:nvGrpSpPr>
        <p:grpSpPr>
          <a:xfrm>
            <a:off x="514252" y="1954402"/>
            <a:ext cx="411494" cy="164598"/>
            <a:chOff x="2449294" y="636165"/>
            <a:chExt cx="322588" cy="124262"/>
          </a:xfrm>
        </p:grpSpPr>
        <p:sp>
          <p:nvSpPr>
            <p:cNvPr id="7305" name="Google Shape;7305;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4" name="Google Shape;7314;p21"/>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1"/>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1"/>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1"/>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1"/>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1"/>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1"/>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21"/>
          <p:cNvGrpSpPr/>
          <p:nvPr/>
        </p:nvGrpSpPr>
        <p:grpSpPr>
          <a:xfrm flipH="1">
            <a:off x="1284972" y="1038482"/>
            <a:ext cx="411494" cy="164598"/>
            <a:chOff x="2449294" y="636165"/>
            <a:chExt cx="322588" cy="124262"/>
          </a:xfrm>
        </p:grpSpPr>
        <p:sp>
          <p:nvSpPr>
            <p:cNvPr id="7323" name="Google Shape;732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21"/>
          <p:cNvGrpSpPr/>
          <p:nvPr/>
        </p:nvGrpSpPr>
        <p:grpSpPr>
          <a:xfrm flipH="1">
            <a:off x="6751497" y="678045"/>
            <a:ext cx="411494" cy="164598"/>
            <a:chOff x="2449294" y="636165"/>
            <a:chExt cx="322588" cy="124262"/>
          </a:xfrm>
        </p:grpSpPr>
        <p:sp>
          <p:nvSpPr>
            <p:cNvPr id="7333" name="Google Shape;733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21"/>
          <p:cNvGrpSpPr/>
          <p:nvPr/>
        </p:nvGrpSpPr>
        <p:grpSpPr>
          <a:xfrm>
            <a:off x="8575747" y="1993670"/>
            <a:ext cx="411494" cy="164598"/>
            <a:chOff x="2449294" y="636165"/>
            <a:chExt cx="322588" cy="124262"/>
          </a:xfrm>
        </p:grpSpPr>
        <p:sp>
          <p:nvSpPr>
            <p:cNvPr id="7343" name="Google Shape;734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21"/>
          <p:cNvGrpSpPr/>
          <p:nvPr/>
        </p:nvGrpSpPr>
        <p:grpSpPr>
          <a:xfrm flipH="1" rot="10800000">
            <a:off x="7008738" y="922775"/>
            <a:ext cx="365767" cy="351138"/>
            <a:chOff x="1490538" y="753834"/>
            <a:chExt cx="470985" cy="455906"/>
          </a:xfrm>
        </p:grpSpPr>
        <p:sp>
          <p:nvSpPr>
            <p:cNvPr id="7353" name="Google Shape;735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21"/>
          <p:cNvGrpSpPr/>
          <p:nvPr/>
        </p:nvGrpSpPr>
        <p:grpSpPr>
          <a:xfrm flipH="1" rot="-5400000">
            <a:off x="6601720" y="-1231703"/>
            <a:ext cx="2103111" cy="3943216"/>
            <a:chOff x="3238754" y="1037105"/>
            <a:chExt cx="2114316" cy="3971813"/>
          </a:xfrm>
        </p:grpSpPr>
        <p:grpSp>
          <p:nvGrpSpPr>
            <p:cNvPr id="7364" name="Google Shape;7364;p21"/>
            <p:cNvGrpSpPr/>
            <p:nvPr/>
          </p:nvGrpSpPr>
          <p:grpSpPr>
            <a:xfrm rot="352619">
              <a:off x="3514228" y="3929201"/>
              <a:ext cx="820714" cy="663927"/>
              <a:chOff x="1981897" y="1546050"/>
              <a:chExt cx="676612" cy="547354"/>
            </a:xfrm>
          </p:grpSpPr>
          <p:grpSp>
            <p:nvGrpSpPr>
              <p:cNvPr id="7365" name="Google Shape;7365;p21"/>
              <p:cNvGrpSpPr/>
              <p:nvPr/>
            </p:nvGrpSpPr>
            <p:grpSpPr>
              <a:xfrm>
                <a:off x="2240847" y="1546050"/>
                <a:ext cx="258712" cy="250429"/>
                <a:chOff x="1490538" y="753834"/>
                <a:chExt cx="470985" cy="455906"/>
              </a:xfrm>
            </p:grpSpPr>
            <p:sp>
              <p:nvSpPr>
                <p:cNvPr id="7366" name="Google Shape;736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21"/>
              <p:cNvGrpSpPr/>
              <p:nvPr/>
            </p:nvGrpSpPr>
            <p:grpSpPr>
              <a:xfrm>
                <a:off x="2399797" y="1673288"/>
                <a:ext cx="258712" cy="250429"/>
                <a:chOff x="1490538" y="753834"/>
                <a:chExt cx="470985" cy="455906"/>
              </a:xfrm>
            </p:grpSpPr>
            <p:sp>
              <p:nvSpPr>
                <p:cNvPr id="7377" name="Google Shape;737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21"/>
              <p:cNvGrpSpPr/>
              <p:nvPr/>
            </p:nvGrpSpPr>
            <p:grpSpPr>
              <a:xfrm>
                <a:off x="2159535" y="1742038"/>
                <a:ext cx="258712" cy="250429"/>
                <a:chOff x="1490538" y="753834"/>
                <a:chExt cx="470985" cy="455906"/>
              </a:xfrm>
            </p:grpSpPr>
            <p:sp>
              <p:nvSpPr>
                <p:cNvPr id="7388" name="Google Shape;738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21"/>
              <p:cNvGrpSpPr/>
              <p:nvPr/>
            </p:nvGrpSpPr>
            <p:grpSpPr>
              <a:xfrm>
                <a:off x="2323985" y="1842975"/>
                <a:ext cx="258712" cy="250429"/>
                <a:chOff x="1490538" y="753834"/>
                <a:chExt cx="470985" cy="455906"/>
              </a:xfrm>
            </p:grpSpPr>
            <p:sp>
              <p:nvSpPr>
                <p:cNvPr id="7399" name="Google Shape;739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21"/>
              <p:cNvGrpSpPr/>
              <p:nvPr/>
            </p:nvGrpSpPr>
            <p:grpSpPr>
              <a:xfrm>
                <a:off x="1981897" y="1804075"/>
                <a:ext cx="258712" cy="250429"/>
                <a:chOff x="1490538" y="753834"/>
                <a:chExt cx="470985" cy="455906"/>
              </a:xfrm>
            </p:grpSpPr>
            <p:sp>
              <p:nvSpPr>
                <p:cNvPr id="7410" name="Google Shape;741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0" name="Google Shape;7420;p21"/>
            <p:cNvGrpSpPr/>
            <p:nvPr/>
          </p:nvGrpSpPr>
          <p:grpSpPr>
            <a:xfrm flipH="1" rot="8833976">
              <a:off x="4214846" y="3438470"/>
              <a:ext cx="804524" cy="1469662"/>
              <a:chOff x="3377730" y="919968"/>
              <a:chExt cx="471039" cy="860470"/>
            </a:xfrm>
          </p:grpSpPr>
          <p:grpSp>
            <p:nvGrpSpPr>
              <p:cNvPr id="7421" name="Google Shape;7421;p21"/>
              <p:cNvGrpSpPr/>
              <p:nvPr/>
            </p:nvGrpSpPr>
            <p:grpSpPr>
              <a:xfrm>
                <a:off x="3377730" y="919968"/>
                <a:ext cx="408804" cy="692511"/>
                <a:chOff x="3377730" y="919968"/>
                <a:chExt cx="408804" cy="692511"/>
              </a:xfrm>
            </p:grpSpPr>
            <p:sp>
              <p:nvSpPr>
                <p:cNvPr id="7422" name="Google Shape;742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21"/>
              <p:cNvGrpSpPr/>
              <p:nvPr/>
            </p:nvGrpSpPr>
            <p:grpSpPr>
              <a:xfrm>
                <a:off x="3487239" y="1131104"/>
                <a:ext cx="361530" cy="649334"/>
                <a:chOff x="1266852" y="1150479"/>
                <a:chExt cx="361530" cy="649334"/>
              </a:xfrm>
            </p:grpSpPr>
            <p:sp>
              <p:nvSpPr>
                <p:cNvPr id="7435" name="Google Shape;743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3" name="Google Shape;7443;p21"/>
            <p:cNvGrpSpPr/>
            <p:nvPr/>
          </p:nvGrpSpPr>
          <p:grpSpPr>
            <a:xfrm rot="4488281">
              <a:off x="3583731" y="2580940"/>
              <a:ext cx="887798" cy="871068"/>
              <a:chOff x="3086354" y="1785830"/>
              <a:chExt cx="887833" cy="871102"/>
            </a:xfrm>
          </p:grpSpPr>
          <p:grpSp>
            <p:nvGrpSpPr>
              <p:cNvPr id="7444" name="Google Shape;7444;p21"/>
              <p:cNvGrpSpPr/>
              <p:nvPr/>
            </p:nvGrpSpPr>
            <p:grpSpPr>
              <a:xfrm rot="-2169427">
                <a:off x="3251277" y="1839739"/>
                <a:ext cx="408803" cy="692509"/>
                <a:chOff x="3377730" y="919968"/>
                <a:chExt cx="408804" cy="692511"/>
              </a:xfrm>
            </p:grpSpPr>
            <p:sp>
              <p:nvSpPr>
                <p:cNvPr id="7445" name="Google Shape;744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21"/>
              <p:cNvGrpSpPr/>
              <p:nvPr/>
            </p:nvGrpSpPr>
            <p:grpSpPr>
              <a:xfrm rot="-2169427">
                <a:off x="3455919" y="1963478"/>
                <a:ext cx="361529" cy="649332"/>
                <a:chOff x="1266852" y="1150479"/>
                <a:chExt cx="361530" cy="649334"/>
              </a:xfrm>
            </p:grpSpPr>
            <p:sp>
              <p:nvSpPr>
                <p:cNvPr id="7458" name="Google Shape;745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21"/>
            <p:cNvGrpSpPr/>
            <p:nvPr/>
          </p:nvGrpSpPr>
          <p:grpSpPr>
            <a:xfrm>
              <a:off x="3238754" y="1938230"/>
              <a:ext cx="887833" cy="871102"/>
              <a:chOff x="3086354" y="1785830"/>
              <a:chExt cx="887833" cy="871102"/>
            </a:xfrm>
          </p:grpSpPr>
          <p:grpSp>
            <p:nvGrpSpPr>
              <p:cNvPr id="7467" name="Google Shape;7467;p21"/>
              <p:cNvGrpSpPr/>
              <p:nvPr/>
            </p:nvGrpSpPr>
            <p:grpSpPr>
              <a:xfrm rot="-2169427">
                <a:off x="3251277" y="1839739"/>
                <a:ext cx="408803" cy="692509"/>
                <a:chOff x="3377730" y="919968"/>
                <a:chExt cx="408804" cy="692511"/>
              </a:xfrm>
            </p:grpSpPr>
            <p:sp>
              <p:nvSpPr>
                <p:cNvPr id="7468" name="Google Shape;746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21"/>
              <p:cNvGrpSpPr/>
              <p:nvPr/>
            </p:nvGrpSpPr>
            <p:grpSpPr>
              <a:xfrm rot="-2169427">
                <a:off x="3455919" y="1963478"/>
                <a:ext cx="361529" cy="649332"/>
                <a:chOff x="1266852" y="1150479"/>
                <a:chExt cx="361530" cy="649334"/>
              </a:xfrm>
            </p:grpSpPr>
            <p:sp>
              <p:nvSpPr>
                <p:cNvPr id="7481" name="Google Shape;748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21"/>
            <p:cNvGrpSpPr/>
            <p:nvPr/>
          </p:nvGrpSpPr>
          <p:grpSpPr>
            <a:xfrm>
              <a:off x="3490978" y="1037105"/>
              <a:ext cx="575468" cy="1051322"/>
              <a:chOff x="3377730" y="919968"/>
              <a:chExt cx="471039" cy="860470"/>
            </a:xfrm>
          </p:grpSpPr>
          <p:grpSp>
            <p:nvGrpSpPr>
              <p:cNvPr id="7490" name="Google Shape;7490;p21"/>
              <p:cNvGrpSpPr/>
              <p:nvPr/>
            </p:nvGrpSpPr>
            <p:grpSpPr>
              <a:xfrm>
                <a:off x="3377730" y="919968"/>
                <a:ext cx="408804" cy="692511"/>
                <a:chOff x="3377730" y="919968"/>
                <a:chExt cx="408804" cy="692511"/>
              </a:xfrm>
            </p:grpSpPr>
            <p:sp>
              <p:nvSpPr>
                <p:cNvPr id="7491" name="Google Shape;749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21"/>
              <p:cNvGrpSpPr/>
              <p:nvPr/>
            </p:nvGrpSpPr>
            <p:grpSpPr>
              <a:xfrm>
                <a:off x="3487239" y="1131104"/>
                <a:ext cx="361530" cy="649334"/>
                <a:chOff x="1266852" y="1150479"/>
                <a:chExt cx="361530" cy="649334"/>
              </a:xfrm>
            </p:grpSpPr>
            <p:sp>
              <p:nvSpPr>
                <p:cNvPr id="7504" name="Google Shape;750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2" name="Google Shape;7512;p21"/>
            <p:cNvGrpSpPr/>
            <p:nvPr/>
          </p:nvGrpSpPr>
          <p:grpSpPr>
            <a:xfrm>
              <a:off x="3517102" y="2473933"/>
              <a:ext cx="590853" cy="538858"/>
              <a:chOff x="2374102" y="2397733"/>
              <a:chExt cx="590853" cy="538858"/>
            </a:xfrm>
          </p:grpSpPr>
          <p:grpSp>
            <p:nvGrpSpPr>
              <p:cNvPr id="7513" name="Google Shape;7513;p21"/>
              <p:cNvGrpSpPr/>
              <p:nvPr/>
            </p:nvGrpSpPr>
            <p:grpSpPr>
              <a:xfrm>
                <a:off x="2374102" y="2397733"/>
                <a:ext cx="590853" cy="538858"/>
                <a:chOff x="1993102" y="2397733"/>
                <a:chExt cx="590853" cy="538858"/>
              </a:xfrm>
            </p:grpSpPr>
            <p:sp>
              <p:nvSpPr>
                <p:cNvPr id="7514" name="Google Shape;751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0" name="Google Shape;753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21"/>
              <p:cNvGrpSpPr/>
              <p:nvPr/>
            </p:nvGrpSpPr>
            <p:grpSpPr>
              <a:xfrm>
                <a:off x="2672051" y="2466803"/>
                <a:ext cx="88776" cy="97630"/>
                <a:chOff x="2291051" y="2466803"/>
                <a:chExt cx="88776" cy="97630"/>
              </a:xfrm>
            </p:grpSpPr>
            <p:sp>
              <p:nvSpPr>
                <p:cNvPr id="7534" name="Google Shape;753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3" name="Google Shape;756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21"/>
            <p:cNvGrpSpPr/>
            <p:nvPr/>
          </p:nvGrpSpPr>
          <p:grpSpPr>
            <a:xfrm rot="352659">
              <a:off x="3394332" y="1622136"/>
              <a:ext cx="676583" cy="547330"/>
              <a:chOff x="1981897" y="1546050"/>
              <a:chExt cx="676612" cy="547354"/>
            </a:xfrm>
          </p:grpSpPr>
          <p:grpSp>
            <p:nvGrpSpPr>
              <p:cNvPr id="7571" name="Google Shape;7571;p21"/>
              <p:cNvGrpSpPr/>
              <p:nvPr/>
            </p:nvGrpSpPr>
            <p:grpSpPr>
              <a:xfrm>
                <a:off x="2240847" y="1546050"/>
                <a:ext cx="258712" cy="250429"/>
                <a:chOff x="1490538" y="753834"/>
                <a:chExt cx="470985" cy="455906"/>
              </a:xfrm>
            </p:grpSpPr>
            <p:sp>
              <p:nvSpPr>
                <p:cNvPr id="7572" name="Google Shape;757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21"/>
              <p:cNvGrpSpPr/>
              <p:nvPr/>
            </p:nvGrpSpPr>
            <p:grpSpPr>
              <a:xfrm>
                <a:off x="2399797" y="1673288"/>
                <a:ext cx="258712" cy="250429"/>
                <a:chOff x="1490538" y="753834"/>
                <a:chExt cx="470985" cy="455906"/>
              </a:xfrm>
            </p:grpSpPr>
            <p:sp>
              <p:nvSpPr>
                <p:cNvPr id="7583" name="Google Shape;75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21"/>
              <p:cNvGrpSpPr/>
              <p:nvPr/>
            </p:nvGrpSpPr>
            <p:grpSpPr>
              <a:xfrm>
                <a:off x="2159535" y="1742038"/>
                <a:ext cx="258712" cy="250429"/>
                <a:chOff x="1490538" y="753834"/>
                <a:chExt cx="470985" cy="455906"/>
              </a:xfrm>
            </p:grpSpPr>
            <p:sp>
              <p:nvSpPr>
                <p:cNvPr id="7594" name="Google Shape;75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21"/>
              <p:cNvGrpSpPr/>
              <p:nvPr/>
            </p:nvGrpSpPr>
            <p:grpSpPr>
              <a:xfrm>
                <a:off x="2323985" y="1842975"/>
                <a:ext cx="258712" cy="250429"/>
                <a:chOff x="1490538" y="753834"/>
                <a:chExt cx="470985" cy="455906"/>
              </a:xfrm>
            </p:grpSpPr>
            <p:sp>
              <p:nvSpPr>
                <p:cNvPr id="7605" name="Google Shape;760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21"/>
              <p:cNvGrpSpPr/>
              <p:nvPr/>
            </p:nvGrpSpPr>
            <p:grpSpPr>
              <a:xfrm>
                <a:off x="1981897" y="1804075"/>
                <a:ext cx="258712" cy="250429"/>
                <a:chOff x="1490538" y="753834"/>
                <a:chExt cx="470985" cy="455906"/>
              </a:xfrm>
            </p:grpSpPr>
            <p:sp>
              <p:nvSpPr>
                <p:cNvPr id="7616" name="Google Shape;761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6" name="Google Shape;7626;p21"/>
            <p:cNvGrpSpPr/>
            <p:nvPr/>
          </p:nvGrpSpPr>
          <p:grpSpPr>
            <a:xfrm flipH="1">
              <a:off x="3270102" y="2806996"/>
              <a:ext cx="590853" cy="538858"/>
              <a:chOff x="2374102" y="2397733"/>
              <a:chExt cx="590853" cy="538858"/>
            </a:xfrm>
          </p:grpSpPr>
          <p:grpSp>
            <p:nvGrpSpPr>
              <p:cNvPr id="7627" name="Google Shape;7627;p21"/>
              <p:cNvGrpSpPr/>
              <p:nvPr/>
            </p:nvGrpSpPr>
            <p:grpSpPr>
              <a:xfrm>
                <a:off x="2374102" y="2397733"/>
                <a:ext cx="590853" cy="538858"/>
                <a:chOff x="1993102" y="2397733"/>
                <a:chExt cx="590853" cy="538858"/>
              </a:xfrm>
            </p:grpSpPr>
            <p:sp>
              <p:nvSpPr>
                <p:cNvPr id="7628" name="Google Shape;762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4" name="Google Shape;764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7" name="Google Shape;7647;p21"/>
              <p:cNvGrpSpPr/>
              <p:nvPr/>
            </p:nvGrpSpPr>
            <p:grpSpPr>
              <a:xfrm>
                <a:off x="2672051" y="2466803"/>
                <a:ext cx="88776" cy="97630"/>
                <a:chOff x="2291051" y="2466803"/>
                <a:chExt cx="88776" cy="97630"/>
              </a:xfrm>
            </p:grpSpPr>
            <p:sp>
              <p:nvSpPr>
                <p:cNvPr id="7648" name="Google Shape;764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7" name="Google Shape;767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21"/>
            <p:cNvGrpSpPr/>
            <p:nvPr/>
          </p:nvGrpSpPr>
          <p:grpSpPr>
            <a:xfrm>
              <a:off x="3446433" y="3091192"/>
              <a:ext cx="1319021" cy="1203001"/>
              <a:chOff x="2374102" y="2397733"/>
              <a:chExt cx="590853" cy="538858"/>
            </a:xfrm>
          </p:grpSpPr>
          <p:grpSp>
            <p:nvGrpSpPr>
              <p:cNvPr id="7685" name="Google Shape;7685;p21"/>
              <p:cNvGrpSpPr/>
              <p:nvPr/>
            </p:nvGrpSpPr>
            <p:grpSpPr>
              <a:xfrm>
                <a:off x="2374102" y="2397733"/>
                <a:ext cx="590853" cy="538858"/>
                <a:chOff x="1993102" y="2397733"/>
                <a:chExt cx="590853" cy="538858"/>
              </a:xfrm>
            </p:grpSpPr>
            <p:sp>
              <p:nvSpPr>
                <p:cNvPr id="7686" name="Google Shape;768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2" name="Google Shape;770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21"/>
              <p:cNvGrpSpPr/>
              <p:nvPr/>
            </p:nvGrpSpPr>
            <p:grpSpPr>
              <a:xfrm>
                <a:off x="2672051" y="2466803"/>
                <a:ext cx="88776" cy="97630"/>
                <a:chOff x="2291051" y="2466803"/>
                <a:chExt cx="88776" cy="97630"/>
              </a:xfrm>
            </p:grpSpPr>
            <p:sp>
              <p:nvSpPr>
                <p:cNvPr id="7706" name="Google Shape;770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5" name="Google Shape;773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21"/>
            <p:cNvGrpSpPr/>
            <p:nvPr/>
          </p:nvGrpSpPr>
          <p:grpSpPr>
            <a:xfrm>
              <a:off x="4490110" y="3659885"/>
              <a:ext cx="365767" cy="351686"/>
              <a:chOff x="1490538" y="753834"/>
              <a:chExt cx="470985" cy="455906"/>
            </a:xfrm>
          </p:grpSpPr>
          <p:sp>
            <p:nvSpPr>
              <p:cNvPr id="7743" name="Google Shape;774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21"/>
            <p:cNvGrpSpPr/>
            <p:nvPr/>
          </p:nvGrpSpPr>
          <p:grpSpPr>
            <a:xfrm rot="-975329">
              <a:off x="4865699" y="3543897"/>
              <a:ext cx="365789" cy="351698"/>
              <a:chOff x="1490538" y="753834"/>
              <a:chExt cx="470985" cy="455906"/>
            </a:xfrm>
          </p:grpSpPr>
          <p:sp>
            <p:nvSpPr>
              <p:cNvPr id="7754" name="Google Shape;775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64" name="Google Shape;7764;p21"/>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1"/>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1"/>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1"/>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1"/>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1"/>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1"/>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1"/>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1"/>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1"/>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1"/>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1"/>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1"/>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1"/>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1"/>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1"/>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1"/>
          <p:cNvSpPr/>
          <p:nvPr/>
        </p:nvSpPr>
        <p:spPr>
          <a:xfrm>
            <a:off x="8892587"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1"/>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1"/>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1"/>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1"/>
          <p:cNvSpPr/>
          <p:nvPr/>
        </p:nvSpPr>
        <p:spPr>
          <a:xfrm>
            <a:off x="3952875"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1"/>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1"/>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1"/>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1"/>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1"/>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1"/>
          <p:cNvSpPr txBox="1"/>
          <p:nvPr/>
        </p:nvSpPr>
        <p:spPr>
          <a:xfrm>
            <a:off x="3063325" y="3500625"/>
            <a:ext cx="3017400" cy="6402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including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791" name="Shape 7791"/>
        <p:cNvGrpSpPr/>
        <p:nvPr/>
      </p:nvGrpSpPr>
      <p:grpSpPr>
        <a:xfrm>
          <a:off x="0" y="0"/>
          <a:ext cx="0" cy="0"/>
          <a:chOff x="0" y="0"/>
          <a:chExt cx="0" cy="0"/>
        </a:xfrm>
      </p:grpSpPr>
      <p:grpSp>
        <p:nvGrpSpPr>
          <p:cNvPr id="7792" name="Google Shape;7792;p22"/>
          <p:cNvGrpSpPr/>
          <p:nvPr/>
        </p:nvGrpSpPr>
        <p:grpSpPr>
          <a:xfrm rot="5400000">
            <a:off x="439170" y="-1231703"/>
            <a:ext cx="2103111" cy="3943216"/>
            <a:chOff x="3238754" y="1037105"/>
            <a:chExt cx="2114316" cy="3971813"/>
          </a:xfrm>
        </p:grpSpPr>
        <p:grpSp>
          <p:nvGrpSpPr>
            <p:cNvPr id="7793" name="Google Shape;7793;p22"/>
            <p:cNvGrpSpPr/>
            <p:nvPr/>
          </p:nvGrpSpPr>
          <p:grpSpPr>
            <a:xfrm rot="352619">
              <a:off x="3514228" y="3929201"/>
              <a:ext cx="820714" cy="663927"/>
              <a:chOff x="1981897" y="1546050"/>
              <a:chExt cx="676612" cy="547354"/>
            </a:xfrm>
          </p:grpSpPr>
          <p:grpSp>
            <p:nvGrpSpPr>
              <p:cNvPr id="7794" name="Google Shape;7794;p22"/>
              <p:cNvGrpSpPr/>
              <p:nvPr/>
            </p:nvGrpSpPr>
            <p:grpSpPr>
              <a:xfrm>
                <a:off x="2240847" y="1546050"/>
                <a:ext cx="258712" cy="250429"/>
                <a:chOff x="1490538" y="753834"/>
                <a:chExt cx="470985" cy="455906"/>
              </a:xfrm>
            </p:grpSpPr>
            <p:sp>
              <p:nvSpPr>
                <p:cNvPr id="7795" name="Google Shape;779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22"/>
              <p:cNvGrpSpPr/>
              <p:nvPr/>
            </p:nvGrpSpPr>
            <p:grpSpPr>
              <a:xfrm>
                <a:off x="2399797" y="1673288"/>
                <a:ext cx="258712" cy="250429"/>
                <a:chOff x="1490538" y="753834"/>
                <a:chExt cx="470985" cy="455906"/>
              </a:xfrm>
            </p:grpSpPr>
            <p:sp>
              <p:nvSpPr>
                <p:cNvPr id="7806" name="Google Shape;780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22"/>
              <p:cNvGrpSpPr/>
              <p:nvPr/>
            </p:nvGrpSpPr>
            <p:grpSpPr>
              <a:xfrm>
                <a:off x="2159535" y="1742038"/>
                <a:ext cx="258712" cy="250429"/>
                <a:chOff x="1490538" y="753834"/>
                <a:chExt cx="470985" cy="455906"/>
              </a:xfrm>
            </p:grpSpPr>
            <p:sp>
              <p:nvSpPr>
                <p:cNvPr id="7817" name="Google Shape;781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22"/>
              <p:cNvGrpSpPr/>
              <p:nvPr/>
            </p:nvGrpSpPr>
            <p:grpSpPr>
              <a:xfrm>
                <a:off x="2323985" y="1842975"/>
                <a:ext cx="258712" cy="250429"/>
                <a:chOff x="1490538" y="753834"/>
                <a:chExt cx="470985" cy="455906"/>
              </a:xfrm>
            </p:grpSpPr>
            <p:sp>
              <p:nvSpPr>
                <p:cNvPr id="7828" name="Google Shape;782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22"/>
              <p:cNvGrpSpPr/>
              <p:nvPr/>
            </p:nvGrpSpPr>
            <p:grpSpPr>
              <a:xfrm>
                <a:off x="1981897" y="1804075"/>
                <a:ext cx="258712" cy="250429"/>
                <a:chOff x="1490538" y="753834"/>
                <a:chExt cx="470985" cy="455906"/>
              </a:xfrm>
            </p:grpSpPr>
            <p:sp>
              <p:nvSpPr>
                <p:cNvPr id="7839" name="Google Shape;783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9" name="Google Shape;7849;p22"/>
            <p:cNvGrpSpPr/>
            <p:nvPr/>
          </p:nvGrpSpPr>
          <p:grpSpPr>
            <a:xfrm flipH="1" rot="8833976">
              <a:off x="4214846" y="3438470"/>
              <a:ext cx="804524" cy="1469662"/>
              <a:chOff x="3377730" y="919968"/>
              <a:chExt cx="471039" cy="860470"/>
            </a:xfrm>
          </p:grpSpPr>
          <p:grpSp>
            <p:nvGrpSpPr>
              <p:cNvPr id="7850" name="Google Shape;7850;p22"/>
              <p:cNvGrpSpPr/>
              <p:nvPr/>
            </p:nvGrpSpPr>
            <p:grpSpPr>
              <a:xfrm>
                <a:off x="3377730" y="919968"/>
                <a:ext cx="408804" cy="692511"/>
                <a:chOff x="3377730" y="919968"/>
                <a:chExt cx="408804" cy="692511"/>
              </a:xfrm>
            </p:grpSpPr>
            <p:sp>
              <p:nvSpPr>
                <p:cNvPr id="7851" name="Google Shape;785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22"/>
              <p:cNvGrpSpPr/>
              <p:nvPr/>
            </p:nvGrpSpPr>
            <p:grpSpPr>
              <a:xfrm>
                <a:off x="3487239" y="1131104"/>
                <a:ext cx="361530" cy="649334"/>
                <a:chOff x="1266852" y="1150479"/>
                <a:chExt cx="361530" cy="649334"/>
              </a:xfrm>
            </p:grpSpPr>
            <p:sp>
              <p:nvSpPr>
                <p:cNvPr id="7864" name="Google Shape;786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2" name="Google Shape;7872;p22"/>
            <p:cNvGrpSpPr/>
            <p:nvPr/>
          </p:nvGrpSpPr>
          <p:grpSpPr>
            <a:xfrm rot="4488281">
              <a:off x="3583731" y="2580940"/>
              <a:ext cx="887798" cy="871068"/>
              <a:chOff x="3086354" y="1785830"/>
              <a:chExt cx="887833" cy="871102"/>
            </a:xfrm>
          </p:grpSpPr>
          <p:grpSp>
            <p:nvGrpSpPr>
              <p:cNvPr id="7873" name="Google Shape;7873;p22"/>
              <p:cNvGrpSpPr/>
              <p:nvPr/>
            </p:nvGrpSpPr>
            <p:grpSpPr>
              <a:xfrm rot="-2169427">
                <a:off x="3251277" y="1839739"/>
                <a:ext cx="408803" cy="692509"/>
                <a:chOff x="3377730" y="919968"/>
                <a:chExt cx="408804" cy="692511"/>
              </a:xfrm>
            </p:grpSpPr>
            <p:sp>
              <p:nvSpPr>
                <p:cNvPr id="7874" name="Google Shape;7874;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22"/>
              <p:cNvGrpSpPr/>
              <p:nvPr/>
            </p:nvGrpSpPr>
            <p:grpSpPr>
              <a:xfrm rot="-2169427">
                <a:off x="3455919" y="1963478"/>
                <a:ext cx="361529" cy="649332"/>
                <a:chOff x="1266852" y="1150479"/>
                <a:chExt cx="361530" cy="649334"/>
              </a:xfrm>
            </p:grpSpPr>
            <p:sp>
              <p:nvSpPr>
                <p:cNvPr id="7887" name="Google Shape;7887;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22"/>
            <p:cNvGrpSpPr/>
            <p:nvPr/>
          </p:nvGrpSpPr>
          <p:grpSpPr>
            <a:xfrm>
              <a:off x="3238754" y="1938230"/>
              <a:ext cx="887833" cy="871102"/>
              <a:chOff x="3086354" y="1785830"/>
              <a:chExt cx="887833" cy="871102"/>
            </a:xfrm>
          </p:grpSpPr>
          <p:grpSp>
            <p:nvGrpSpPr>
              <p:cNvPr id="7896" name="Google Shape;7896;p22"/>
              <p:cNvGrpSpPr/>
              <p:nvPr/>
            </p:nvGrpSpPr>
            <p:grpSpPr>
              <a:xfrm rot="-2169427">
                <a:off x="3251277" y="1839739"/>
                <a:ext cx="408803" cy="692509"/>
                <a:chOff x="3377730" y="919968"/>
                <a:chExt cx="408804" cy="692511"/>
              </a:xfrm>
            </p:grpSpPr>
            <p:sp>
              <p:nvSpPr>
                <p:cNvPr id="7897" name="Google Shape;7897;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22"/>
              <p:cNvGrpSpPr/>
              <p:nvPr/>
            </p:nvGrpSpPr>
            <p:grpSpPr>
              <a:xfrm rot="-2169427">
                <a:off x="3455919" y="1963478"/>
                <a:ext cx="361529" cy="649332"/>
                <a:chOff x="1266852" y="1150479"/>
                <a:chExt cx="361530" cy="649334"/>
              </a:xfrm>
            </p:grpSpPr>
            <p:sp>
              <p:nvSpPr>
                <p:cNvPr id="7910" name="Google Shape;7910;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8" name="Google Shape;7918;p22"/>
            <p:cNvGrpSpPr/>
            <p:nvPr/>
          </p:nvGrpSpPr>
          <p:grpSpPr>
            <a:xfrm>
              <a:off x="3490978" y="1037105"/>
              <a:ext cx="575468" cy="1051322"/>
              <a:chOff x="3377730" y="919968"/>
              <a:chExt cx="471039" cy="860470"/>
            </a:xfrm>
          </p:grpSpPr>
          <p:grpSp>
            <p:nvGrpSpPr>
              <p:cNvPr id="7919" name="Google Shape;7919;p22"/>
              <p:cNvGrpSpPr/>
              <p:nvPr/>
            </p:nvGrpSpPr>
            <p:grpSpPr>
              <a:xfrm>
                <a:off x="3377730" y="919968"/>
                <a:ext cx="408804" cy="692511"/>
                <a:chOff x="3377730" y="919968"/>
                <a:chExt cx="408804" cy="692511"/>
              </a:xfrm>
            </p:grpSpPr>
            <p:sp>
              <p:nvSpPr>
                <p:cNvPr id="7920" name="Google Shape;7920;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22"/>
              <p:cNvGrpSpPr/>
              <p:nvPr/>
            </p:nvGrpSpPr>
            <p:grpSpPr>
              <a:xfrm>
                <a:off x="3487239" y="1131104"/>
                <a:ext cx="361530" cy="649334"/>
                <a:chOff x="1266852" y="1150479"/>
                <a:chExt cx="361530" cy="649334"/>
              </a:xfrm>
            </p:grpSpPr>
            <p:sp>
              <p:nvSpPr>
                <p:cNvPr id="7933" name="Google Shape;7933;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22"/>
            <p:cNvGrpSpPr/>
            <p:nvPr/>
          </p:nvGrpSpPr>
          <p:grpSpPr>
            <a:xfrm>
              <a:off x="3517102" y="2473933"/>
              <a:ext cx="590853" cy="538858"/>
              <a:chOff x="2374102" y="2397733"/>
              <a:chExt cx="590853" cy="538858"/>
            </a:xfrm>
          </p:grpSpPr>
          <p:grpSp>
            <p:nvGrpSpPr>
              <p:cNvPr id="7942" name="Google Shape;7942;p22"/>
              <p:cNvGrpSpPr/>
              <p:nvPr/>
            </p:nvGrpSpPr>
            <p:grpSpPr>
              <a:xfrm>
                <a:off x="2374102" y="2397733"/>
                <a:ext cx="590853" cy="538858"/>
                <a:chOff x="1993102" y="2397733"/>
                <a:chExt cx="590853" cy="538858"/>
              </a:xfrm>
            </p:grpSpPr>
            <p:sp>
              <p:nvSpPr>
                <p:cNvPr id="7943" name="Google Shape;7943;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9" name="Google Shape;7959;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2" name="Google Shape;7962;p22"/>
              <p:cNvGrpSpPr/>
              <p:nvPr/>
            </p:nvGrpSpPr>
            <p:grpSpPr>
              <a:xfrm>
                <a:off x="2672051" y="2466803"/>
                <a:ext cx="88776" cy="97630"/>
                <a:chOff x="2291051" y="2466803"/>
                <a:chExt cx="88776" cy="97630"/>
              </a:xfrm>
            </p:grpSpPr>
            <p:sp>
              <p:nvSpPr>
                <p:cNvPr id="7963" name="Google Shape;7963;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2" name="Google Shape;7992;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22"/>
            <p:cNvGrpSpPr/>
            <p:nvPr/>
          </p:nvGrpSpPr>
          <p:grpSpPr>
            <a:xfrm rot="352659">
              <a:off x="3394332" y="1622136"/>
              <a:ext cx="676583" cy="547330"/>
              <a:chOff x="1981897" y="1546050"/>
              <a:chExt cx="676612" cy="547354"/>
            </a:xfrm>
          </p:grpSpPr>
          <p:grpSp>
            <p:nvGrpSpPr>
              <p:cNvPr id="8000" name="Google Shape;8000;p22"/>
              <p:cNvGrpSpPr/>
              <p:nvPr/>
            </p:nvGrpSpPr>
            <p:grpSpPr>
              <a:xfrm>
                <a:off x="2240847" y="1546050"/>
                <a:ext cx="258712" cy="250429"/>
                <a:chOff x="1490538" y="753834"/>
                <a:chExt cx="470985" cy="455906"/>
              </a:xfrm>
            </p:grpSpPr>
            <p:sp>
              <p:nvSpPr>
                <p:cNvPr id="8001" name="Google Shape;8001;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22"/>
              <p:cNvGrpSpPr/>
              <p:nvPr/>
            </p:nvGrpSpPr>
            <p:grpSpPr>
              <a:xfrm>
                <a:off x="2399797" y="1673288"/>
                <a:ext cx="258712" cy="250429"/>
                <a:chOff x="1490538" y="753834"/>
                <a:chExt cx="470985" cy="455906"/>
              </a:xfrm>
            </p:grpSpPr>
            <p:sp>
              <p:nvSpPr>
                <p:cNvPr id="8012" name="Google Shape;801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22"/>
              <p:cNvGrpSpPr/>
              <p:nvPr/>
            </p:nvGrpSpPr>
            <p:grpSpPr>
              <a:xfrm>
                <a:off x="2159535" y="1742038"/>
                <a:ext cx="258712" cy="250429"/>
                <a:chOff x="1490538" y="753834"/>
                <a:chExt cx="470985" cy="455906"/>
              </a:xfrm>
            </p:grpSpPr>
            <p:sp>
              <p:nvSpPr>
                <p:cNvPr id="8023" name="Google Shape;802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22"/>
              <p:cNvGrpSpPr/>
              <p:nvPr/>
            </p:nvGrpSpPr>
            <p:grpSpPr>
              <a:xfrm>
                <a:off x="2323985" y="1842975"/>
                <a:ext cx="258712" cy="250429"/>
                <a:chOff x="1490538" y="753834"/>
                <a:chExt cx="470985" cy="455906"/>
              </a:xfrm>
            </p:grpSpPr>
            <p:sp>
              <p:nvSpPr>
                <p:cNvPr id="8034" name="Google Shape;803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22"/>
              <p:cNvGrpSpPr/>
              <p:nvPr/>
            </p:nvGrpSpPr>
            <p:grpSpPr>
              <a:xfrm>
                <a:off x="1981897" y="1804075"/>
                <a:ext cx="258712" cy="250429"/>
                <a:chOff x="1490538" y="753834"/>
                <a:chExt cx="470985" cy="455906"/>
              </a:xfrm>
            </p:grpSpPr>
            <p:sp>
              <p:nvSpPr>
                <p:cNvPr id="8045" name="Google Shape;804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5" name="Google Shape;8055;p22"/>
            <p:cNvGrpSpPr/>
            <p:nvPr/>
          </p:nvGrpSpPr>
          <p:grpSpPr>
            <a:xfrm flipH="1">
              <a:off x="3270102" y="2806996"/>
              <a:ext cx="590853" cy="538858"/>
              <a:chOff x="2374102" y="2397733"/>
              <a:chExt cx="590853" cy="538858"/>
            </a:xfrm>
          </p:grpSpPr>
          <p:grpSp>
            <p:nvGrpSpPr>
              <p:cNvPr id="8056" name="Google Shape;8056;p22"/>
              <p:cNvGrpSpPr/>
              <p:nvPr/>
            </p:nvGrpSpPr>
            <p:grpSpPr>
              <a:xfrm>
                <a:off x="2374102" y="2397733"/>
                <a:ext cx="590853" cy="538858"/>
                <a:chOff x="1993102" y="2397733"/>
                <a:chExt cx="590853" cy="538858"/>
              </a:xfrm>
            </p:grpSpPr>
            <p:sp>
              <p:nvSpPr>
                <p:cNvPr id="8057" name="Google Shape;8057;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6" name="Google Shape;8076;p22"/>
              <p:cNvGrpSpPr/>
              <p:nvPr/>
            </p:nvGrpSpPr>
            <p:grpSpPr>
              <a:xfrm>
                <a:off x="2672051" y="2466803"/>
                <a:ext cx="88776" cy="97630"/>
                <a:chOff x="2291051" y="2466803"/>
                <a:chExt cx="88776" cy="97630"/>
              </a:xfrm>
            </p:grpSpPr>
            <p:sp>
              <p:nvSpPr>
                <p:cNvPr id="8077" name="Google Shape;8077;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6" name="Google Shape;8106;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22"/>
            <p:cNvGrpSpPr/>
            <p:nvPr/>
          </p:nvGrpSpPr>
          <p:grpSpPr>
            <a:xfrm>
              <a:off x="3446433" y="3091192"/>
              <a:ext cx="1319021" cy="1203001"/>
              <a:chOff x="2374102" y="2397733"/>
              <a:chExt cx="590853" cy="538858"/>
            </a:xfrm>
          </p:grpSpPr>
          <p:grpSp>
            <p:nvGrpSpPr>
              <p:cNvPr id="8114" name="Google Shape;8114;p22"/>
              <p:cNvGrpSpPr/>
              <p:nvPr/>
            </p:nvGrpSpPr>
            <p:grpSpPr>
              <a:xfrm>
                <a:off x="2374102" y="2397733"/>
                <a:ext cx="590853" cy="538858"/>
                <a:chOff x="1993102" y="2397733"/>
                <a:chExt cx="590853" cy="538858"/>
              </a:xfrm>
            </p:grpSpPr>
            <p:sp>
              <p:nvSpPr>
                <p:cNvPr id="8115" name="Google Shape;8115;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22"/>
              <p:cNvGrpSpPr/>
              <p:nvPr/>
            </p:nvGrpSpPr>
            <p:grpSpPr>
              <a:xfrm>
                <a:off x="2672051" y="2466803"/>
                <a:ext cx="88776" cy="97630"/>
                <a:chOff x="2291051" y="2466803"/>
                <a:chExt cx="88776" cy="97630"/>
              </a:xfrm>
            </p:grpSpPr>
            <p:sp>
              <p:nvSpPr>
                <p:cNvPr id="8135" name="Google Shape;8135;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4" name="Google Shape;8164;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22"/>
            <p:cNvGrpSpPr/>
            <p:nvPr/>
          </p:nvGrpSpPr>
          <p:grpSpPr>
            <a:xfrm>
              <a:off x="4490110" y="3659885"/>
              <a:ext cx="365767" cy="351686"/>
              <a:chOff x="1490538" y="753834"/>
              <a:chExt cx="470985" cy="455906"/>
            </a:xfrm>
          </p:grpSpPr>
          <p:sp>
            <p:nvSpPr>
              <p:cNvPr id="8172" name="Google Shape;817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22"/>
            <p:cNvGrpSpPr/>
            <p:nvPr/>
          </p:nvGrpSpPr>
          <p:grpSpPr>
            <a:xfrm rot="-975329">
              <a:off x="4865699" y="3543897"/>
              <a:ext cx="365789" cy="351698"/>
              <a:chOff x="1490538" y="753834"/>
              <a:chExt cx="470985" cy="455906"/>
            </a:xfrm>
          </p:grpSpPr>
          <p:sp>
            <p:nvSpPr>
              <p:cNvPr id="8183" name="Google Shape;818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3" name="Google Shape;8193;p22"/>
          <p:cNvGrpSpPr/>
          <p:nvPr/>
        </p:nvGrpSpPr>
        <p:grpSpPr>
          <a:xfrm flipH="1" rot="-5400000">
            <a:off x="6601720" y="-1231703"/>
            <a:ext cx="2103111" cy="3943216"/>
            <a:chOff x="3238754" y="1037105"/>
            <a:chExt cx="2114316" cy="3971813"/>
          </a:xfrm>
        </p:grpSpPr>
        <p:grpSp>
          <p:nvGrpSpPr>
            <p:cNvPr id="8194" name="Google Shape;8194;p22"/>
            <p:cNvGrpSpPr/>
            <p:nvPr/>
          </p:nvGrpSpPr>
          <p:grpSpPr>
            <a:xfrm rot="352619">
              <a:off x="3514228" y="3929201"/>
              <a:ext cx="820714" cy="663927"/>
              <a:chOff x="1981897" y="1546050"/>
              <a:chExt cx="676612" cy="547354"/>
            </a:xfrm>
          </p:grpSpPr>
          <p:grpSp>
            <p:nvGrpSpPr>
              <p:cNvPr id="8195" name="Google Shape;8195;p22"/>
              <p:cNvGrpSpPr/>
              <p:nvPr/>
            </p:nvGrpSpPr>
            <p:grpSpPr>
              <a:xfrm>
                <a:off x="2240847" y="1546050"/>
                <a:ext cx="258712" cy="250429"/>
                <a:chOff x="1490538" y="753834"/>
                <a:chExt cx="470985" cy="455906"/>
              </a:xfrm>
            </p:grpSpPr>
            <p:sp>
              <p:nvSpPr>
                <p:cNvPr id="8196" name="Google Shape;819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22"/>
              <p:cNvGrpSpPr/>
              <p:nvPr/>
            </p:nvGrpSpPr>
            <p:grpSpPr>
              <a:xfrm>
                <a:off x="2399797" y="1673288"/>
                <a:ext cx="258712" cy="250429"/>
                <a:chOff x="1490538" y="753834"/>
                <a:chExt cx="470985" cy="455906"/>
              </a:xfrm>
            </p:grpSpPr>
            <p:sp>
              <p:nvSpPr>
                <p:cNvPr id="8207" name="Google Shape;820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22"/>
              <p:cNvGrpSpPr/>
              <p:nvPr/>
            </p:nvGrpSpPr>
            <p:grpSpPr>
              <a:xfrm>
                <a:off x="2159535" y="1742038"/>
                <a:ext cx="258712" cy="250429"/>
                <a:chOff x="1490538" y="753834"/>
                <a:chExt cx="470985" cy="455906"/>
              </a:xfrm>
            </p:grpSpPr>
            <p:sp>
              <p:nvSpPr>
                <p:cNvPr id="8218" name="Google Shape;821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22"/>
              <p:cNvGrpSpPr/>
              <p:nvPr/>
            </p:nvGrpSpPr>
            <p:grpSpPr>
              <a:xfrm>
                <a:off x="2323985" y="1842975"/>
                <a:ext cx="258712" cy="250429"/>
                <a:chOff x="1490538" y="753834"/>
                <a:chExt cx="470985" cy="455906"/>
              </a:xfrm>
            </p:grpSpPr>
            <p:sp>
              <p:nvSpPr>
                <p:cNvPr id="8229" name="Google Shape;822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22"/>
              <p:cNvGrpSpPr/>
              <p:nvPr/>
            </p:nvGrpSpPr>
            <p:grpSpPr>
              <a:xfrm>
                <a:off x="1981897" y="1804075"/>
                <a:ext cx="258712" cy="250429"/>
                <a:chOff x="1490538" y="753834"/>
                <a:chExt cx="470985" cy="455906"/>
              </a:xfrm>
            </p:grpSpPr>
            <p:sp>
              <p:nvSpPr>
                <p:cNvPr id="8240" name="Google Shape;8240;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0" name="Google Shape;8250;p22"/>
            <p:cNvGrpSpPr/>
            <p:nvPr/>
          </p:nvGrpSpPr>
          <p:grpSpPr>
            <a:xfrm flipH="1" rot="8833976">
              <a:off x="4214846" y="3438470"/>
              <a:ext cx="804524" cy="1469662"/>
              <a:chOff x="3377730" y="919968"/>
              <a:chExt cx="471039" cy="860470"/>
            </a:xfrm>
          </p:grpSpPr>
          <p:grpSp>
            <p:nvGrpSpPr>
              <p:cNvPr id="8251" name="Google Shape;8251;p22"/>
              <p:cNvGrpSpPr/>
              <p:nvPr/>
            </p:nvGrpSpPr>
            <p:grpSpPr>
              <a:xfrm>
                <a:off x="3377730" y="919968"/>
                <a:ext cx="408804" cy="692511"/>
                <a:chOff x="3377730" y="919968"/>
                <a:chExt cx="408804" cy="692511"/>
              </a:xfrm>
            </p:grpSpPr>
            <p:sp>
              <p:nvSpPr>
                <p:cNvPr id="8252" name="Google Shape;8252;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22"/>
              <p:cNvGrpSpPr/>
              <p:nvPr/>
            </p:nvGrpSpPr>
            <p:grpSpPr>
              <a:xfrm>
                <a:off x="3487239" y="1131104"/>
                <a:ext cx="361530" cy="649334"/>
                <a:chOff x="1266852" y="1150479"/>
                <a:chExt cx="361530" cy="649334"/>
              </a:xfrm>
            </p:grpSpPr>
            <p:sp>
              <p:nvSpPr>
                <p:cNvPr id="8265" name="Google Shape;8265;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3" name="Google Shape;8273;p22"/>
            <p:cNvGrpSpPr/>
            <p:nvPr/>
          </p:nvGrpSpPr>
          <p:grpSpPr>
            <a:xfrm rot="4488281">
              <a:off x="3583731" y="2580940"/>
              <a:ext cx="887798" cy="871068"/>
              <a:chOff x="3086354" y="1785830"/>
              <a:chExt cx="887833" cy="871102"/>
            </a:xfrm>
          </p:grpSpPr>
          <p:grpSp>
            <p:nvGrpSpPr>
              <p:cNvPr id="8274" name="Google Shape;8274;p22"/>
              <p:cNvGrpSpPr/>
              <p:nvPr/>
            </p:nvGrpSpPr>
            <p:grpSpPr>
              <a:xfrm rot="-2169427">
                <a:off x="3251277" y="1839739"/>
                <a:ext cx="408803" cy="692509"/>
                <a:chOff x="3377730" y="919968"/>
                <a:chExt cx="408804" cy="692511"/>
              </a:xfrm>
            </p:grpSpPr>
            <p:sp>
              <p:nvSpPr>
                <p:cNvPr id="8275" name="Google Shape;8275;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22"/>
              <p:cNvGrpSpPr/>
              <p:nvPr/>
            </p:nvGrpSpPr>
            <p:grpSpPr>
              <a:xfrm rot="-2169427">
                <a:off x="3455919" y="1963478"/>
                <a:ext cx="361529" cy="649332"/>
                <a:chOff x="1266852" y="1150479"/>
                <a:chExt cx="361530" cy="649334"/>
              </a:xfrm>
            </p:grpSpPr>
            <p:sp>
              <p:nvSpPr>
                <p:cNvPr id="8288" name="Google Shape;8288;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6" name="Google Shape;8296;p22"/>
            <p:cNvGrpSpPr/>
            <p:nvPr/>
          </p:nvGrpSpPr>
          <p:grpSpPr>
            <a:xfrm>
              <a:off x="3238754" y="1938230"/>
              <a:ext cx="887833" cy="871102"/>
              <a:chOff x="3086354" y="1785830"/>
              <a:chExt cx="887833" cy="871102"/>
            </a:xfrm>
          </p:grpSpPr>
          <p:grpSp>
            <p:nvGrpSpPr>
              <p:cNvPr id="8297" name="Google Shape;8297;p22"/>
              <p:cNvGrpSpPr/>
              <p:nvPr/>
            </p:nvGrpSpPr>
            <p:grpSpPr>
              <a:xfrm rot="-2169427">
                <a:off x="3251277" y="1839739"/>
                <a:ext cx="408803" cy="692509"/>
                <a:chOff x="3377730" y="919968"/>
                <a:chExt cx="408804" cy="692511"/>
              </a:xfrm>
            </p:grpSpPr>
            <p:sp>
              <p:nvSpPr>
                <p:cNvPr id="8298" name="Google Shape;8298;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22"/>
              <p:cNvGrpSpPr/>
              <p:nvPr/>
            </p:nvGrpSpPr>
            <p:grpSpPr>
              <a:xfrm rot="-2169427">
                <a:off x="3455919" y="1963478"/>
                <a:ext cx="361529" cy="649332"/>
                <a:chOff x="1266852" y="1150479"/>
                <a:chExt cx="361530" cy="649334"/>
              </a:xfrm>
            </p:grpSpPr>
            <p:sp>
              <p:nvSpPr>
                <p:cNvPr id="8311" name="Google Shape;8311;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9" name="Google Shape;8319;p22"/>
            <p:cNvGrpSpPr/>
            <p:nvPr/>
          </p:nvGrpSpPr>
          <p:grpSpPr>
            <a:xfrm>
              <a:off x="3490978" y="1037105"/>
              <a:ext cx="575468" cy="1051322"/>
              <a:chOff x="3377730" y="919968"/>
              <a:chExt cx="471039" cy="860470"/>
            </a:xfrm>
          </p:grpSpPr>
          <p:grpSp>
            <p:nvGrpSpPr>
              <p:cNvPr id="8320" name="Google Shape;8320;p22"/>
              <p:cNvGrpSpPr/>
              <p:nvPr/>
            </p:nvGrpSpPr>
            <p:grpSpPr>
              <a:xfrm>
                <a:off x="3377730" y="919968"/>
                <a:ext cx="408804" cy="692511"/>
                <a:chOff x="3377730" y="919968"/>
                <a:chExt cx="408804" cy="692511"/>
              </a:xfrm>
            </p:grpSpPr>
            <p:sp>
              <p:nvSpPr>
                <p:cNvPr id="8321" name="Google Shape;832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22"/>
              <p:cNvGrpSpPr/>
              <p:nvPr/>
            </p:nvGrpSpPr>
            <p:grpSpPr>
              <a:xfrm>
                <a:off x="3487239" y="1131104"/>
                <a:ext cx="361530" cy="649334"/>
                <a:chOff x="1266852" y="1150479"/>
                <a:chExt cx="361530" cy="649334"/>
              </a:xfrm>
            </p:grpSpPr>
            <p:sp>
              <p:nvSpPr>
                <p:cNvPr id="8334" name="Google Shape;833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2" name="Google Shape;8342;p22"/>
            <p:cNvGrpSpPr/>
            <p:nvPr/>
          </p:nvGrpSpPr>
          <p:grpSpPr>
            <a:xfrm>
              <a:off x="3517102" y="2473933"/>
              <a:ext cx="590853" cy="538858"/>
              <a:chOff x="2374102" y="2397733"/>
              <a:chExt cx="590853" cy="538858"/>
            </a:xfrm>
          </p:grpSpPr>
          <p:grpSp>
            <p:nvGrpSpPr>
              <p:cNvPr id="8343" name="Google Shape;8343;p22"/>
              <p:cNvGrpSpPr/>
              <p:nvPr/>
            </p:nvGrpSpPr>
            <p:grpSpPr>
              <a:xfrm>
                <a:off x="2374102" y="2397733"/>
                <a:ext cx="590853" cy="538858"/>
                <a:chOff x="1993102" y="2397733"/>
                <a:chExt cx="590853" cy="538858"/>
              </a:xfrm>
            </p:grpSpPr>
            <p:sp>
              <p:nvSpPr>
                <p:cNvPr id="8344" name="Google Shape;8344;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0" name="Google Shape;8360;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22"/>
              <p:cNvGrpSpPr/>
              <p:nvPr/>
            </p:nvGrpSpPr>
            <p:grpSpPr>
              <a:xfrm>
                <a:off x="2672051" y="2466803"/>
                <a:ext cx="88776" cy="97630"/>
                <a:chOff x="2291051" y="2466803"/>
                <a:chExt cx="88776" cy="97630"/>
              </a:xfrm>
            </p:grpSpPr>
            <p:sp>
              <p:nvSpPr>
                <p:cNvPr id="8364" name="Google Shape;8364;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3" name="Google Shape;8393;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22"/>
            <p:cNvGrpSpPr/>
            <p:nvPr/>
          </p:nvGrpSpPr>
          <p:grpSpPr>
            <a:xfrm rot="352659">
              <a:off x="3394332" y="1622136"/>
              <a:ext cx="676583" cy="547330"/>
              <a:chOff x="1981897" y="1546050"/>
              <a:chExt cx="676612" cy="547354"/>
            </a:xfrm>
          </p:grpSpPr>
          <p:grpSp>
            <p:nvGrpSpPr>
              <p:cNvPr id="8401" name="Google Shape;8401;p22"/>
              <p:cNvGrpSpPr/>
              <p:nvPr/>
            </p:nvGrpSpPr>
            <p:grpSpPr>
              <a:xfrm>
                <a:off x="2240847" y="1546050"/>
                <a:ext cx="258712" cy="250429"/>
                <a:chOff x="1490538" y="753834"/>
                <a:chExt cx="470985" cy="455906"/>
              </a:xfrm>
            </p:grpSpPr>
            <p:sp>
              <p:nvSpPr>
                <p:cNvPr id="8402" name="Google Shape;840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22"/>
              <p:cNvGrpSpPr/>
              <p:nvPr/>
            </p:nvGrpSpPr>
            <p:grpSpPr>
              <a:xfrm>
                <a:off x="2399797" y="1673288"/>
                <a:ext cx="258712" cy="250429"/>
                <a:chOff x="1490538" y="753834"/>
                <a:chExt cx="470985" cy="455906"/>
              </a:xfrm>
            </p:grpSpPr>
            <p:sp>
              <p:nvSpPr>
                <p:cNvPr id="8413" name="Google Shape;841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22"/>
              <p:cNvGrpSpPr/>
              <p:nvPr/>
            </p:nvGrpSpPr>
            <p:grpSpPr>
              <a:xfrm>
                <a:off x="2159535" y="1742038"/>
                <a:ext cx="258712" cy="250429"/>
                <a:chOff x="1490538" y="753834"/>
                <a:chExt cx="470985" cy="455906"/>
              </a:xfrm>
            </p:grpSpPr>
            <p:sp>
              <p:nvSpPr>
                <p:cNvPr id="8424" name="Google Shape;842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22"/>
              <p:cNvGrpSpPr/>
              <p:nvPr/>
            </p:nvGrpSpPr>
            <p:grpSpPr>
              <a:xfrm>
                <a:off x="2323985" y="1842975"/>
                <a:ext cx="258712" cy="250429"/>
                <a:chOff x="1490538" y="753834"/>
                <a:chExt cx="470985" cy="455906"/>
              </a:xfrm>
            </p:grpSpPr>
            <p:sp>
              <p:nvSpPr>
                <p:cNvPr id="8435" name="Google Shape;843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22"/>
              <p:cNvGrpSpPr/>
              <p:nvPr/>
            </p:nvGrpSpPr>
            <p:grpSpPr>
              <a:xfrm>
                <a:off x="1981897" y="1804075"/>
                <a:ext cx="258712" cy="250429"/>
                <a:chOff x="1490538" y="753834"/>
                <a:chExt cx="470985" cy="455906"/>
              </a:xfrm>
            </p:grpSpPr>
            <p:sp>
              <p:nvSpPr>
                <p:cNvPr id="8446" name="Google Shape;844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6" name="Google Shape;8456;p22"/>
            <p:cNvGrpSpPr/>
            <p:nvPr/>
          </p:nvGrpSpPr>
          <p:grpSpPr>
            <a:xfrm flipH="1">
              <a:off x="3270102" y="2806996"/>
              <a:ext cx="590853" cy="538858"/>
              <a:chOff x="2374102" y="2397733"/>
              <a:chExt cx="590853" cy="538858"/>
            </a:xfrm>
          </p:grpSpPr>
          <p:grpSp>
            <p:nvGrpSpPr>
              <p:cNvPr id="8457" name="Google Shape;8457;p22"/>
              <p:cNvGrpSpPr/>
              <p:nvPr/>
            </p:nvGrpSpPr>
            <p:grpSpPr>
              <a:xfrm>
                <a:off x="2374102" y="2397733"/>
                <a:ext cx="590853" cy="538858"/>
                <a:chOff x="1993102" y="2397733"/>
                <a:chExt cx="590853" cy="538858"/>
              </a:xfrm>
            </p:grpSpPr>
            <p:sp>
              <p:nvSpPr>
                <p:cNvPr id="8458" name="Google Shape;8458;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4" name="Google Shape;8474;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22"/>
              <p:cNvGrpSpPr/>
              <p:nvPr/>
            </p:nvGrpSpPr>
            <p:grpSpPr>
              <a:xfrm>
                <a:off x="2672051" y="2466803"/>
                <a:ext cx="88776" cy="97630"/>
                <a:chOff x="2291051" y="2466803"/>
                <a:chExt cx="88776" cy="97630"/>
              </a:xfrm>
            </p:grpSpPr>
            <p:sp>
              <p:nvSpPr>
                <p:cNvPr id="8478" name="Google Shape;8478;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22"/>
            <p:cNvGrpSpPr/>
            <p:nvPr/>
          </p:nvGrpSpPr>
          <p:grpSpPr>
            <a:xfrm>
              <a:off x="3446433" y="3091192"/>
              <a:ext cx="1319021" cy="1203001"/>
              <a:chOff x="2374102" y="2397733"/>
              <a:chExt cx="590853" cy="538858"/>
            </a:xfrm>
          </p:grpSpPr>
          <p:grpSp>
            <p:nvGrpSpPr>
              <p:cNvPr id="8515" name="Google Shape;8515;p22"/>
              <p:cNvGrpSpPr/>
              <p:nvPr/>
            </p:nvGrpSpPr>
            <p:grpSpPr>
              <a:xfrm>
                <a:off x="2374102" y="2397733"/>
                <a:ext cx="590853" cy="538858"/>
                <a:chOff x="1993102" y="2397733"/>
                <a:chExt cx="590853" cy="538858"/>
              </a:xfrm>
            </p:grpSpPr>
            <p:sp>
              <p:nvSpPr>
                <p:cNvPr id="8516" name="Google Shape;8516;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22"/>
              <p:cNvGrpSpPr/>
              <p:nvPr/>
            </p:nvGrpSpPr>
            <p:grpSpPr>
              <a:xfrm>
                <a:off x="2672051" y="2466803"/>
                <a:ext cx="88776" cy="97630"/>
                <a:chOff x="2291051" y="2466803"/>
                <a:chExt cx="88776" cy="97630"/>
              </a:xfrm>
            </p:grpSpPr>
            <p:sp>
              <p:nvSpPr>
                <p:cNvPr id="8536" name="Google Shape;8536;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5" name="Google Shape;8565;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22"/>
            <p:cNvGrpSpPr/>
            <p:nvPr/>
          </p:nvGrpSpPr>
          <p:grpSpPr>
            <a:xfrm>
              <a:off x="4490110" y="3659885"/>
              <a:ext cx="365767" cy="351686"/>
              <a:chOff x="1490538" y="753834"/>
              <a:chExt cx="470985" cy="455906"/>
            </a:xfrm>
          </p:grpSpPr>
          <p:sp>
            <p:nvSpPr>
              <p:cNvPr id="8573" name="Google Shape;857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22"/>
            <p:cNvGrpSpPr/>
            <p:nvPr/>
          </p:nvGrpSpPr>
          <p:grpSpPr>
            <a:xfrm rot="-975329">
              <a:off x="4865699" y="3543897"/>
              <a:ext cx="365789" cy="351698"/>
              <a:chOff x="1490538" y="753834"/>
              <a:chExt cx="470985" cy="455906"/>
            </a:xfrm>
          </p:grpSpPr>
          <p:sp>
            <p:nvSpPr>
              <p:cNvPr id="8584" name="Google Shape;858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594" name="Shape 8594"/>
        <p:cNvGrpSpPr/>
        <p:nvPr/>
      </p:nvGrpSpPr>
      <p:grpSpPr>
        <a:xfrm>
          <a:off x="0" y="0"/>
          <a:ext cx="0" cy="0"/>
          <a:chOff x="0" y="0"/>
          <a:chExt cx="0" cy="0"/>
        </a:xfrm>
      </p:grpSpPr>
      <p:grpSp>
        <p:nvGrpSpPr>
          <p:cNvPr id="8595" name="Google Shape;8595;p23"/>
          <p:cNvGrpSpPr/>
          <p:nvPr/>
        </p:nvGrpSpPr>
        <p:grpSpPr>
          <a:xfrm flipH="1">
            <a:off x="8310579" y="183377"/>
            <a:ext cx="684032" cy="697236"/>
            <a:chOff x="121063" y="211715"/>
            <a:chExt cx="684032" cy="697236"/>
          </a:xfrm>
        </p:grpSpPr>
        <p:grpSp>
          <p:nvGrpSpPr>
            <p:cNvPr id="8596" name="Google Shape;8596;p23"/>
            <p:cNvGrpSpPr/>
            <p:nvPr/>
          </p:nvGrpSpPr>
          <p:grpSpPr>
            <a:xfrm flipH="1">
              <a:off x="482506" y="211715"/>
              <a:ext cx="322588" cy="124262"/>
              <a:chOff x="2449294" y="636165"/>
              <a:chExt cx="322588" cy="124262"/>
            </a:xfrm>
          </p:grpSpPr>
          <p:sp>
            <p:nvSpPr>
              <p:cNvPr id="8597" name="Google Shape;859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23"/>
            <p:cNvGrpSpPr/>
            <p:nvPr/>
          </p:nvGrpSpPr>
          <p:grpSpPr>
            <a:xfrm>
              <a:off x="121063" y="377859"/>
              <a:ext cx="470985" cy="455906"/>
              <a:chOff x="1490538" y="753834"/>
              <a:chExt cx="470985" cy="455906"/>
            </a:xfrm>
          </p:grpSpPr>
          <p:sp>
            <p:nvSpPr>
              <p:cNvPr id="8607" name="Google Shape;860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7" name="Google Shape;861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23"/>
          <p:cNvGrpSpPr/>
          <p:nvPr/>
        </p:nvGrpSpPr>
        <p:grpSpPr>
          <a:xfrm flipH="1" rot="10800000">
            <a:off x="149379" y="4254877"/>
            <a:ext cx="684032" cy="697236"/>
            <a:chOff x="121063" y="211715"/>
            <a:chExt cx="684032" cy="697236"/>
          </a:xfrm>
        </p:grpSpPr>
        <p:grpSp>
          <p:nvGrpSpPr>
            <p:cNvPr id="8621" name="Google Shape;8621;p23"/>
            <p:cNvGrpSpPr/>
            <p:nvPr/>
          </p:nvGrpSpPr>
          <p:grpSpPr>
            <a:xfrm flipH="1">
              <a:off x="482506" y="211715"/>
              <a:ext cx="322588" cy="124262"/>
              <a:chOff x="2449294" y="636165"/>
              <a:chExt cx="322588" cy="124262"/>
            </a:xfrm>
          </p:grpSpPr>
          <p:sp>
            <p:nvSpPr>
              <p:cNvPr id="8622" name="Google Shape;862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23"/>
            <p:cNvGrpSpPr/>
            <p:nvPr/>
          </p:nvGrpSpPr>
          <p:grpSpPr>
            <a:xfrm>
              <a:off x="121063" y="377859"/>
              <a:ext cx="470985" cy="455906"/>
              <a:chOff x="1490538" y="753834"/>
              <a:chExt cx="470985" cy="455906"/>
            </a:xfrm>
          </p:grpSpPr>
          <p:sp>
            <p:nvSpPr>
              <p:cNvPr id="8632" name="Google Shape;863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2" name="Google Shape;864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23"/>
          <p:cNvGrpSpPr/>
          <p:nvPr/>
        </p:nvGrpSpPr>
        <p:grpSpPr>
          <a:xfrm>
            <a:off x="149379" y="183377"/>
            <a:ext cx="684032" cy="697236"/>
            <a:chOff x="121063" y="211715"/>
            <a:chExt cx="684032" cy="697236"/>
          </a:xfrm>
        </p:grpSpPr>
        <p:grpSp>
          <p:nvGrpSpPr>
            <p:cNvPr id="8646" name="Google Shape;8646;p23"/>
            <p:cNvGrpSpPr/>
            <p:nvPr/>
          </p:nvGrpSpPr>
          <p:grpSpPr>
            <a:xfrm flipH="1">
              <a:off x="482506" y="211715"/>
              <a:ext cx="322588" cy="124262"/>
              <a:chOff x="2449294" y="636165"/>
              <a:chExt cx="322588" cy="124262"/>
            </a:xfrm>
          </p:grpSpPr>
          <p:sp>
            <p:nvSpPr>
              <p:cNvPr id="8647" name="Google Shape;864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23"/>
            <p:cNvGrpSpPr/>
            <p:nvPr/>
          </p:nvGrpSpPr>
          <p:grpSpPr>
            <a:xfrm>
              <a:off x="121063" y="377859"/>
              <a:ext cx="470985" cy="455906"/>
              <a:chOff x="1490538" y="753834"/>
              <a:chExt cx="470985" cy="455906"/>
            </a:xfrm>
          </p:grpSpPr>
          <p:sp>
            <p:nvSpPr>
              <p:cNvPr id="8657" name="Google Shape;865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7" name="Google Shape;866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23"/>
          <p:cNvGrpSpPr/>
          <p:nvPr/>
        </p:nvGrpSpPr>
        <p:grpSpPr>
          <a:xfrm rot="10800000">
            <a:off x="8310579" y="4254877"/>
            <a:ext cx="684032" cy="697236"/>
            <a:chOff x="121063" y="211715"/>
            <a:chExt cx="684032" cy="697236"/>
          </a:xfrm>
        </p:grpSpPr>
        <p:grpSp>
          <p:nvGrpSpPr>
            <p:cNvPr id="8671" name="Google Shape;8671;p23"/>
            <p:cNvGrpSpPr/>
            <p:nvPr/>
          </p:nvGrpSpPr>
          <p:grpSpPr>
            <a:xfrm flipH="1">
              <a:off x="482506" y="211715"/>
              <a:ext cx="322588" cy="124262"/>
              <a:chOff x="2449294" y="636165"/>
              <a:chExt cx="322588" cy="124262"/>
            </a:xfrm>
          </p:grpSpPr>
          <p:sp>
            <p:nvSpPr>
              <p:cNvPr id="8672" name="Google Shape;867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23"/>
            <p:cNvGrpSpPr/>
            <p:nvPr/>
          </p:nvGrpSpPr>
          <p:grpSpPr>
            <a:xfrm>
              <a:off x="121063" y="377859"/>
              <a:ext cx="470985" cy="455906"/>
              <a:chOff x="1490538" y="753834"/>
              <a:chExt cx="470985" cy="455906"/>
            </a:xfrm>
          </p:grpSpPr>
          <p:sp>
            <p:nvSpPr>
              <p:cNvPr id="8682" name="Google Shape;868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2" name="Google Shape;869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331645"/>
            <a:ext cx="7704000" cy="640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1pPr>
            <a:lvl2pPr lvl="1"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2pPr>
            <a:lvl3pPr lvl="2"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3pPr>
            <a:lvl4pPr lvl="3"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4pPr>
            <a:lvl5pPr lvl="4"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5pPr>
            <a:lvl6pPr lvl="5"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6pPr>
            <a:lvl7pPr lvl="6"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7pPr>
            <a:lvl8pPr lvl="7"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8pPr>
            <a:lvl9pPr lvl="8"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en.wikipedia.org/wiki/Brazil#cite_note-Philander2012-18" TargetMode="External"/><Relationship Id="rId11" Type="http://schemas.openxmlformats.org/officeDocument/2006/relationships/hyperlink" Target="https://en.wikipedia.org/wiki/Federal_District_(Brazil)" TargetMode="External"/><Relationship Id="rId10" Type="http://schemas.openxmlformats.org/officeDocument/2006/relationships/hyperlink" Target="https://en.wikipedia.org/wiki/Federative_units_of_Brazil" TargetMode="External"/><Relationship Id="rId21" Type="http://schemas.openxmlformats.org/officeDocument/2006/relationships/hyperlink" Target="https://en.wikipedia.org/wiki/Brazil#cite_note-CrocittiVallance2011-19" TargetMode="External"/><Relationship Id="rId13" Type="http://schemas.openxmlformats.org/officeDocument/2006/relationships/hyperlink" Target="https://en.wikipedia.org/wiki/List_of_municipalities_in_Brazil_by_population" TargetMode="External"/><Relationship Id="rId12" Type="http://schemas.openxmlformats.org/officeDocument/2006/relationships/hyperlink" Target="https://en.wikipedia.org/wiki/Bras%C3%ADlia" TargetMode="External"/><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image" Target="../media/image4.png"/><Relationship Id="rId4" Type="http://schemas.openxmlformats.org/officeDocument/2006/relationships/hyperlink" Target="https://en.wikipedia.org/wiki/Brazil#cite_note-15" TargetMode="External"/><Relationship Id="rId9" Type="http://schemas.openxmlformats.org/officeDocument/2006/relationships/hyperlink" Target="https://en.wikipedia.org/wiki/Federation" TargetMode="External"/><Relationship Id="rId15" Type="http://schemas.openxmlformats.org/officeDocument/2006/relationships/hyperlink" Target="https://en.wikipedia.org/wiki/Rio_de_Janeiro" TargetMode="External"/><Relationship Id="rId14" Type="http://schemas.openxmlformats.org/officeDocument/2006/relationships/hyperlink" Target="https://en.wikipedia.org/wiki/S%C3%A3o_Paulo" TargetMode="External"/><Relationship Id="rId17" Type="http://schemas.openxmlformats.org/officeDocument/2006/relationships/hyperlink" Target="https://en.wikipedia.org/wiki/Americas" TargetMode="External"/><Relationship Id="rId16" Type="http://schemas.openxmlformats.org/officeDocument/2006/relationships/hyperlink" Target="https://en.wikipedia.org/wiki/Community_of_Portuguese_Language_Countries" TargetMode="External"/><Relationship Id="rId5" Type="http://schemas.openxmlformats.org/officeDocument/2006/relationships/hyperlink" Target="https://en.wikipedia.org/wiki/Brazil#cite_note-17" TargetMode="External"/><Relationship Id="rId19" Type="http://schemas.openxmlformats.org/officeDocument/2006/relationships/hyperlink" Target="https://en.wikipedia.org/wiki/Portuguese-speaking_world" TargetMode="External"/><Relationship Id="rId6" Type="http://schemas.openxmlformats.org/officeDocument/2006/relationships/hyperlink" Target="https://en.wikipedia.org/wiki/South_America" TargetMode="External"/><Relationship Id="rId18" Type="http://schemas.openxmlformats.org/officeDocument/2006/relationships/hyperlink" Target="https://en.wikipedia.org/wiki/Portuguese_language" TargetMode="External"/><Relationship Id="rId7" Type="http://schemas.openxmlformats.org/officeDocument/2006/relationships/hyperlink" Target="https://en.wikipedia.org/wiki/List_of_countries_and_dependencies_by_area" TargetMode="External"/><Relationship Id="rId8" Type="http://schemas.openxmlformats.org/officeDocument/2006/relationships/hyperlink" Target="https://en.wikipedia.org/wiki/List_of_countries_and_dependencies_by_population"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 Id="rId3" Type="http://schemas.openxmlformats.org/officeDocument/2006/relationships/image" Target="../media/image1.png"/><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 Id="rId3" Type="http://schemas.openxmlformats.org/officeDocument/2006/relationships/hyperlink" Target="https://en.wikipedia.org/wiki/Dilma_Rousseff" TargetMode="External"/><Relationship Id="rId4" Type="http://schemas.openxmlformats.org/officeDocument/2006/relationships/hyperlink" Target="https://en.wikipedia.org/wiki/Deforestation_of_the_Amazon_rainforest#cite_note-112" TargetMode="External"/><Relationship Id="rId5" Type="http://schemas.openxmlformats.org/officeDocument/2006/relationships/hyperlink" Target="https://en.wikipedia.org/wiki/Deforestation_of_the_Amazon_rainforest#cite_note-127"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 Id="rId3" Type="http://schemas.openxmlformats.org/officeDocument/2006/relationships/image" Target="../media/image5.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 Id="rId3" Type="http://schemas.openxmlformats.org/officeDocument/2006/relationships/image" Target="../media/image6.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 Id="rId3" Type="http://schemas.openxmlformats.org/officeDocument/2006/relationships/hyperlink" Target="https://en.wikipedia.org/wiki/Brazil" TargetMode="External"/><Relationship Id="rId4" Type="http://schemas.openxmlformats.org/officeDocument/2006/relationships/hyperlink" Target="https://rusticpathways.com/blog/fun-facts-about-brazil" TargetMode="External"/><Relationship Id="rId5" Type="http://schemas.openxmlformats.org/officeDocument/2006/relationships/hyperlink" Target="https://www.amazonconservation.org/the-challenge/threats/" TargetMode="External"/><Relationship Id="rId6" Type="http://schemas.openxmlformats.org/officeDocument/2006/relationships/hyperlink" Target="https://ballardbrief.byu.edu/issue-briefs/deforestation-in-the-amazon-rainforest" TargetMode="External"/><Relationship Id="rId7" Type="http://schemas.openxmlformats.org/officeDocument/2006/relationships/hyperlink" Target="https://www.international.gc.ca/world-monde/stories-histoires/2026/2026-05-20-amazonia-amazonie.aspx?lang=eng"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98" name="Shape 8698"/>
        <p:cNvGrpSpPr/>
        <p:nvPr/>
      </p:nvGrpSpPr>
      <p:grpSpPr>
        <a:xfrm>
          <a:off x="0" y="0"/>
          <a:ext cx="0" cy="0"/>
          <a:chOff x="0" y="0"/>
          <a:chExt cx="0" cy="0"/>
        </a:xfrm>
      </p:grpSpPr>
      <p:sp>
        <p:nvSpPr>
          <p:cNvPr id="8699" name="Google Shape;8699;p24"/>
          <p:cNvSpPr txBox="1"/>
          <p:nvPr>
            <p:ph type="ctrTitle"/>
          </p:nvPr>
        </p:nvSpPr>
        <p:spPr>
          <a:xfrm>
            <a:off x="720000" y="1471789"/>
            <a:ext cx="7704000" cy="16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4"/>
                </a:solidFill>
              </a:rPr>
              <a:t>Brazil</a:t>
            </a:r>
            <a:r>
              <a:rPr lang="en">
                <a:solidFill>
                  <a:schemeClr val="accent4"/>
                </a:solidFill>
              </a:rPr>
              <a:t>: </a:t>
            </a:r>
            <a:br>
              <a:rPr lang="en">
                <a:solidFill>
                  <a:schemeClr val="accent4"/>
                </a:solidFill>
              </a:rPr>
            </a:br>
            <a:r>
              <a:rPr lang="en" sz="4700"/>
              <a:t>Deforestation in the Amazon</a:t>
            </a:r>
            <a:endParaRPr sz="4700">
              <a:solidFill>
                <a:schemeClr val="dk2"/>
              </a:solidFill>
            </a:endParaRPr>
          </a:p>
        </p:txBody>
      </p:sp>
      <p:sp>
        <p:nvSpPr>
          <p:cNvPr id="8700" name="Google Shape;8700;p24"/>
          <p:cNvSpPr txBox="1"/>
          <p:nvPr/>
        </p:nvSpPr>
        <p:spPr>
          <a:xfrm>
            <a:off x="2528400" y="3117600"/>
            <a:ext cx="4087200" cy="554100"/>
          </a:xfrm>
          <a:prstGeom prst="rect">
            <a:avLst/>
          </a:prstGeom>
          <a:noFill/>
          <a:ln>
            <a:noFill/>
          </a:ln>
        </p:spPr>
        <p:txBody>
          <a:bodyPr anchorCtr="0" anchor="t" bIns="91425" lIns="91425" spcFirstLastPara="1" rIns="91425" wrap="square" tIns="91425">
            <a:spAutoFit/>
          </a:bodyPr>
          <a:lstStyle/>
          <a:p>
            <a:pPr indent="0" lvl="0" marL="0" rtl="0" algn="ctr">
              <a:lnSpc>
                <a:spcPct val="80000"/>
              </a:lnSpc>
              <a:spcBef>
                <a:spcPts val="0"/>
              </a:spcBef>
              <a:spcAft>
                <a:spcPts val="0"/>
              </a:spcAft>
              <a:buNone/>
            </a:pPr>
            <a:r>
              <a:rPr lang="en" sz="3000">
                <a:solidFill>
                  <a:schemeClr val="accent4"/>
                </a:solidFill>
                <a:latin typeface="Sriracha"/>
                <a:ea typeface="Sriracha"/>
                <a:cs typeface="Sriracha"/>
                <a:sym typeface="Sriracha"/>
              </a:rPr>
              <a:t>Presented by Evie</a:t>
            </a:r>
            <a:endParaRPr sz="1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4" name="Shape 8704"/>
        <p:cNvGrpSpPr/>
        <p:nvPr/>
      </p:nvGrpSpPr>
      <p:grpSpPr>
        <a:xfrm>
          <a:off x="0" y="0"/>
          <a:ext cx="0" cy="0"/>
          <a:chOff x="0" y="0"/>
          <a:chExt cx="0" cy="0"/>
        </a:xfrm>
      </p:grpSpPr>
      <p:pic>
        <p:nvPicPr>
          <p:cNvPr id="8705" name="Google Shape;8705;p25"/>
          <p:cNvPicPr preferRelativeResize="0"/>
          <p:nvPr/>
        </p:nvPicPr>
        <p:blipFill rotWithShape="1">
          <a:blip r:embed="rId3">
            <a:alphaModFix/>
          </a:blip>
          <a:srcRect b="0" l="16439" r="22496" t="0"/>
          <a:stretch/>
        </p:blipFill>
        <p:spPr>
          <a:xfrm>
            <a:off x="4773500" y="702300"/>
            <a:ext cx="4059000" cy="3738900"/>
          </a:xfrm>
          <a:prstGeom prst="roundRect">
            <a:avLst>
              <a:gd fmla="val 31360" name="adj"/>
            </a:avLst>
          </a:prstGeom>
          <a:noFill/>
          <a:ln>
            <a:noFill/>
          </a:ln>
        </p:spPr>
      </p:pic>
      <p:sp>
        <p:nvSpPr>
          <p:cNvPr id="8706" name="Google Shape;8706;p25"/>
          <p:cNvSpPr txBox="1"/>
          <p:nvPr>
            <p:ph type="title"/>
          </p:nvPr>
        </p:nvSpPr>
        <p:spPr>
          <a:xfrm>
            <a:off x="205200" y="94838"/>
            <a:ext cx="4190700" cy="69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Brazil</a:t>
            </a:r>
            <a:endParaRPr/>
          </a:p>
        </p:txBody>
      </p:sp>
      <p:grpSp>
        <p:nvGrpSpPr>
          <p:cNvPr id="8707" name="Google Shape;8707;p25"/>
          <p:cNvGrpSpPr/>
          <p:nvPr/>
        </p:nvGrpSpPr>
        <p:grpSpPr>
          <a:xfrm flipH="1" rot="-5400000">
            <a:off x="6764893" y="-1361463"/>
            <a:ext cx="2353234" cy="4389250"/>
            <a:chOff x="3238754" y="1037105"/>
            <a:chExt cx="2114316" cy="3971813"/>
          </a:xfrm>
        </p:grpSpPr>
        <p:grpSp>
          <p:nvGrpSpPr>
            <p:cNvPr id="8708" name="Google Shape;8708;p25"/>
            <p:cNvGrpSpPr/>
            <p:nvPr/>
          </p:nvGrpSpPr>
          <p:grpSpPr>
            <a:xfrm rot="352619">
              <a:off x="3514228" y="3929201"/>
              <a:ext cx="820714" cy="663927"/>
              <a:chOff x="1981897" y="1546050"/>
              <a:chExt cx="676612" cy="547354"/>
            </a:xfrm>
          </p:grpSpPr>
          <p:grpSp>
            <p:nvGrpSpPr>
              <p:cNvPr id="8709" name="Google Shape;8709;p25"/>
              <p:cNvGrpSpPr/>
              <p:nvPr/>
            </p:nvGrpSpPr>
            <p:grpSpPr>
              <a:xfrm>
                <a:off x="2240847" y="1546050"/>
                <a:ext cx="258712" cy="250429"/>
                <a:chOff x="1490538" y="753834"/>
                <a:chExt cx="470985" cy="455906"/>
              </a:xfrm>
            </p:grpSpPr>
            <p:sp>
              <p:nvSpPr>
                <p:cNvPr id="8710" name="Google Shape;8710;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25"/>
              <p:cNvGrpSpPr/>
              <p:nvPr/>
            </p:nvGrpSpPr>
            <p:grpSpPr>
              <a:xfrm>
                <a:off x="2399797" y="1673288"/>
                <a:ext cx="258712" cy="250429"/>
                <a:chOff x="1490538" y="753834"/>
                <a:chExt cx="470985" cy="455906"/>
              </a:xfrm>
            </p:grpSpPr>
            <p:sp>
              <p:nvSpPr>
                <p:cNvPr id="8721" name="Google Shape;8721;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25"/>
              <p:cNvGrpSpPr/>
              <p:nvPr/>
            </p:nvGrpSpPr>
            <p:grpSpPr>
              <a:xfrm>
                <a:off x="2159535" y="1742038"/>
                <a:ext cx="258712" cy="250429"/>
                <a:chOff x="1490538" y="753834"/>
                <a:chExt cx="470985" cy="455906"/>
              </a:xfrm>
            </p:grpSpPr>
            <p:sp>
              <p:nvSpPr>
                <p:cNvPr id="8732" name="Google Shape;8732;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25"/>
              <p:cNvGrpSpPr/>
              <p:nvPr/>
            </p:nvGrpSpPr>
            <p:grpSpPr>
              <a:xfrm>
                <a:off x="2323985" y="1842975"/>
                <a:ext cx="258712" cy="250429"/>
                <a:chOff x="1490538" y="753834"/>
                <a:chExt cx="470985" cy="455906"/>
              </a:xfrm>
            </p:grpSpPr>
            <p:sp>
              <p:nvSpPr>
                <p:cNvPr id="8743" name="Google Shape;8743;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25"/>
              <p:cNvGrpSpPr/>
              <p:nvPr/>
            </p:nvGrpSpPr>
            <p:grpSpPr>
              <a:xfrm>
                <a:off x="1981897" y="1804075"/>
                <a:ext cx="258712" cy="250429"/>
                <a:chOff x="1490538" y="753834"/>
                <a:chExt cx="470985" cy="455906"/>
              </a:xfrm>
            </p:grpSpPr>
            <p:sp>
              <p:nvSpPr>
                <p:cNvPr id="8754" name="Google Shape;8754;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4" name="Google Shape;8764;p25"/>
            <p:cNvGrpSpPr/>
            <p:nvPr/>
          </p:nvGrpSpPr>
          <p:grpSpPr>
            <a:xfrm flipH="1" rot="8833976">
              <a:off x="4214846" y="3438470"/>
              <a:ext cx="804524" cy="1469662"/>
              <a:chOff x="3377730" y="919968"/>
              <a:chExt cx="471039" cy="860470"/>
            </a:xfrm>
          </p:grpSpPr>
          <p:grpSp>
            <p:nvGrpSpPr>
              <p:cNvPr id="8765" name="Google Shape;8765;p25"/>
              <p:cNvGrpSpPr/>
              <p:nvPr/>
            </p:nvGrpSpPr>
            <p:grpSpPr>
              <a:xfrm>
                <a:off x="3377730" y="919968"/>
                <a:ext cx="408804" cy="692511"/>
                <a:chOff x="3377730" y="919968"/>
                <a:chExt cx="408804" cy="692511"/>
              </a:xfrm>
            </p:grpSpPr>
            <p:sp>
              <p:nvSpPr>
                <p:cNvPr id="8766" name="Google Shape;8766;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25"/>
              <p:cNvGrpSpPr/>
              <p:nvPr/>
            </p:nvGrpSpPr>
            <p:grpSpPr>
              <a:xfrm>
                <a:off x="3487239" y="1131104"/>
                <a:ext cx="361530" cy="649334"/>
                <a:chOff x="1266852" y="1150479"/>
                <a:chExt cx="361530" cy="649334"/>
              </a:xfrm>
            </p:grpSpPr>
            <p:sp>
              <p:nvSpPr>
                <p:cNvPr id="8779" name="Google Shape;8779;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7" name="Google Shape;8787;p25"/>
            <p:cNvGrpSpPr/>
            <p:nvPr/>
          </p:nvGrpSpPr>
          <p:grpSpPr>
            <a:xfrm rot="4488281">
              <a:off x="3583731" y="2580940"/>
              <a:ext cx="887798" cy="871068"/>
              <a:chOff x="3086354" y="1785830"/>
              <a:chExt cx="887833" cy="871102"/>
            </a:xfrm>
          </p:grpSpPr>
          <p:grpSp>
            <p:nvGrpSpPr>
              <p:cNvPr id="8788" name="Google Shape;8788;p25"/>
              <p:cNvGrpSpPr/>
              <p:nvPr/>
            </p:nvGrpSpPr>
            <p:grpSpPr>
              <a:xfrm rot="-2169427">
                <a:off x="3251277" y="1839739"/>
                <a:ext cx="408803" cy="692509"/>
                <a:chOff x="3377730" y="919968"/>
                <a:chExt cx="408804" cy="692511"/>
              </a:xfrm>
            </p:grpSpPr>
            <p:sp>
              <p:nvSpPr>
                <p:cNvPr id="8789" name="Google Shape;8789;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25"/>
              <p:cNvGrpSpPr/>
              <p:nvPr/>
            </p:nvGrpSpPr>
            <p:grpSpPr>
              <a:xfrm rot="-2169427">
                <a:off x="3455919" y="1963478"/>
                <a:ext cx="361529" cy="649332"/>
                <a:chOff x="1266852" y="1150479"/>
                <a:chExt cx="361530" cy="649334"/>
              </a:xfrm>
            </p:grpSpPr>
            <p:sp>
              <p:nvSpPr>
                <p:cNvPr id="8802" name="Google Shape;8802;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0" name="Google Shape;8810;p25"/>
            <p:cNvGrpSpPr/>
            <p:nvPr/>
          </p:nvGrpSpPr>
          <p:grpSpPr>
            <a:xfrm>
              <a:off x="3238754" y="1938230"/>
              <a:ext cx="887833" cy="871102"/>
              <a:chOff x="3086354" y="1785830"/>
              <a:chExt cx="887833" cy="871102"/>
            </a:xfrm>
          </p:grpSpPr>
          <p:grpSp>
            <p:nvGrpSpPr>
              <p:cNvPr id="8811" name="Google Shape;8811;p25"/>
              <p:cNvGrpSpPr/>
              <p:nvPr/>
            </p:nvGrpSpPr>
            <p:grpSpPr>
              <a:xfrm rot="-2169427">
                <a:off x="3251277" y="1839739"/>
                <a:ext cx="408803" cy="692509"/>
                <a:chOff x="3377730" y="919968"/>
                <a:chExt cx="408804" cy="692511"/>
              </a:xfrm>
            </p:grpSpPr>
            <p:sp>
              <p:nvSpPr>
                <p:cNvPr id="8812" name="Google Shape;8812;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25"/>
              <p:cNvGrpSpPr/>
              <p:nvPr/>
            </p:nvGrpSpPr>
            <p:grpSpPr>
              <a:xfrm rot="-2169427">
                <a:off x="3455919" y="1963478"/>
                <a:ext cx="361529" cy="649332"/>
                <a:chOff x="1266852" y="1150479"/>
                <a:chExt cx="361530" cy="649334"/>
              </a:xfrm>
            </p:grpSpPr>
            <p:sp>
              <p:nvSpPr>
                <p:cNvPr id="8825" name="Google Shape;8825;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3" name="Google Shape;8833;p25"/>
            <p:cNvGrpSpPr/>
            <p:nvPr/>
          </p:nvGrpSpPr>
          <p:grpSpPr>
            <a:xfrm>
              <a:off x="3490978" y="1037105"/>
              <a:ext cx="575468" cy="1051322"/>
              <a:chOff x="3377730" y="919968"/>
              <a:chExt cx="471039" cy="860470"/>
            </a:xfrm>
          </p:grpSpPr>
          <p:grpSp>
            <p:nvGrpSpPr>
              <p:cNvPr id="8834" name="Google Shape;8834;p25"/>
              <p:cNvGrpSpPr/>
              <p:nvPr/>
            </p:nvGrpSpPr>
            <p:grpSpPr>
              <a:xfrm>
                <a:off x="3377730" y="919968"/>
                <a:ext cx="408804" cy="692511"/>
                <a:chOff x="3377730" y="919968"/>
                <a:chExt cx="408804" cy="692511"/>
              </a:xfrm>
            </p:grpSpPr>
            <p:sp>
              <p:nvSpPr>
                <p:cNvPr id="8835" name="Google Shape;8835;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25"/>
              <p:cNvGrpSpPr/>
              <p:nvPr/>
            </p:nvGrpSpPr>
            <p:grpSpPr>
              <a:xfrm>
                <a:off x="3487239" y="1131104"/>
                <a:ext cx="361530" cy="649334"/>
                <a:chOff x="1266852" y="1150479"/>
                <a:chExt cx="361530" cy="649334"/>
              </a:xfrm>
            </p:grpSpPr>
            <p:sp>
              <p:nvSpPr>
                <p:cNvPr id="8848" name="Google Shape;8848;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6" name="Google Shape;8856;p25"/>
            <p:cNvGrpSpPr/>
            <p:nvPr/>
          </p:nvGrpSpPr>
          <p:grpSpPr>
            <a:xfrm>
              <a:off x="3517102" y="2473933"/>
              <a:ext cx="590853" cy="538858"/>
              <a:chOff x="2374102" y="2397733"/>
              <a:chExt cx="590853" cy="538858"/>
            </a:xfrm>
          </p:grpSpPr>
          <p:grpSp>
            <p:nvGrpSpPr>
              <p:cNvPr id="8857" name="Google Shape;8857;p25"/>
              <p:cNvGrpSpPr/>
              <p:nvPr/>
            </p:nvGrpSpPr>
            <p:grpSpPr>
              <a:xfrm>
                <a:off x="2374102" y="2397733"/>
                <a:ext cx="590853" cy="538858"/>
                <a:chOff x="1993102" y="2397733"/>
                <a:chExt cx="590853" cy="538858"/>
              </a:xfrm>
            </p:grpSpPr>
            <p:sp>
              <p:nvSpPr>
                <p:cNvPr id="8858" name="Google Shape;8858;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4" name="Google Shape;8874;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7" name="Google Shape;8877;p25"/>
              <p:cNvGrpSpPr/>
              <p:nvPr/>
            </p:nvGrpSpPr>
            <p:grpSpPr>
              <a:xfrm>
                <a:off x="2672051" y="2466803"/>
                <a:ext cx="88776" cy="97630"/>
                <a:chOff x="2291051" y="2466803"/>
                <a:chExt cx="88776" cy="97630"/>
              </a:xfrm>
            </p:grpSpPr>
            <p:sp>
              <p:nvSpPr>
                <p:cNvPr id="8878" name="Google Shape;8878;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7" name="Google Shape;8907;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25"/>
            <p:cNvGrpSpPr/>
            <p:nvPr/>
          </p:nvGrpSpPr>
          <p:grpSpPr>
            <a:xfrm rot="352659">
              <a:off x="3394332" y="1622136"/>
              <a:ext cx="676583" cy="547330"/>
              <a:chOff x="1981897" y="1546050"/>
              <a:chExt cx="676612" cy="547354"/>
            </a:xfrm>
          </p:grpSpPr>
          <p:grpSp>
            <p:nvGrpSpPr>
              <p:cNvPr id="8915" name="Google Shape;8915;p25"/>
              <p:cNvGrpSpPr/>
              <p:nvPr/>
            </p:nvGrpSpPr>
            <p:grpSpPr>
              <a:xfrm>
                <a:off x="2240847" y="1546050"/>
                <a:ext cx="258712" cy="250429"/>
                <a:chOff x="1490538" y="753834"/>
                <a:chExt cx="470985" cy="455906"/>
              </a:xfrm>
            </p:grpSpPr>
            <p:sp>
              <p:nvSpPr>
                <p:cNvPr id="8916" name="Google Shape;8916;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25"/>
              <p:cNvGrpSpPr/>
              <p:nvPr/>
            </p:nvGrpSpPr>
            <p:grpSpPr>
              <a:xfrm>
                <a:off x="2399797" y="1673288"/>
                <a:ext cx="258712" cy="250429"/>
                <a:chOff x="1490538" y="753834"/>
                <a:chExt cx="470985" cy="455906"/>
              </a:xfrm>
            </p:grpSpPr>
            <p:sp>
              <p:nvSpPr>
                <p:cNvPr id="8927" name="Google Shape;8927;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25"/>
              <p:cNvGrpSpPr/>
              <p:nvPr/>
            </p:nvGrpSpPr>
            <p:grpSpPr>
              <a:xfrm>
                <a:off x="2159535" y="1742038"/>
                <a:ext cx="258712" cy="250429"/>
                <a:chOff x="1490538" y="753834"/>
                <a:chExt cx="470985" cy="455906"/>
              </a:xfrm>
            </p:grpSpPr>
            <p:sp>
              <p:nvSpPr>
                <p:cNvPr id="8938" name="Google Shape;8938;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25"/>
              <p:cNvGrpSpPr/>
              <p:nvPr/>
            </p:nvGrpSpPr>
            <p:grpSpPr>
              <a:xfrm>
                <a:off x="2323985" y="1842975"/>
                <a:ext cx="258712" cy="250429"/>
                <a:chOff x="1490538" y="753834"/>
                <a:chExt cx="470985" cy="455906"/>
              </a:xfrm>
            </p:grpSpPr>
            <p:sp>
              <p:nvSpPr>
                <p:cNvPr id="8949" name="Google Shape;8949;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25"/>
              <p:cNvGrpSpPr/>
              <p:nvPr/>
            </p:nvGrpSpPr>
            <p:grpSpPr>
              <a:xfrm>
                <a:off x="1981897" y="1804075"/>
                <a:ext cx="258712" cy="250429"/>
                <a:chOff x="1490538" y="753834"/>
                <a:chExt cx="470985" cy="455906"/>
              </a:xfrm>
            </p:grpSpPr>
            <p:sp>
              <p:nvSpPr>
                <p:cNvPr id="8960" name="Google Shape;8960;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0" name="Google Shape;8970;p25"/>
            <p:cNvGrpSpPr/>
            <p:nvPr/>
          </p:nvGrpSpPr>
          <p:grpSpPr>
            <a:xfrm flipH="1">
              <a:off x="3270102" y="2806996"/>
              <a:ext cx="590853" cy="538858"/>
              <a:chOff x="2374102" y="2397733"/>
              <a:chExt cx="590853" cy="538858"/>
            </a:xfrm>
          </p:grpSpPr>
          <p:grpSp>
            <p:nvGrpSpPr>
              <p:cNvPr id="8971" name="Google Shape;8971;p25"/>
              <p:cNvGrpSpPr/>
              <p:nvPr/>
            </p:nvGrpSpPr>
            <p:grpSpPr>
              <a:xfrm>
                <a:off x="2374102" y="2397733"/>
                <a:ext cx="590853" cy="538858"/>
                <a:chOff x="1993102" y="2397733"/>
                <a:chExt cx="590853" cy="538858"/>
              </a:xfrm>
            </p:grpSpPr>
            <p:sp>
              <p:nvSpPr>
                <p:cNvPr id="8972" name="Google Shape;8972;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8" name="Google Shape;8988;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1" name="Google Shape;8991;p25"/>
              <p:cNvGrpSpPr/>
              <p:nvPr/>
            </p:nvGrpSpPr>
            <p:grpSpPr>
              <a:xfrm>
                <a:off x="2672051" y="2466803"/>
                <a:ext cx="88776" cy="97630"/>
                <a:chOff x="2291051" y="2466803"/>
                <a:chExt cx="88776" cy="97630"/>
              </a:xfrm>
            </p:grpSpPr>
            <p:sp>
              <p:nvSpPr>
                <p:cNvPr id="8992" name="Google Shape;8992;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1" name="Google Shape;9021;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25"/>
            <p:cNvGrpSpPr/>
            <p:nvPr/>
          </p:nvGrpSpPr>
          <p:grpSpPr>
            <a:xfrm>
              <a:off x="3446433" y="3091192"/>
              <a:ext cx="1319021" cy="1203001"/>
              <a:chOff x="2374102" y="2397733"/>
              <a:chExt cx="590853" cy="538858"/>
            </a:xfrm>
          </p:grpSpPr>
          <p:grpSp>
            <p:nvGrpSpPr>
              <p:cNvPr id="9029" name="Google Shape;9029;p25"/>
              <p:cNvGrpSpPr/>
              <p:nvPr/>
            </p:nvGrpSpPr>
            <p:grpSpPr>
              <a:xfrm>
                <a:off x="2374102" y="2397733"/>
                <a:ext cx="590853" cy="538858"/>
                <a:chOff x="1993102" y="2397733"/>
                <a:chExt cx="590853" cy="538858"/>
              </a:xfrm>
            </p:grpSpPr>
            <p:sp>
              <p:nvSpPr>
                <p:cNvPr id="9030" name="Google Shape;9030;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6" name="Google Shape;9046;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9" name="Google Shape;9049;p25"/>
              <p:cNvGrpSpPr/>
              <p:nvPr/>
            </p:nvGrpSpPr>
            <p:grpSpPr>
              <a:xfrm>
                <a:off x="2672051" y="2466803"/>
                <a:ext cx="88776" cy="97630"/>
                <a:chOff x="2291051" y="2466803"/>
                <a:chExt cx="88776" cy="97630"/>
              </a:xfrm>
            </p:grpSpPr>
            <p:sp>
              <p:nvSpPr>
                <p:cNvPr id="9050" name="Google Shape;9050;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9" name="Google Shape;9079;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25"/>
            <p:cNvGrpSpPr/>
            <p:nvPr/>
          </p:nvGrpSpPr>
          <p:grpSpPr>
            <a:xfrm>
              <a:off x="4490110" y="3659885"/>
              <a:ext cx="365767" cy="351686"/>
              <a:chOff x="1490538" y="753834"/>
              <a:chExt cx="470985" cy="455906"/>
            </a:xfrm>
          </p:grpSpPr>
          <p:sp>
            <p:nvSpPr>
              <p:cNvPr id="9087" name="Google Shape;9087;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25"/>
            <p:cNvGrpSpPr/>
            <p:nvPr/>
          </p:nvGrpSpPr>
          <p:grpSpPr>
            <a:xfrm rot="-975329">
              <a:off x="4865699" y="3543897"/>
              <a:ext cx="365789" cy="351698"/>
              <a:chOff x="1490538" y="753834"/>
              <a:chExt cx="470985" cy="455906"/>
            </a:xfrm>
          </p:grpSpPr>
          <p:sp>
            <p:nvSpPr>
              <p:cNvPr id="9098" name="Google Shape;9098;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8" name="Google Shape;9108;p25"/>
          <p:cNvGrpSpPr/>
          <p:nvPr/>
        </p:nvGrpSpPr>
        <p:grpSpPr>
          <a:xfrm rot="-5400000">
            <a:off x="6764893" y="2115712"/>
            <a:ext cx="2353234" cy="4389250"/>
            <a:chOff x="3238754" y="1037105"/>
            <a:chExt cx="2114316" cy="3971813"/>
          </a:xfrm>
        </p:grpSpPr>
        <p:grpSp>
          <p:nvGrpSpPr>
            <p:cNvPr id="9109" name="Google Shape;9109;p25"/>
            <p:cNvGrpSpPr/>
            <p:nvPr/>
          </p:nvGrpSpPr>
          <p:grpSpPr>
            <a:xfrm rot="352619">
              <a:off x="3514228" y="3929201"/>
              <a:ext cx="820714" cy="663927"/>
              <a:chOff x="1981897" y="1546050"/>
              <a:chExt cx="676612" cy="547354"/>
            </a:xfrm>
          </p:grpSpPr>
          <p:grpSp>
            <p:nvGrpSpPr>
              <p:cNvPr id="9110" name="Google Shape;9110;p25"/>
              <p:cNvGrpSpPr/>
              <p:nvPr/>
            </p:nvGrpSpPr>
            <p:grpSpPr>
              <a:xfrm>
                <a:off x="2240847" y="1546050"/>
                <a:ext cx="258712" cy="250429"/>
                <a:chOff x="1490538" y="753834"/>
                <a:chExt cx="470985" cy="455906"/>
              </a:xfrm>
            </p:grpSpPr>
            <p:sp>
              <p:nvSpPr>
                <p:cNvPr id="9111" name="Google Shape;9111;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25"/>
              <p:cNvGrpSpPr/>
              <p:nvPr/>
            </p:nvGrpSpPr>
            <p:grpSpPr>
              <a:xfrm>
                <a:off x="2399797" y="1673288"/>
                <a:ext cx="258712" cy="250429"/>
                <a:chOff x="1490538" y="753834"/>
                <a:chExt cx="470985" cy="455906"/>
              </a:xfrm>
            </p:grpSpPr>
            <p:sp>
              <p:nvSpPr>
                <p:cNvPr id="9122" name="Google Shape;9122;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25"/>
              <p:cNvGrpSpPr/>
              <p:nvPr/>
            </p:nvGrpSpPr>
            <p:grpSpPr>
              <a:xfrm>
                <a:off x="2159535" y="1742038"/>
                <a:ext cx="258712" cy="250429"/>
                <a:chOff x="1490538" y="753834"/>
                <a:chExt cx="470985" cy="455906"/>
              </a:xfrm>
            </p:grpSpPr>
            <p:sp>
              <p:nvSpPr>
                <p:cNvPr id="9133" name="Google Shape;9133;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25"/>
              <p:cNvGrpSpPr/>
              <p:nvPr/>
            </p:nvGrpSpPr>
            <p:grpSpPr>
              <a:xfrm>
                <a:off x="2323985" y="1842975"/>
                <a:ext cx="258712" cy="250429"/>
                <a:chOff x="1490538" y="753834"/>
                <a:chExt cx="470985" cy="455906"/>
              </a:xfrm>
            </p:grpSpPr>
            <p:sp>
              <p:nvSpPr>
                <p:cNvPr id="9144" name="Google Shape;9144;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25"/>
              <p:cNvGrpSpPr/>
              <p:nvPr/>
            </p:nvGrpSpPr>
            <p:grpSpPr>
              <a:xfrm>
                <a:off x="1981897" y="1804075"/>
                <a:ext cx="258712" cy="250429"/>
                <a:chOff x="1490538" y="753834"/>
                <a:chExt cx="470985" cy="455906"/>
              </a:xfrm>
            </p:grpSpPr>
            <p:sp>
              <p:nvSpPr>
                <p:cNvPr id="9155" name="Google Shape;9155;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5" name="Google Shape;9165;p25"/>
            <p:cNvGrpSpPr/>
            <p:nvPr/>
          </p:nvGrpSpPr>
          <p:grpSpPr>
            <a:xfrm flipH="1" rot="8833976">
              <a:off x="4214846" y="3438470"/>
              <a:ext cx="804524" cy="1469662"/>
              <a:chOff x="3377730" y="919968"/>
              <a:chExt cx="471039" cy="860470"/>
            </a:xfrm>
          </p:grpSpPr>
          <p:grpSp>
            <p:nvGrpSpPr>
              <p:cNvPr id="9166" name="Google Shape;9166;p25"/>
              <p:cNvGrpSpPr/>
              <p:nvPr/>
            </p:nvGrpSpPr>
            <p:grpSpPr>
              <a:xfrm>
                <a:off x="3377730" y="919968"/>
                <a:ext cx="408804" cy="692511"/>
                <a:chOff x="3377730" y="919968"/>
                <a:chExt cx="408804" cy="692511"/>
              </a:xfrm>
            </p:grpSpPr>
            <p:sp>
              <p:nvSpPr>
                <p:cNvPr id="9167" name="Google Shape;9167;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25"/>
              <p:cNvGrpSpPr/>
              <p:nvPr/>
            </p:nvGrpSpPr>
            <p:grpSpPr>
              <a:xfrm>
                <a:off x="3487239" y="1131104"/>
                <a:ext cx="361530" cy="649334"/>
                <a:chOff x="1266852" y="1150479"/>
                <a:chExt cx="361530" cy="649334"/>
              </a:xfrm>
            </p:grpSpPr>
            <p:sp>
              <p:nvSpPr>
                <p:cNvPr id="9180" name="Google Shape;9180;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8" name="Google Shape;9188;p25"/>
            <p:cNvGrpSpPr/>
            <p:nvPr/>
          </p:nvGrpSpPr>
          <p:grpSpPr>
            <a:xfrm rot="4488281">
              <a:off x="3583731" y="2580940"/>
              <a:ext cx="887798" cy="871068"/>
              <a:chOff x="3086354" y="1785830"/>
              <a:chExt cx="887833" cy="871102"/>
            </a:xfrm>
          </p:grpSpPr>
          <p:grpSp>
            <p:nvGrpSpPr>
              <p:cNvPr id="9189" name="Google Shape;9189;p25"/>
              <p:cNvGrpSpPr/>
              <p:nvPr/>
            </p:nvGrpSpPr>
            <p:grpSpPr>
              <a:xfrm rot="-2169427">
                <a:off x="3251277" y="1839739"/>
                <a:ext cx="408803" cy="692509"/>
                <a:chOff x="3377730" y="919968"/>
                <a:chExt cx="408804" cy="692511"/>
              </a:xfrm>
            </p:grpSpPr>
            <p:sp>
              <p:nvSpPr>
                <p:cNvPr id="9190" name="Google Shape;9190;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25"/>
              <p:cNvGrpSpPr/>
              <p:nvPr/>
            </p:nvGrpSpPr>
            <p:grpSpPr>
              <a:xfrm rot="-2169427">
                <a:off x="3455919" y="1963478"/>
                <a:ext cx="361529" cy="649332"/>
                <a:chOff x="1266852" y="1150479"/>
                <a:chExt cx="361530" cy="649334"/>
              </a:xfrm>
            </p:grpSpPr>
            <p:sp>
              <p:nvSpPr>
                <p:cNvPr id="9203" name="Google Shape;9203;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1" name="Google Shape;9211;p25"/>
            <p:cNvGrpSpPr/>
            <p:nvPr/>
          </p:nvGrpSpPr>
          <p:grpSpPr>
            <a:xfrm>
              <a:off x="3238754" y="1938230"/>
              <a:ext cx="887833" cy="871102"/>
              <a:chOff x="3086354" y="1785830"/>
              <a:chExt cx="887833" cy="871102"/>
            </a:xfrm>
          </p:grpSpPr>
          <p:grpSp>
            <p:nvGrpSpPr>
              <p:cNvPr id="9212" name="Google Shape;9212;p25"/>
              <p:cNvGrpSpPr/>
              <p:nvPr/>
            </p:nvGrpSpPr>
            <p:grpSpPr>
              <a:xfrm rot="-2169427">
                <a:off x="3251277" y="1839739"/>
                <a:ext cx="408803" cy="692509"/>
                <a:chOff x="3377730" y="919968"/>
                <a:chExt cx="408804" cy="692511"/>
              </a:xfrm>
            </p:grpSpPr>
            <p:sp>
              <p:nvSpPr>
                <p:cNvPr id="9213" name="Google Shape;9213;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25"/>
              <p:cNvGrpSpPr/>
              <p:nvPr/>
            </p:nvGrpSpPr>
            <p:grpSpPr>
              <a:xfrm rot="-2169427">
                <a:off x="3455919" y="1963478"/>
                <a:ext cx="361529" cy="649332"/>
                <a:chOff x="1266852" y="1150479"/>
                <a:chExt cx="361530" cy="649334"/>
              </a:xfrm>
            </p:grpSpPr>
            <p:sp>
              <p:nvSpPr>
                <p:cNvPr id="9226" name="Google Shape;9226;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4" name="Google Shape;9234;p25"/>
            <p:cNvGrpSpPr/>
            <p:nvPr/>
          </p:nvGrpSpPr>
          <p:grpSpPr>
            <a:xfrm>
              <a:off x="3490978" y="1037105"/>
              <a:ext cx="575468" cy="1051322"/>
              <a:chOff x="3377730" y="919968"/>
              <a:chExt cx="471039" cy="860470"/>
            </a:xfrm>
          </p:grpSpPr>
          <p:grpSp>
            <p:nvGrpSpPr>
              <p:cNvPr id="9235" name="Google Shape;9235;p25"/>
              <p:cNvGrpSpPr/>
              <p:nvPr/>
            </p:nvGrpSpPr>
            <p:grpSpPr>
              <a:xfrm>
                <a:off x="3377730" y="919968"/>
                <a:ext cx="408804" cy="692511"/>
                <a:chOff x="3377730" y="919968"/>
                <a:chExt cx="408804" cy="692511"/>
              </a:xfrm>
            </p:grpSpPr>
            <p:sp>
              <p:nvSpPr>
                <p:cNvPr id="9236" name="Google Shape;9236;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25"/>
              <p:cNvGrpSpPr/>
              <p:nvPr/>
            </p:nvGrpSpPr>
            <p:grpSpPr>
              <a:xfrm>
                <a:off x="3487239" y="1131104"/>
                <a:ext cx="361530" cy="649334"/>
                <a:chOff x="1266852" y="1150479"/>
                <a:chExt cx="361530" cy="649334"/>
              </a:xfrm>
            </p:grpSpPr>
            <p:sp>
              <p:nvSpPr>
                <p:cNvPr id="9249" name="Google Shape;9249;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7" name="Google Shape;9257;p25"/>
            <p:cNvGrpSpPr/>
            <p:nvPr/>
          </p:nvGrpSpPr>
          <p:grpSpPr>
            <a:xfrm>
              <a:off x="3517102" y="2473933"/>
              <a:ext cx="590853" cy="538858"/>
              <a:chOff x="2374102" y="2397733"/>
              <a:chExt cx="590853" cy="538858"/>
            </a:xfrm>
          </p:grpSpPr>
          <p:grpSp>
            <p:nvGrpSpPr>
              <p:cNvPr id="9258" name="Google Shape;9258;p25"/>
              <p:cNvGrpSpPr/>
              <p:nvPr/>
            </p:nvGrpSpPr>
            <p:grpSpPr>
              <a:xfrm>
                <a:off x="2374102" y="2397733"/>
                <a:ext cx="590853" cy="538858"/>
                <a:chOff x="1993102" y="2397733"/>
                <a:chExt cx="590853" cy="538858"/>
              </a:xfrm>
            </p:grpSpPr>
            <p:sp>
              <p:nvSpPr>
                <p:cNvPr id="9259" name="Google Shape;9259;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5" name="Google Shape;9275;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8" name="Google Shape;9278;p25"/>
              <p:cNvGrpSpPr/>
              <p:nvPr/>
            </p:nvGrpSpPr>
            <p:grpSpPr>
              <a:xfrm>
                <a:off x="2672051" y="2466803"/>
                <a:ext cx="88776" cy="97630"/>
                <a:chOff x="2291051" y="2466803"/>
                <a:chExt cx="88776" cy="97630"/>
              </a:xfrm>
            </p:grpSpPr>
            <p:sp>
              <p:nvSpPr>
                <p:cNvPr id="9279" name="Google Shape;9279;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8" name="Google Shape;9308;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25"/>
            <p:cNvGrpSpPr/>
            <p:nvPr/>
          </p:nvGrpSpPr>
          <p:grpSpPr>
            <a:xfrm rot="352659">
              <a:off x="3394332" y="1622136"/>
              <a:ext cx="676583" cy="547330"/>
              <a:chOff x="1981897" y="1546050"/>
              <a:chExt cx="676612" cy="547354"/>
            </a:xfrm>
          </p:grpSpPr>
          <p:grpSp>
            <p:nvGrpSpPr>
              <p:cNvPr id="9316" name="Google Shape;9316;p25"/>
              <p:cNvGrpSpPr/>
              <p:nvPr/>
            </p:nvGrpSpPr>
            <p:grpSpPr>
              <a:xfrm>
                <a:off x="2240847" y="1546050"/>
                <a:ext cx="258712" cy="250429"/>
                <a:chOff x="1490538" y="753834"/>
                <a:chExt cx="470985" cy="455906"/>
              </a:xfrm>
            </p:grpSpPr>
            <p:sp>
              <p:nvSpPr>
                <p:cNvPr id="9317" name="Google Shape;9317;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25"/>
              <p:cNvGrpSpPr/>
              <p:nvPr/>
            </p:nvGrpSpPr>
            <p:grpSpPr>
              <a:xfrm>
                <a:off x="2399797" y="1673288"/>
                <a:ext cx="258712" cy="250429"/>
                <a:chOff x="1490538" y="753834"/>
                <a:chExt cx="470985" cy="455906"/>
              </a:xfrm>
            </p:grpSpPr>
            <p:sp>
              <p:nvSpPr>
                <p:cNvPr id="9328" name="Google Shape;9328;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25"/>
              <p:cNvGrpSpPr/>
              <p:nvPr/>
            </p:nvGrpSpPr>
            <p:grpSpPr>
              <a:xfrm>
                <a:off x="2159535" y="1742038"/>
                <a:ext cx="258712" cy="250429"/>
                <a:chOff x="1490538" y="753834"/>
                <a:chExt cx="470985" cy="455906"/>
              </a:xfrm>
            </p:grpSpPr>
            <p:sp>
              <p:nvSpPr>
                <p:cNvPr id="9339" name="Google Shape;9339;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25"/>
              <p:cNvGrpSpPr/>
              <p:nvPr/>
            </p:nvGrpSpPr>
            <p:grpSpPr>
              <a:xfrm>
                <a:off x="2323985" y="1842975"/>
                <a:ext cx="258712" cy="250429"/>
                <a:chOff x="1490538" y="753834"/>
                <a:chExt cx="470985" cy="455906"/>
              </a:xfrm>
            </p:grpSpPr>
            <p:sp>
              <p:nvSpPr>
                <p:cNvPr id="9350" name="Google Shape;9350;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25"/>
              <p:cNvGrpSpPr/>
              <p:nvPr/>
            </p:nvGrpSpPr>
            <p:grpSpPr>
              <a:xfrm>
                <a:off x="1981897" y="1804075"/>
                <a:ext cx="258712" cy="250429"/>
                <a:chOff x="1490538" y="753834"/>
                <a:chExt cx="470985" cy="455906"/>
              </a:xfrm>
            </p:grpSpPr>
            <p:sp>
              <p:nvSpPr>
                <p:cNvPr id="9361" name="Google Shape;9361;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1" name="Google Shape;9371;p25"/>
            <p:cNvGrpSpPr/>
            <p:nvPr/>
          </p:nvGrpSpPr>
          <p:grpSpPr>
            <a:xfrm flipH="1">
              <a:off x="3270102" y="2806996"/>
              <a:ext cx="590853" cy="538858"/>
              <a:chOff x="2374102" y="2397733"/>
              <a:chExt cx="590853" cy="538858"/>
            </a:xfrm>
          </p:grpSpPr>
          <p:grpSp>
            <p:nvGrpSpPr>
              <p:cNvPr id="9372" name="Google Shape;9372;p25"/>
              <p:cNvGrpSpPr/>
              <p:nvPr/>
            </p:nvGrpSpPr>
            <p:grpSpPr>
              <a:xfrm>
                <a:off x="2374102" y="2397733"/>
                <a:ext cx="590853" cy="538858"/>
                <a:chOff x="1993102" y="2397733"/>
                <a:chExt cx="590853" cy="538858"/>
              </a:xfrm>
            </p:grpSpPr>
            <p:sp>
              <p:nvSpPr>
                <p:cNvPr id="9373" name="Google Shape;9373;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9" name="Google Shape;9389;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2" name="Google Shape;9392;p25"/>
              <p:cNvGrpSpPr/>
              <p:nvPr/>
            </p:nvGrpSpPr>
            <p:grpSpPr>
              <a:xfrm>
                <a:off x="2672051" y="2466803"/>
                <a:ext cx="88776" cy="97630"/>
                <a:chOff x="2291051" y="2466803"/>
                <a:chExt cx="88776" cy="97630"/>
              </a:xfrm>
            </p:grpSpPr>
            <p:sp>
              <p:nvSpPr>
                <p:cNvPr id="9393" name="Google Shape;9393;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2" name="Google Shape;9422;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25"/>
            <p:cNvGrpSpPr/>
            <p:nvPr/>
          </p:nvGrpSpPr>
          <p:grpSpPr>
            <a:xfrm>
              <a:off x="3446433" y="3091192"/>
              <a:ext cx="1319021" cy="1203001"/>
              <a:chOff x="2374102" y="2397733"/>
              <a:chExt cx="590853" cy="538858"/>
            </a:xfrm>
          </p:grpSpPr>
          <p:grpSp>
            <p:nvGrpSpPr>
              <p:cNvPr id="9430" name="Google Shape;9430;p25"/>
              <p:cNvGrpSpPr/>
              <p:nvPr/>
            </p:nvGrpSpPr>
            <p:grpSpPr>
              <a:xfrm>
                <a:off x="2374102" y="2397733"/>
                <a:ext cx="590853" cy="538858"/>
                <a:chOff x="1993102" y="2397733"/>
                <a:chExt cx="590853" cy="538858"/>
              </a:xfrm>
            </p:grpSpPr>
            <p:sp>
              <p:nvSpPr>
                <p:cNvPr id="9431" name="Google Shape;9431;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7" name="Google Shape;9447;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0" name="Google Shape;9450;p25"/>
              <p:cNvGrpSpPr/>
              <p:nvPr/>
            </p:nvGrpSpPr>
            <p:grpSpPr>
              <a:xfrm>
                <a:off x="2672051" y="2466803"/>
                <a:ext cx="88776" cy="97630"/>
                <a:chOff x="2291051" y="2466803"/>
                <a:chExt cx="88776" cy="97630"/>
              </a:xfrm>
            </p:grpSpPr>
            <p:sp>
              <p:nvSpPr>
                <p:cNvPr id="9451" name="Google Shape;9451;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0" name="Google Shape;9480;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25"/>
            <p:cNvGrpSpPr/>
            <p:nvPr/>
          </p:nvGrpSpPr>
          <p:grpSpPr>
            <a:xfrm>
              <a:off x="4490110" y="3659885"/>
              <a:ext cx="365767" cy="351686"/>
              <a:chOff x="1490538" y="753834"/>
              <a:chExt cx="470985" cy="455906"/>
            </a:xfrm>
          </p:grpSpPr>
          <p:sp>
            <p:nvSpPr>
              <p:cNvPr id="9488" name="Google Shape;9488;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25"/>
            <p:cNvGrpSpPr/>
            <p:nvPr/>
          </p:nvGrpSpPr>
          <p:grpSpPr>
            <a:xfrm rot="-975329">
              <a:off x="4865699" y="3543897"/>
              <a:ext cx="365789" cy="351698"/>
              <a:chOff x="1490538" y="753834"/>
              <a:chExt cx="470985" cy="455906"/>
            </a:xfrm>
          </p:grpSpPr>
          <p:sp>
            <p:nvSpPr>
              <p:cNvPr id="9499" name="Google Shape;9499;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9" name="Google Shape;9509;p25"/>
          <p:cNvGrpSpPr/>
          <p:nvPr/>
        </p:nvGrpSpPr>
        <p:grpSpPr>
          <a:xfrm flipH="1" rot="1130779">
            <a:off x="4331443" y="-25892"/>
            <a:ext cx="686931" cy="696198"/>
            <a:chOff x="121063" y="211715"/>
            <a:chExt cx="684032" cy="697236"/>
          </a:xfrm>
        </p:grpSpPr>
        <p:grpSp>
          <p:nvGrpSpPr>
            <p:cNvPr id="9510" name="Google Shape;9510;p25"/>
            <p:cNvGrpSpPr/>
            <p:nvPr/>
          </p:nvGrpSpPr>
          <p:grpSpPr>
            <a:xfrm flipH="1">
              <a:off x="482506" y="211715"/>
              <a:ext cx="322588" cy="124262"/>
              <a:chOff x="2449294" y="636165"/>
              <a:chExt cx="322588" cy="124262"/>
            </a:xfrm>
          </p:grpSpPr>
          <p:sp>
            <p:nvSpPr>
              <p:cNvPr id="9511" name="Google Shape;9511;p2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2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2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2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2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25"/>
            <p:cNvGrpSpPr/>
            <p:nvPr/>
          </p:nvGrpSpPr>
          <p:grpSpPr>
            <a:xfrm>
              <a:off x="121063" y="377859"/>
              <a:ext cx="470985" cy="455906"/>
              <a:chOff x="1490538" y="753834"/>
              <a:chExt cx="470985" cy="455906"/>
            </a:xfrm>
          </p:grpSpPr>
          <p:sp>
            <p:nvSpPr>
              <p:cNvPr id="9521" name="Google Shape;9521;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1" name="Google Shape;9531;p2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2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4" name="Google Shape;9534;p25"/>
          <p:cNvSpPr txBox="1"/>
          <p:nvPr/>
        </p:nvSpPr>
        <p:spPr>
          <a:xfrm>
            <a:off x="205200" y="695763"/>
            <a:ext cx="4190700" cy="27936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b="1" lang="en">
                <a:solidFill>
                  <a:srgbClr val="202122"/>
                </a:solidFill>
                <a:latin typeface="Scheherazade New"/>
                <a:ea typeface="Scheherazade New"/>
                <a:cs typeface="Scheherazade New"/>
                <a:sym typeface="Scheherazade New"/>
              </a:rPr>
              <a:t>Brazil</a:t>
            </a:r>
            <a:r>
              <a:rPr lang="en">
                <a:solidFill>
                  <a:srgbClr val="202122"/>
                </a:solidFill>
                <a:latin typeface="Scheherazade New"/>
                <a:ea typeface="Scheherazade New"/>
                <a:cs typeface="Scheherazade New"/>
                <a:sym typeface="Scheherazade New"/>
              </a:rPr>
              <a:t>,</a:t>
            </a:r>
            <a:r>
              <a:rPr baseline="30000" lang="en" sz="1800">
                <a:solidFill>
                  <a:srgbClr val="FA5B60"/>
                </a:solidFill>
                <a:uFill>
                  <a:noFill/>
                </a:uFill>
                <a:latin typeface="Scheherazade New"/>
                <a:ea typeface="Scheherazade New"/>
                <a:cs typeface="Scheherazade New"/>
                <a:sym typeface="Scheherazade New"/>
                <a:hlinkClick r:id="rId4">
                  <a:extLst>
                    <a:ext uri="{A12FA001-AC4F-418D-AE19-62706E023703}">
                      <ahyp:hlinkClr val="tx"/>
                    </a:ext>
                  </a:extLst>
                </a:hlinkClick>
              </a:rPr>
              <a:t>[c]</a:t>
            </a:r>
            <a:r>
              <a:rPr lang="en">
                <a:solidFill>
                  <a:srgbClr val="202122"/>
                </a:solidFill>
                <a:latin typeface="Scheherazade New"/>
                <a:ea typeface="Scheherazade New"/>
                <a:cs typeface="Scheherazade New"/>
                <a:sym typeface="Scheherazade New"/>
              </a:rPr>
              <a:t> officially the </a:t>
            </a:r>
            <a:r>
              <a:rPr b="1" lang="en">
                <a:solidFill>
                  <a:srgbClr val="202122"/>
                </a:solidFill>
                <a:latin typeface="Scheherazade New"/>
                <a:ea typeface="Scheherazade New"/>
                <a:cs typeface="Scheherazade New"/>
                <a:sym typeface="Scheherazade New"/>
              </a:rPr>
              <a:t>Federative Republic of Brazil</a:t>
            </a:r>
            <a:r>
              <a:rPr lang="en">
                <a:solidFill>
                  <a:srgbClr val="20212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5">
                  <a:extLst>
                    <a:ext uri="{A12FA001-AC4F-418D-AE19-62706E023703}">
                      <ahyp:hlinkClr val="tx"/>
                    </a:ext>
                  </a:extLst>
                </a:hlinkClick>
              </a:rPr>
              <a:t>[d]</a:t>
            </a:r>
            <a:r>
              <a:rPr lang="en">
                <a:solidFill>
                  <a:srgbClr val="202122"/>
                </a:solidFill>
                <a:latin typeface="Scheherazade New"/>
                <a:ea typeface="Scheherazade New"/>
                <a:cs typeface="Scheherazade New"/>
                <a:sym typeface="Scheherazade New"/>
              </a:rPr>
              <a:t> is the largest country in </a:t>
            </a:r>
            <a:r>
              <a:rPr lang="en">
                <a:solidFill>
                  <a:srgbClr val="FA5B60"/>
                </a:solidFill>
                <a:uFill>
                  <a:noFill/>
                </a:uFill>
                <a:latin typeface="Scheherazade New"/>
                <a:ea typeface="Scheherazade New"/>
                <a:cs typeface="Scheherazade New"/>
                <a:sym typeface="Scheherazade New"/>
                <a:hlinkClick r:id="rId6">
                  <a:extLst>
                    <a:ext uri="{A12FA001-AC4F-418D-AE19-62706E023703}">
                      <ahyp:hlinkClr val="tx"/>
                    </a:ext>
                  </a:extLst>
                </a:hlinkClick>
              </a:rPr>
              <a:t>South America</a:t>
            </a:r>
            <a:r>
              <a:rPr lang="en">
                <a:solidFill>
                  <a:srgbClr val="202122"/>
                </a:solidFill>
                <a:latin typeface="Scheherazade New"/>
                <a:ea typeface="Scheherazade New"/>
                <a:cs typeface="Scheherazade New"/>
                <a:sym typeface="Scheherazade New"/>
              </a:rPr>
              <a:t>. It is also the world's </a:t>
            </a:r>
            <a:r>
              <a:rPr lang="en">
                <a:solidFill>
                  <a:srgbClr val="FA5B60"/>
                </a:solidFill>
                <a:uFill>
                  <a:noFill/>
                </a:uFill>
                <a:latin typeface="Scheherazade New"/>
                <a:ea typeface="Scheherazade New"/>
                <a:cs typeface="Scheherazade New"/>
                <a:sym typeface="Scheherazade New"/>
                <a:hlinkClick r:id="rId7">
                  <a:extLst>
                    <a:ext uri="{A12FA001-AC4F-418D-AE19-62706E023703}">
                      <ahyp:hlinkClr val="tx"/>
                    </a:ext>
                  </a:extLst>
                </a:hlinkClick>
              </a:rPr>
              <a:t>fifth-largest country by area</a:t>
            </a:r>
            <a:r>
              <a:rPr lang="en">
                <a:solidFill>
                  <a:srgbClr val="202122"/>
                </a:solidFill>
                <a:latin typeface="Scheherazade New"/>
                <a:ea typeface="Scheherazade New"/>
                <a:cs typeface="Scheherazade New"/>
                <a:sym typeface="Scheherazade New"/>
              </a:rPr>
              <a:t> and the </a:t>
            </a:r>
            <a:r>
              <a:rPr lang="en">
                <a:solidFill>
                  <a:schemeClr val="dk2"/>
                </a:solidFill>
                <a:uFill>
                  <a:noFill/>
                </a:uFill>
                <a:latin typeface="Scheherazade New"/>
                <a:ea typeface="Scheherazade New"/>
                <a:cs typeface="Scheherazade New"/>
                <a:sym typeface="Scheherazade New"/>
                <a:hlinkClick r:id="rId8">
                  <a:extLst>
                    <a:ext uri="{A12FA001-AC4F-418D-AE19-62706E023703}">
                      <ahyp:hlinkClr val="tx"/>
                    </a:ext>
                  </a:extLst>
                </a:hlinkClick>
              </a:rPr>
              <a:t>seventh-largest by population</a:t>
            </a:r>
            <a:r>
              <a:rPr lang="en">
                <a:solidFill>
                  <a:srgbClr val="202122"/>
                </a:solidFill>
                <a:latin typeface="Scheherazade New"/>
                <a:ea typeface="Scheherazade New"/>
                <a:cs typeface="Scheherazade New"/>
                <a:sym typeface="Scheherazade New"/>
              </a:rPr>
              <a:t>, with over 213 million people. Brazil is a </a:t>
            </a:r>
            <a:r>
              <a:rPr lang="en">
                <a:solidFill>
                  <a:schemeClr val="dk2"/>
                </a:solidFill>
                <a:uFill>
                  <a:noFill/>
                </a:uFill>
                <a:latin typeface="Scheherazade New"/>
                <a:ea typeface="Scheherazade New"/>
                <a:cs typeface="Scheherazade New"/>
                <a:sym typeface="Scheherazade New"/>
                <a:hlinkClick r:id="rId9">
                  <a:extLst>
                    <a:ext uri="{A12FA001-AC4F-418D-AE19-62706E023703}">
                      <ahyp:hlinkClr val="tx"/>
                    </a:ext>
                  </a:extLst>
                </a:hlinkClick>
              </a:rPr>
              <a:t>federation</a:t>
            </a:r>
            <a:r>
              <a:rPr lang="en">
                <a:solidFill>
                  <a:srgbClr val="202122"/>
                </a:solidFill>
                <a:latin typeface="Scheherazade New"/>
                <a:ea typeface="Scheherazade New"/>
                <a:cs typeface="Scheherazade New"/>
                <a:sym typeface="Scheherazade New"/>
              </a:rPr>
              <a:t> composed of 26 </a:t>
            </a:r>
            <a:r>
              <a:rPr lang="en">
                <a:solidFill>
                  <a:schemeClr val="dk2"/>
                </a:solidFill>
                <a:uFill>
                  <a:noFill/>
                </a:uFill>
                <a:latin typeface="Scheherazade New"/>
                <a:ea typeface="Scheherazade New"/>
                <a:cs typeface="Scheherazade New"/>
                <a:sym typeface="Scheherazade New"/>
                <a:hlinkClick r:id="rId10">
                  <a:extLst>
                    <a:ext uri="{A12FA001-AC4F-418D-AE19-62706E023703}">
                      <ahyp:hlinkClr val="tx"/>
                    </a:ext>
                  </a:extLst>
                </a:hlinkClick>
              </a:rPr>
              <a:t>states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and a </a:t>
            </a:r>
            <a:r>
              <a:rPr lang="en">
                <a:solidFill>
                  <a:schemeClr val="dk2"/>
                </a:solidFill>
                <a:uFill>
                  <a:noFill/>
                </a:uFill>
                <a:latin typeface="Scheherazade New"/>
                <a:ea typeface="Scheherazade New"/>
                <a:cs typeface="Scheherazade New"/>
                <a:sym typeface="Scheherazade New"/>
                <a:hlinkClick r:id="rId11">
                  <a:extLst>
                    <a:ext uri="{A12FA001-AC4F-418D-AE19-62706E023703}">
                      <ahyp:hlinkClr val="tx"/>
                    </a:ext>
                  </a:extLst>
                </a:hlinkClick>
              </a:rPr>
              <a:t>Federal District</a:t>
            </a:r>
            <a:r>
              <a:rPr lang="en">
                <a:solidFill>
                  <a:srgbClr val="202122"/>
                </a:solidFill>
                <a:latin typeface="Scheherazade New"/>
                <a:ea typeface="Scheherazade New"/>
                <a:cs typeface="Scheherazade New"/>
                <a:sym typeface="Scheherazade New"/>
              </a:rPr>
              <a:t>, which hosts the capital, </a:t>
            </a:r>
            <a:r>
              <a:rPr lang="en">
                <a:solidFill>
                  <a:schemeClr val="dk2"/>
                </a:solidFill>
                <a:uFill>
                  <a:noFill/>
                </a:uFill>
                <a:latin typeface="Scheherazade New"/>
                <a:ea typeface="Scheherazade New"/>
                <a:cs typeface="Scheherazade New"/>
                <a:sym typeface="Scheherazade New"/>
                <a:hlinkClick r:id="rId12">
                  <a:extLst>
                    <a:ext uri="{A12FA001-AC4F-418D-AE19-62706E023703}">
                      <ahyp:hlinkClr val="tx"/>
                    </a:ext>
                  </a:extLst>
                </a:hlinkClick>
              </a:rPr>
              <a:t>Brasília</a:t>
            </a:r>
            <a:r>
              <a:rPr lang="en">
                <a:solidFill>
                  <a:srgbClr val="202122"/>
                </a:solidFill>
                <a:latin typeface="Scheherazade New"/>
                <a:ea typeface="Scheherazade New"/>
                <a:cs typeface="Scheherazade New"/>
                <a:sym typeface="Scheherazade New"/>
              </a:rPr>
              <a:t>. Its </a:t>
            </a:r>
            <a:r>
              <a:rPr lang="en">
                <a:solidFill>
                  <a:schemeClr val="dk2"/>
                </a:solidFill>
                <a:uFill>
                  <a:noFill/>
                </a:uFill>
                <a:latin typeface="Scheherazade New"/>
                <a:ea typeface="Scheherazade New"/>
                <a:cs typeface="Scheherazade New"/>
                <a:sym typeface="Scheherazade New"/>
                <a:hlinkClick r:id="rId13">
                  <a:extLst>
                    <a:ext uri="{A12FA001-AC4F-418D-AE19-62706E023703}">
                      <ahyp:hlinkClr val="tx"/>
                    </a:ext>
                  </a:extLst>
                </a:hlinkClick>
              </a:rPr>
              <a:t>most populous city</a:t>
            </a:r>
            <a:r>
              <a:rPr lang="en">
                <a:solidFill>
                  <a:srgbClr val="202122"/>
                </a:solidFill>
                <a:latin typeface="Scheherazade New"/>
                <a:ea typeface="Scheherazade New"/>
                <a:cs typeface="Scheherazade New"/>
                <a:sym typeface="Scheherazade New"/>
              </a:rPr>
              <a:t> is </a:t>
            </a:r>
            <a:r>
              <a:rPr lang="en">
                <a:solidFill>
                  <a:schemeClr val="dk2"/>
                </a:solidFill>
                <a:uFill>
                  <a:noFill/>
                </a:uFill>
                <a:latin typeface="Scheherazade New"/>
                <a:ea typeface="Scheherazade New"/>
                <a:cs typeface="Scheherazade New"/>
                <a:sym typeface="Scheherazade New"/>
                <a:hlinkClick r:id="rId14">
                  <a:extLst>
                    <a:ext uri="{A12FA001-AC4F-418D-AE19-62706E023703}">
                      <ahyp:hlinkClr val="tx"/>
                    </a:ext>
                  </a:extLst>
                </a:hlinkClick>
              </a:rPr>
              <a:t>São Paulo</a:t>
            </a:r>
            <a:r>
              <a:rPr lang="en">
                <a:solidFill>
                  <a:srgbClr val="202122"/>
                </a:solidFill>
                <a:latin typeface="Scheherazade New"/>
                <a:ea typeface="Scheherazade New"/>
                <a:cs typeface="Scheherazade New"/>
                <a:sym typeface="Scheherazade New"/>
              </a:rPr>
              <a:t>, followed by </a:t>
            </a:r>
            <a:r>
              <a:rPr lang="en">
                <a:solidFill>
                  <a:schemeClr val="dk2"/>
                </a:solidFill>
                <a:uFill>
                  <a:noFill/>
                </a:uFill>
                <a:latin typeface="Scheherazade New"/>
                <a:ea typeface="Scheherazade New"/>
                <a:cs typeface="Scheherazade New"/>
                <a:sym typeface="Scheherazade New"/>
                <a:hlinkClick r:id="rId15">
                  <a:extLst>
                    <a:ext uri="{A12FA001-AC4F-418D-AE19-62706E023703}">
                      <ahyp:hlinkClr val="tx"/>
                    </a:ext>
                  </a:extLst>
                </a:hlinkClick>
              </a:rPr>
              <a:t>Rio de Janeiro</a:t>
            </a:r>
            <a:r>
              <a:rPr lang="en">
                <a:solidFill>
                  <a:srgbClr val="202122"/>
                </a:solidFill>
                <a:latin typeface="Scheherazade New"/>
                <a:ea typeface="Scheherazade New"/>
                <a:cs typeface="Scheherazade New"/>
                <a:sym typeface="Scheherazade New"/>
              </a:rPr>
              <a:t>. Brazil has the most </a:t>
            </a:r>
            <a:r>
              <a:rPr lang="en">
                <a:solidFill>
                  <a:schemeClr val="dk2"/>
                </a:solidFill>
                <a:uFill>
                  <a:noFill/>
                </a:uFill>
                <a:latin typeface="Scheherazade New"/>
                <a:ea typeface="Scheherazade New"/>
                <a:cs typeface="Scheherazade New"/>
                <a:sym typeface="Scheherazade New"/>
                <a:hlinkClick r:id="rId16">
                  <a:extLst>
                    <a:ext uri="{A12FA001-AC4F-418D-AE19-62706E023703}">
                      <ahyp:hlinkClr val="tx"/>
                    </a:ext>
                  </a:extLst>
                </a:hlinkClick>
              </a:rPr>
              <a:t>Portuguese speakers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in the world and is the only country in the </a:t>
            </a:r>
            <a:r>
              <a:rPr lang="en">
                <a:solidFill>
                  <a:schemeClr val="dk2"/>
                </a:solidFill>
                <a:uFill>
                  <a:noFill/>
                </a:uFill>
                <a:latin typeface="Scheherazade New"/>
                <a:ea typeface="Scheherazade New"/>
                <a:cs typeface="Scheherazade New"/>
                <a:sym typeface="Scheherazade New"/>
                <a:hlinkClick r:id="rId17">
                  <a:extLst>
                    <a:ext uri="{A12FA001-AC4F-418D-AE19-62706E023703}">
                      <ahyp:hlinkClr val="tx"/>
                    </a:ext>
                  </a:extLst>
                </a:hlinkClick>
              </a:rPr>
              <a:t>Americas</a:t>
            </a:r>
            <a:r>
              <a:rPr lang="en">
                <a:solidFill>
                  <a:srgbClr val="202122"/>
                </a:solidFill>
                <a:latin typeface="Scheherazade New"/>
                <a:ea typeface="Scheherazade New"/>
                <a:cs typeface="Scheherazade New"/>
                <a:sym typeface="Scheherazade New"/>
              </a:rPr>
              <a:t> where </a:t>
            </a:r>
            <a:r>
              <a:rPr lang="en">
                <a:solidFill>
                  <a:schemeClr val="dk2"/>
                </a:solidFill>
                <a:uFill>
                  <a:noFill/>
                </a:uFill>
                <a:latin typeface="Scheherazade New"/>
                <a:ea typeface="Scheherazade New"/>
                <a:cs typeface="Scheherazade New"/>
                <a:sym typeface="Scheherazade New"/>
                <a:hlinkClick r:id="rId18">
                  <a:extLst>
                    <a:ext uri="{A12FA001-AC4F-418D-AE19-62706E023703}">
                      <ahyp:hlinkClr val="tx"/>
                    </a:ext>
                  </a:extLst>
                </a:hlinkClick>
              </a:rPr>
              <a:t>Portuguese</a:t>
            </a:r>
            <a:r>
              <a:rPr lang="en">
                <a:solidFill>
                  <a:srgbClr val="202122"/>
                </a:solidFill>
                <a:latin typeface="Scheherazade New"/>
                <a:ea typeface="Scheherazade New"/>
                <a:cs typeface="Scheherazade New"/>
                <a:sym typeface="Scheherazade New"/>
              </a:rPr>
              <a:t> is an </a:t>
            </a:r>
            <a:r>
              <a:rPr lang="en">
                <a:solidFill>
                  <a:schemeClr val="dk2"/>
                </a:solidFill>
                <a:uFill>
                  <a:noFill/>
                </a:uFill>
                <a:latin typeface="Scheherazade New"/>
                <a:ea typeface="Scheherazade New"/>
                <a:cs typeface="Scheherazade New"/>
                <a:sym typeface="Scheherazade New"/>
                <a:hlinkClick r:id="rId19">
                  <a:extLst>
                    <a:ext uri="{A12FA001-AC4F-418D-AE19-62706E023703}">
                      <ahyp:hlinkClr val="tx"/>
                    </a:ext>
                  </a:extLst>
                </a:hlinkClick>
              </a:rPr>
              <a:t>official language</a:t>
            </a:r>
            <a:r>
              <a:rPr lang="en">
                <a:solidFill>
                  <a:schemeClr val="dk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20">
                  <a:extLst>
                    <a:ext uri="{A12FA001-AC4F-418D-AE19-62706E023703}">
                      <ahyp:hlinkClr val="tx"/>
                    </a:ext>
                  </a:extLst>
                </a:hlinkClick>
              </a:rPr>
              <a:t>[14]</a:t>
            </a:r>
            <a:r>
              <a:rPr baseline="30000" lang="en" sz="1800">
                <a:solidFill>
                  <a:schemeClr val="dk2"/>
                </a:solidFill>
                <a:uFill>
                  <a:noFill/>
                </a:uFill>
                <a:latin typeface="Scheherazade New"/>
                <a:ea typeface="Scheherazade New"/>
                <a:cs typeface="Scheherazade New"/>
                <a:sym typeface="Scheherazade New"/>
                <a:hlinkClick r:id="rId21">
                  <a:extLst>
                    <a:ext uri="{A12FA001-AC4F-418D-AE19-62706E023703}">
                      <ahyp:hlinkClr val="tx"/>
                    </a:ext>
                  </a:extLst>
                </a:hlinkClick>
              </a:rPr>
              <a:t>[15]</a:t>
            </a:r>
            <a:r>
              <a:rPr lang="en" sz="2000">
                <a:solidFill>
                  <a:schemeClr val="dk2"/>
                </a:solidFill>
                <a:latin typeface="Scheherazade New"/>
                <a:ea typeface="Scheherazade New"/>
                <a:cs typeface="Scheherazade New"/>
                <a:sym typeface="Scheherazade New"/>
              </a:rPr>
              <a:t> </a:t>
            </a:r>
            <a:r>
              <a:rPr lang="en">
                <a:solidFill>
                  <a:schemeClr val="dk2"/>
                </a:solidFill>
                <a:latin typeface="Scheherazade New"/>
                <a:ea typeface="Scheherazade New"/>
                <a:cs typeface="Scheherazade New"/>
                <a:sym typeface="Scheherazade New"/>
              </a:rPr>
              <a:t>- Wikipedia</a:t>
            </a:r>
            <a:endParaRPr>
              <a:solidFill>
                <a:schemeClr val="dk2"/>
              </a:solidFill>
              <a:latin typeface="Scheherazade New"/>
              <a:ea typeface="Scheherazade New"/>
              <a:cs typeface="Scheherazade New"/>
              <a:sym typeface="Scheherazade New"/>
            </a:endParaRPr>
          </a:p>
        </p:txBody>
      </p:sp>
      <p:grpSp>
        <p:nvGrpSpPr>
          <p:cNvPr id="9535" name="Google Shape;9535;p25"/>
          <p:cNvGrpSpPr/>
          <p:nvPr/>
        </p:nvGrpSpPr>
        <p:grpSpPr>
          <a:xfrm rot="-10595650">
            <a:off x="4415995" y="4364325"/>
            <a:ext cx="683940" cy="697143"/>
            <a:chOff x="121063" y="211715"/>
            <a:chExt cx="684032" cy="697236"/>
          </a:xfrm>
        </p:grpSpPr>
        <p:grpSp>
          <p:nvGrpSpPr>
            <p:cNvPr id="9536" name="Google Shape;9536;p25"/>
            <p:cNvGrpSpPr/>
            <p:nvPr/>
          </p:nvGrpSpPr>
          <p:grpSpPr>
            <a:xfrm flipH="1">
              <a:off x="482506" y="211715"/>
              <a:ext cx="322588" cy="124262"/>
              <a:chOff x="2449294" y="636165"/>
              <a:chExt cx="322588" cy="124262"/>
            </a:xfrm>
          </p:grpSpPr>
          <p:sp>
            <p:nvSpPr>
              <p:cNvPr id="9537" name="Google Shape;9537;p2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2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2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2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2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2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2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2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2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25"/>
            <p:cNvGrpSpPr/>
            <p:nvPr/>
          </p:nvGrpSpPr>
          <p:grpSpPr>
            <a:xfrm>
              <a:off x="121063" y="377859"/>
              <a:ext cx="470985" cy="455906"/>
              <a:chOff x="1490538" y="753834"/>
              <a:chExt cx="470985" cy="455906"/>
            </a:xfrm>
          </p:grpSpPr>
          <p:sp>
            <p:nvSpPr>
              <p:cNvPr id="9547" name="Google Shape;9547;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7" name="Google Shape;9557;p2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2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0" name="Google Shape;9560;p25"/>
          <p:cNvSpPr txBox="1"/>
          <p:nvPr/>
        </p:nvSpPr>
        <p:spPr>
          <a:xfrm>
            <a:off x="1430000" y="3980113"/>
            <a:ext cx="2952900" cy="8958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a:solidFill>
                  <a:srgbClr val="202122"/>
                </a:solidFill>
                <a:latin typeface="Scheherazade New"/>
                <a:ea typeface="Scheherazade New"/>
                <a:cs typeface="Scheherazade New"/>
                <a:sym typeface="Scheherazade New"/>
              </a:rPr>
              <a:t>Brazil is home to </a:t>
            </a:r>
            <a:r>
              <a:rPr lang="en">
                <a:solidFill>
                  <a:srgbClr val="202122"/>
                </a:solidFill>
                <a:latin typeface="Scheherazade New"/>
                <a:ea typeface="Scheherazade New"/>
                <a:cs typeface="Scheherazade New"/>
                <a:sym typeface="Scheherazade New"/>
              </a:rPr>
              <a:t>the world’s largest rainforest, </a:t>
            </a:r>
            <a:r>
              <a:rPr lang="en">
                <a:solidFill>
                  <a:schemeClr val="dk2"/>
                </a:solidFill>
                <a:latin typeface="Scheherazade New"/>
                <a:ea typeface="Scheherazade New"/>
                <a:cs typeface="Scheherazade New"/>
                <a:sym typeface="Scheherazade New"/>
              </a:rPr>
              <a:t>The Amazon</a:t>
            </a:r>
            <a:r>
              <a:rPr lang="en">
                <a:solidFill>
                  <a:srgbClr val="202122"/>
                </a:solidFill>
                <a:latin typeface="Scheherazade New"/>
                <a:ea typeface="Scheherazade New"/>
                <a:cs typeface="Scheherazade New"/>
                <a:sym typeface="Scheherazade New"/>
              </a:rPr>
              <a:t> (this will become relevant later on!)</a:t>
            </a:r>
            <a:endParaRPr/>
          </a:p>
        </p:txBody>
      </p:sp>
      <p:sp>
        <p:nvSpPr>
          <p:cNvPr id="9561" name="Google Shape;9561;p25"/>
          <p:cNvSpPr txBox="1"/>
          <p:nvPr/>
        </p:nvSpPr>
        <p:spPr>
          <a:xfrm>
            <a:off x="82075" y="3333988"/>
            <a:ext cx="2160600" cy="723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3500">
                <a:solidFill>
                  <a:schemeClr val="dk2"/>
                </a:solidFill>
                <a:latin typeface="Sriracha"/>
                <a:ea typeface="Sriracha"/>
                <a:cs typeface="Sriracha"/>
                <a:sym typeface="Sriracha"/>
              </a:rPr>
              <a:t>Fun fact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sp>
        <p:nvSpPr>
          <p:cNvPr id="9566" name="Google Shape;9566;p26"/>
          <p:cNvSpPr txBox="1"/>
          <p:nvPr>
            <p:ph type="title"/>
          </p:nvPr>
        </p:nvSpPr>
        <p:spPr>
          <a:xfrm>
            <a:off x="492525" y="274775"/>
            <a:ext cx="82359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Issue</a:t>
            </a:r>
            <a:endParaRPr/>
          </a:p>
        </p:txBody>
      </p:sp>
      <p:sp>
        <p:nvSpPr>
          <p:cNvPr id="9567" name="Google Shape;9567;p26"/>
          <p:cNvSpPr txBox="1"/>
          <p:nvPr/>
        </p:nvSpPr>
        <p:spPr>
          <a:xfrm>
            <a:off x="492525" y="3084500"/>
            <a:ext cx="5554800" cy="18225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900">
                <a:solidFill>
                  <a:srgbClr val="202122"/>
                </a:solidFill>
                <a:latin typeface="Scheherazade New"/>
                <a:ea typeface="Scheherazade New"/>
                <a:cs typeface="Scheherazade New"/>
                <a:sym typeface="Scheherazade New"/>
              </a:rPr>
              <a:t>Unfortunately</a:t>
            </a:r>
            <a:r>
              <a:rPr lang="en" sz="1900">
                <a:solidFill>
                  <a:srgbClr val="202122"/>
                </a:solidFill>
                <a:latin typeface="Scheherazade New"/>
                <a:ea typeface="Scheherazade New"/>
                <a:cs typeface="Scheherazade New"/>
                <a:sym typeface="Scheherazade New"/>
              </a:rPr>
              <a:t>, unchecked deforestation is actively taking the amazon closer to it’s tipping point, where it will no longer be able to support its </a:t>
            </a:r>
            <a:r>
              <a:rPr lang="en" sz="1900">
                <a:solidFill>
                  <a:srgbClr val="202122"/>
                </a:solidFill>
                <a:latin typeface="Scheherazade New"/>
                <a:ea typeface="Scheherazade New"/>
                <a:cs typeface="Scheherazade New"/>
                <a:sym typeface="Scheherazade New"/>
              </a:rPr>
              <a:t>ecosystems</a:t>
            </a:r>
            <a:r>
              <a:rPr lang="en" sz="1900">
                <a:solidFill>
                  <a:srgbClr val="202122"/>
                </a:solidFill>
                <a:latin typeface="Scheherazade New"/>
                <a:ea typeface="Scheherazade New"/>
                <a:cs typeface="Scheherazade New"/>
                <a:sym typeface="Scheherazade New"/>
              </a:rPr>
              <a:t> or generate its own rainfall, and </a:t>
            </a:r>
            <a:r>
              <a:rPr lang="en" sz="1900">
                <a:solidFill>
                  <a:srgbClr val="202122"/>
                </a:solidFill>
                <a:latin typeface="Scheherazade New"/>
                <a:ea typeface="Scheherazade New"/>
                <a:cs typeface="Scheherazade New"/>
                <a:sym typeface="Scheherazade New"/>
              </a:rPr>
              <a:t>it’s happening at a rapid rate (about 8000 km of forest destroyed in a year.)</a:t>
            </a:r>
            <a:r>
              <a:rPr lang="en" sz="1900">
                <a:solidFill>
                  <a:srgbClr val="202122"/>
                </a:solidFill>
                <a:latin typeface="Scheherazade New"/>
                <a:ea typeface="Scheherazade New"/>
                <a:cs typeface="Scheherazade New"/>
                <a:sym typeface="Scheherazade New"/>
              </a:rPr>
              <a:t> </a:t>
            </a:r>
            <a:endParaRPr sz="1900">
              <a:solidFill>
                <a:srgbClr val="202122"/>
              </a:solidFill>
              <a:latin typeface="Scheherazade New"/>
              <a:ea typeface="Scheherazade New"/>
              <a:cs typeface="Scheherazade New"/>
              <a:sym typeface="Scheherazade New"/>
            </a:endParaRPr>
          </a:p>
        </p:txBody>
      </p:sp>
      <p:sp>
        <p:nvSpPr>
          <p:cNvPr id="9568" name="Google Shape;9568;p26"/>
          <p:cNvSpPr txBox="1"/>
          <p:nvPr/>
        </p:nvSpPr>
        <p:spPr>
          <a:xfrm>
            <a:off x="3015975" y="1047575"/>
            <a:ext cx="5887800" cy="18225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sz="1900" u="sng">
                <a:solidFill>
                  <a:srgbClr val="202122"/>
                </a:solidFill>
                <a:latin typeface="Scheherazade New"/>
                <a:ea typeface="Scheherazade New"/>
                <a:cs typeface="Scheherazade New"/>
                <a:sym typeface="Scheherazade New"/>
              </a:rPr>
              <a:t>The Amazon Rainforest</a:t>
            </a:r>
            <a:r>
              <a:rPr lang="en" sz="1900">
                <a:solidFill>
                  <a:srgbClr val="202122"/>
                </a:solidFill>
                <a:latin typeface="Scheherazade New"/>
                <a:ea typeface="Scheherazade New"/>
                <a:cs typeface="Scheherazade New"/>
                <a:sym typeface="Scheherazade New"/>
              </a:rPr>
              <a:t> is the biggest rainforest in the world, spanning approximately 3 million square km. It’s diverse ecosystem is currently supporting over 3 million species of animal and plant. Species are still currently being discovered as we speak.</a:t>
            </a:r>
            <a:endParaRPr/>
          </a:p>
        </p:txBody>
      </p:sp>
      <p:pic>
        <p:nvPicPr>
          <p:cNvPr id="9569" name="Google Shape;9569;p26"/>
          <p:cNvPicPr preferRelativeResize="0"/>
          <p:nvPr/>
        </p:nvPicPr>
        <p:blipFill rotWithShape="1">
          <a:blip r:embed="rId3">
            <a:alphaModFix/>
          </a:blip>
          <a:srcRect b="0" l="3186" r="28726" t="0"/>
          <a:stretch/>
        </p:blipFill>
        <p:spPr>
          <a:xfrm>
            <a:off x="490950" y="1047575"/>
            <a:ext cx="2314500" cy="1955100"/>
          </a:xfrm>
          <a:prstGeom prst="roundRect">
            <a:avLst>
              <a:gd fmla="val 16667" name="adj"/>
            </a:avLst>
          </a:prstGeom>
          <a:noFill/>
          <a:ln>
            <a:noFill/>
          </a:ln>
        </p:spPr>
      </p:pic>
      <p:pic>
        <p:nvPicPr>
          <p:cNvPr id="9570" name="Google Shape;9570;p26"/>
          <p:cNvPicPr preferRelativeResize="0"/>
          <p:nvPr/>
        </p:nvPicPr>
        <p:blipFill rotWithShape="1">
          <a:blip r:embed="rId4">
            <a:alphaModFix/>
          </a:blip>
          <a:srcRect b="0" l="12437" r="8198" t="0"/>
          <a:stretch/>
        </p:blipFill>
        <p:spPr>
          <a:xfrm>
            <a:off x="6047325" y="3002675"/>
            <a:ext cx="2657400" cy="1883400"/>
          </a:xfrm>
          <a:prstGeom prst="roundRect">
            <a:avLst>
              <a:gd fmla="val 16667" name="adj"/>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4" name="Shape 9574"/>
        <p:cNvGrpSpPr/>
        <p:nvPr/>
      </p:nvGrpSpPr>
      <p:grpSpPr>
        <a:xfrm>
          <a:off x="0" y="0"/>
          <a:ext cx="0" cy="0"/>
          <a:chOff x="0" y="0"/>
          <a:chExt cx="0" cy="0"/>
        </a:xfrm>
      </p:grpSpPr>
      <p:sp>
        <p:nvSpPr>
          <p:cNvPr id="9575" name="Google Shape;9575;p2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deforestation impacting?</a:t>
            </a:r>
            <a:endParaRPr/>
          </a:p>
        </p:txBody>
      </p:sp>
      <p:sp>
        <p:nvSpPr>
          <p:cNvPr id="9576" name="Google Shape;9576;p27"/>
          <p:cNvSpPr txBox="1"/>
          <p:nvPr>
            <p:ph idx="1" type="subTitle"/>
          </p:nvPr>
        </p:nvSpPr>
        <p:spPr>
          <a:xfrm>
            <a:off x="227363" y="2781600"/>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Studies show at least </a:t>
            </a:r>
            <a:r>
              <a:rPr lang="en" sz="1700" u="sng">
                <a:solidFill>
                  <a:schemeClr val="dk2"/>
                </a:solidFill>
                <a:latin typeface="Scheherazade New"/>
                <a:ea typeface="Scheherazade New"/>
                <a:cs typeface="Scheherazade New"/>
                <a:sym typeface="Scheherazade New"/>
              </a:rPr>
              <a:t>70%</a:t>
            </a:r>
            <a:r>
              <a:rPr lang="en" sz="1700">
                <a:solidFill>
                  <a:srgbClr val="202122"/>
                </a:solidFill>
                <a:latin typeface="Scheherazade New"/>
                <a:ea typeface="Scheherazade New"/>
                <a:cs typeface="Scheherazade New"/>
                <a:sym typeface="Scheherazade New"/>
              </a:rPr>
              <a:t> of the plants used to treat cancer come from the rainforest.</a:t>
            </a:r>
            <a:endParaRPr sz="1700"/>
          </a:p>
        </p:txBody>
      </p:sp>
      <p:sp>
        <p:nvSpPr>
          <p:cNvPr id="9577" name="Google Shape;9577;p27"/>
          <p:cNvSpPr txBox="1"/>
          <p:nvPr>
            <p:ph idx="2" type="subTitle"/>
          </p:nvPr>
        </p:nvSpPr>
        <p:spPr>
          <a:xfrm>
            <a:off x="3200388" y="2781588"/>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700">
                <a:solidFill>
                  <a:srgbClr val="202122"/>
                </a:solidFill>
                <a:latin typeface="Scheherazade New"/>
                <a:ea typeface="Scheherazade New"/>
                <a:cs typeface="Scheherazade New"/>
                <a:sym typeface="Scheherazade New"/>
              </a:rPr>
              <a:t>The amazon forests store over 150 billion metric tons of carbon, and they absorb 2 billion tons of carbon dioxide each year.</a:t>
            </a:r>
            <a:endParaRPr sz="1700">
              <a:solidFill>
                <a:srgbClr val="202122"/>
              </a:solidFill>
              <a:latin typeface="Scheherazade New"/>
              <a:ea typeface="Scheherazade New"/>
              <a:cs typeface="Scheherazade New"/>
              <a:sym typeface="Scheherazade New"/>
            </a:endParaRPr>
          </a:p>
          <a:p>
            <a:pPr indent="0" lvl="0" marL="0" rtl="0" algn="ctr">
              <a:spcBef>
                <a:spcPts val="1200"/>
              </a:spcBef>
              <a:spcAft>
                <a:spcPts val="0"/>
              </a:spcAft>
              <a:buNone/>
            </a:pPr>
            <a:r>
              <a:t/>
            </a:r>
            <a:endParaRPr/>
          </a:p>
        </p:txBody>
      </p:sp>
      <p:sp>
        <p:nvSpPr>
          <p:cNvPr id="9578" name="Google Shape;9578;p27"/>
          <p:cNvSpPr txBox="1"/>
          <p:nvPr>
            <p:ph idx="3" type="title"/>
          </p:nvPr>
        </p:nvSpPr>
        <p:spPr>
          <a:xfrm>
            <a:off x="227363" y="2400600"/>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Medicine</a:t>
            </a:r>
            <a:endParaRPr/>
          </a:p>
        </p:txBody>
      </p:sp>
      <p:sp>
        <p:nvSpPr>
          <p:cNvPr id="9579" name="Google Shape;9579;p27"/>
          <p:cNvSpPr txBox="1"/>
          <p:nvPr>
            <p:ph idx="4" type="title"/>
          </p:nvPr>
        </p:nvSpPr>
        <p:spPr>
          <a:xfrm>
            <a:off x="3200388" y="2400588"/>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Climate Regulator</a:t>
            </a:r>
            <a:endParaRPr/>
          </a:p>
        </p:txBody>
      </p:sp>
      <p:sp>
        <p:nvSpPr>
          <p:cNvPr id="9580" name="Google Shape;9580;p27"/>
          <p:cNvSpPr txBox="1"/>
          <p:nvPr/>
        </p:nvSpPr>
        <p:spPr>
          <a:xfrm>
            <a:off x="1069775" y="1353900"/>
            <a:ext cx="1058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sz="5600"/>
          </a:p>
        </p:txBody>
      </p:sp>
      <p:pic>
        <p:nvPicPr>
          <p:cNvPr id="9581" name="Google Shape;9581;p27"/>
          <p:cNvPicPr preferRelativeResize="0"/>
          <p:nvPr/>
        </p:nvPicPr>
        <p:blipFill rotWithShape="1">
          <a:blip r:embed="rId3">
            <a:alphaModFix/>
          </a:blip>
          <a:srcRect b="11988" l="0" r="13217" t="9042"/>
          <a:stretch/>
        </p:blipFill>
        <p:spPr>
          <a:xfrm>
            <a:off x="4080887" y="1446710"/>
            <a:ext cx="982224" cy="860026"/>
          </a:xfrm>
          <a:prstGeom prst="rect">
            <a:avLst/>
          </a:prstGeom>
          <a:noFill/>
          <a:ln>
            <a:noFill/>
          </a:ln>
        </p:spPr>
      </p:pic>
      <p:sp>
        <p:nvSpPr>
          <p:cNvPr id="9582" name="Google Shape;9582;p27"/>
          <p:cNvSpPr txBox="1"/>
          <p:nvPr/>
        </p:nvSpPr>
        <p:spPr>
          <a:xfrm>
            <a:off x="7076725" y="1353363"/>
            <a:ext cx="1193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a:p>
        </p:txBody>
      </p:sp>
      <p:sp>
        <p:nvSpPr>
          <p:cNvPr id="9583" name="Google Shape;9583;p27"/>
          <p:cNvSpPr txBox="1"/>
          <p:nvPr/>
        </p:nvSpPr>
        <p:spPr>
          <a:xfrm>
            <a:off x="6173425" y="2344500"/>
            <a:ext cx="3000000" cy="569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500">
                <a:solidFill>
                  <a:schemeClr val="dk2"/>
                </a:solidFill>
                <a:latin typeface="Sriracha"/>
                <a:ea typeface="Sriracha"/>
                <a:cs typeface="Sriracha"/>
                <a:sym typeface="Sriracha"/>
              </a:rPr>
              <a:t>Biodiversity</a:t>
            </a:r>
            <a:endParaRPr sz="2500">
              <a:solidFill>
                <a:schemeClr val="dk2"/>
              </a:solidFill>
              <a:latin typeface="Sriracha"/>
              <a:ea typeface="Sriracha"/>
              <a:cs typeface="Sriracha"/>
              <a:sym typeface="Sriracha"/>
            </a:endParaRPr>
          </a:p>
        </p:txBody>
      </p:sp>
      <p:sp>
        <p:nvSpPr>
          <p:cNvPr id="9584" name="Google Shape;9584;p27"/>
          <p:cNvSpPr txBox="1"/>
          <p:nvPr/>
        </p:nvSpPr>
        <p:spPr>
          <a:xfrm>
            <a:off x="6144000" y="2857800"/>
            <a:ext cx="3000000" cy="13491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The Amazon is home to more than 10% of the world’s known wildlife species, some of which are crucial to our survival.</a:t>
            </a:r>
            <a:endParaRPr sz="1700">
              <a:solidFill>
                <a:schemeClr val="dk1"/>
              </a:solidFill>
              <a:latin typeface="Roboto"/>
              <a:ea typeface="Roboto"/>
              <a:cs typeface="Roboto"/>
              <a:sym typeface="Roboto"/>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8" name="Shape 9588"/>
        <p:cNvGrpSpPr/>
        <p:nvPr/>
      </p:nvGrpSpPr>
      <p:grpSpPr>
        <a:xfrm>
          <a:off x="0" y="0"/>
          <a:ext cx="0" cy="0"/>
          <a:chOff x="0" y="0"/>
          <a:chExt cx="0" cy="0"/>
        </a:xfrm>
      </p:grpSpPr>
      <p:sp>
        <p:nvSpPr>
          <p:cNvPr id="9589" name="Google Shape;9589;p28"/>
          <p:cNvSpPr/>
          <p:nvPr/>
        </p:nvSpPr>
        <p:spPr>
          <a:xfrm>
            <a:off x="647900" y="1555950"/>
            <a:ext cx="3709500" cy="2031900"/>
          </a:xfrm>
          <a:prstGeom prst="wedgeRoundRectCallout">
            <a:avLst>
              <a:gd fmla="val -33289" name="adj1"/>
              <a:gd fmla="val 73702" name="adj2"/>
              <a:gd fmla="val 0" name="adj3"/>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9590" name="Google Shape;9590;p28"/>
          <p:cNvSpPr txBox="1"/>
          <p:nvPr/>
        </p:nvSpPr>
        <p:spPr>
          <a:xfrm>
            <a:off x="647900" y="1586700"/>
            <a:ext cx="3709500" cy="1970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300">
                <a:solidFill>
                  <a:srgbClr val="202122"/>
                </a:solidFill>
                <a:latin typeface="Scheherazade New"/>
                <a:ea typeface="Scheherazade New"/>
                <a:cs typeface="Scheherazade New"/>
                <a:sym typeface="Scheherazade New"/>
              </a:rPr>
              <a:t>In September 2015, Brazilian President </a:t>
            </a:r>
            <a:r>
              <a:rPr lang="en" sz="1300">
                <a:solidFill>
                  <a:srgbClr val="3366CC"/>
                </a:solidFill>
                <a:uFill>
                  <a:noFill/>
                </a:uFill>
                <a:latin typeface="Scheherazade New"/>
                <a:ea typeface="Scheherazade New"/>
                <a:cs typeface="Scheherazade New"/>
                <a:sym typeface="Scheherazade New"/>
                <a:hlinkClick r:id="rId3">
                  <a:extLst>
                    <a:ext uri="{A12FA001-AC4F-418D-AE19-62706E023703}">
                      <ahyp:hlinkClr val="tx"/>
                    </a:ext>
                  </a:extLst>
                </a:hlinkClick>
              </a:rPr>
              <a:t>Dilma Rousseff</a:t>
            </a:r>
            <a:r>
              <a:rPr lang="en" sz="1300">
                <a:solidFill>
                  <a:srgbClr val="202122"/>
                </a:solidFill>
                <a:latin typeface="Scheherazade New"/>
                <a:ea typeface="Scheherazade New"/>
                <a:cs typeface="Scheherazade New"/>
                <a:sym typeface="Scheherazade New"/>
              </a:rPr>
              <a:t> addressed the United Nations, reporting that Brazil had effectively reduced the deforestation rate in the Amazon by 82%. She also outlined Brazil's goals for the next 15 years, which included eliminating illegal deforestation, restoring and reforesting an area of 120,000 km</a:t>
            </a:r>
            <a:r>
              <a:rPr baseline="30000" lang="en" sz="1700">
                <a:solidFill>
                  <a:srgbClr val="202122"/>
                </a:solidFill>
                <a:latin typeface="Scheherazade New"/>
                <a:ea typeface="Scheherazade New"/>
                <a:cs typeface="Scheherazade New"/>
                <a:sym typeface="Scheherazade New"/>
              </a:rPr>
              <a:t>2</a:t>
            </a:r>
            <a:r>
              <a:rPr lang="en" sz="1300">
                <a:solidFill>
                  <a:srgbClr val="202122"/>
                </a:solidFill>
                <a:latin typeface="Scheherazade New"/>
                <a:ea typeface="Scheherazade New"/>
                <a:cs typeface="Scheherazade New"/>
                <a:sym typeface="Scheherazade New"/>
              </a:rPr>
              <a:t> (46,000 sq mi), and rehabilitating 150,000 km</a:t>
            </a:r>
            <a:r>
              <a:rPr baseline="30000" lang="en" sz="1700">
                <a:solidFill>
                  <a:srgbClr val="202122"/>
                </a:solidFill>
                <a:latin typeface="Scheherazade New"/>
                <a:ea typeface="Scheherazade New"/>
                <a:cs typeface="Scheherazade New"/>
                <a:sym typeface="Scheherazade New"/>
              </a:rPr>
              <a:t>2</a:t>
            </a:r>
            <a:r>
              <a:rPr lang="en" sz="1300">
                <a:solidFill>
                  <a:srgbClr val="202122"/>
                </a:solidFill>
                <a:latin typeface="Scheherazade New"/>
                <a:ea typeface="Scheherazade New"/>
                <a:cs typeface="Scheherazade New"/>
                <a:sym typeface="Scheherazade New"/>
              </a:rPr>
              <a:t> (58,000 sq mi) of degraded pastures.</a:t>
            </a:r>
            <a:r>
              <a:rPr baseline="30000" lang="en" sz="1700">
                <a:solidFill>
                  <a:srgbClr val="3366CC"/>
                </a:solidFill>
                <a:uFill>
                  <a:noFill/>
                </a:uFill>
                <a:latin typeface="Scheherazade New"/>
                <a:ea typeface="Scheherazade New"/>
                <a:cs typeface="Scheherazade New"/>
                <a:sym typeface="Scheherazade New"/>
                <a:hlinkClick r:id="rId4">
                  <a:extLst>
                    <a:ext uri="{A12FA001-AC4F-418D-AE19-62706E023703}">
                      <ahyp:hlinkClr val="tx"/>
                    </a:ext>
                  </a:extLst>
                </a:hlinkClick>
              </a:rPr>
              <a:t>[112]</a:t>
            </a:r>
            <a:endParaRPr sz="1500">
              <a:latin typeface="Scheherazade New"/>
              <a:ea typeface="Scheherazade New"/>
              <a:cs typeface="Scheherazade New"/>
              <a:sym typeface="Scheherazade New"/>
            </a:endParaRPr>
          </a:p>
        </p:txBody>
      </p:sp>
      <p:sp>
        <p:nvSpPr>
          <p:cNvPr id="9591" name="Google Shape;9591;p28"/>
          <p:cNvSpPr/>
          <p:nvPr/>
        </p:nvSpPr>
        <p:spPr>
          <a:xfrm flipH="1">
            <a:off x="4936475" y="2057475"/>
            <a:ext cx="3150900" cy="1683300"/>
          </a:xfrm>
          <a:prstGeom prst="wedgeRoundRectCallout">
            <a:avLst>
              <a:gd fmla="val -33289" name="adj1"/>
              <a:gd fmla="val 73702" name="adj2"/>
              <a:gd fmla="val 0" name="adj3"/>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9592" name="Google Shape;9592;p28"/>
          <p:cNvSpPr txBox="1"/>
          <p:nvPr/>
        </p:nvSpPr>
        <p:spPr>
          <a:xfrm>
            <a:off x="4936475" y="2044875"/>
            <a:ext cx="3000000" cy="1708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1300">
                <a:solidFill>
                  <a:srgbClr val="202122"/>
                </a:solidFill>
                <a:latin typeface="Scheherazade New"/>
                <a:ea typeface="Scheherazade New"/>
                <a:cs typeface="Scheherazade New"/>
                <a:sym typeface="Scheherazade New"/>
              </a:rPr>
              <a:t>In the first 8 months of 2023 deforestation rate in the Brazilian Amazon declined by 48%, that prevented the release of 196 million tons CO</a:t>
            </a:r>
            <a:r>
              <a:rPr baseline="-25000" lang="en" sz="1700">
                <a:solidFill>
                  <a:srgbClr val="202122"/>
                </a:solidFill>
                <a:latin typeface="Scheherazade New"/>
                <a:ea typeface="Scheherazade New"/>
                <a:cs typeface="Scheherazade New"/>
                <a:sym typeface="Scheherazade New"/>
              </a:rPr>
              <a:t>2</a:t>
            </a:r>
            <a:r>
              <a:rPr lang="en" sz="1300">
                <a:solidFill>
                  <a:srgbClr val="202122"/>
                </a:solidFill>
                <a:latin typeface="Scheherazade New"/>
                <a:ea typeface="Scheherazade New"/>
                <a:cs typeface="Scheherazade New"/>
                <a:sym typeface="Scheherazade New"/>
              </a:rPr>
              <a:t> to the atmosphere. Financing from the Amazon Fund and cooperation between the Amazonian nations played a significant role in it.</a:t>
            </a:r>
            <a:r>
              <a:rPr baseline="30000" lang="en" sz="1700">
                <a:solidFill>
                  <a:srgbClr val="3366CC"/>
                </a:solidFill>
                <a:uFill>
                  <a:noFill/>
                </a:uFill>
                <a:latin typeface="Scheherazade New"/>
                <a:ea typeface="Scheherazade New"/>
                <a:cs typeface="Scheherazade New"/>
                <a:sym typeface="Scheherazade New"/>
                <a:hlinkClick r:id="rId5">
                  <a:extLst>
                    <a:ext uri="{A12FA001-AC4F-418D-AE19-62706E023703}">
                      <ahyp:hlinkClr val="tx"/>
                    </a:ext>
                  </a:extLst>
                </a:hlinkClick>
              </a:rPr>
              <a:t>[127]</a:t>
            </a:r>
            <a:r>
              <a:rPr lang="en" sz="1300">
                <a:solidFill>
                  <a:srgbClr val="202122"/>
                </a:solidFill>
                <a:latin typeface="Scheherazade New"/>
                <a:ea typeface="Scheherazade New"/>
                <a:cs typeface="Scheherazade New"/>
                <a:sym typeface="Scheherazade New"/>
              </a:rPr>
              <a:t> </a:t>
            </a:r>
            <a:endParaRPr sz="1500">
              <a:latin typeface="Scheherazade New"/>
              <a:ea typeface="Scheherazade New"/>
              <a:cs typeface="Scheherazade New"/>
              <a:sym typeface="Scheherazade New"/>
            </a:endParaRPr>
          </a:p>
        </p:txBody>
      </p:sp>
      <p:sp>
        <p:nvSpPr>
          <p:cNvPr id="9593" name="Google Shape;9593;p28"/>
          <p:cNvSpPr txBox="1"/>
          <p:nvPr/>
        </p:nvSpPr>
        <p:spPr>
          <a:xfrm>
            <a:off x="2574000" y="4020650"/>
            <a:ext cx="3996000" cy="648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900">
                <a:solidFill>
                  <a:schemeClr val="dk2"/>
                </a:solidFill>
                <a:latin typeface="Sriracha"/>
                <a:ea typeface="Sriracha"/>
                <a:cs typeface="Sriracha"/>
                <a:sym typeface="Sriracha"/>
              </a:rPr>
              <a:t>Both quotes sourced from Wikipedia</a:t>
            </a:r>
            <a:endParaRPr sz="1900">
              <a:solidFill>
                <a:schemeClr val="dk2"/>
              </a:solidFill>
              <a:latin typeface="Sriracha"/>
              <a:ea typeface="Sriracha"/>
              <a:cs typeface="Sriracha"/>
              <a:sym typeface="Sriracha"/>
            </a:endParaRPr>
          </a:p>
        </p:txBody>
      </p:sp>
      <p:sp>
        <p:nvSpPr>
          <p:cNvPr id="9594" name="Google Shape;9594;p28"/>
          <p:cNvSpPr txBox="1"/>
          <p:nvPr/>
        </p:nvSpPr>
        <p:spPr>
          <a:xfrm>
            <a:off x="2805600" y="520250"/>
            <a:ext cx="3532800" cy="723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3500">
                <a:solidFill>
                  <a:schemeClr val="dk2"/>
                </a:solidFill>
                <a:latin typeface="Sriracha"/>
                <a:ea typeface="Sriracha"/>
                <a:cs typeface="Sriracha"/>
                <a:sym typeface="Sriracha"/>
              </a:rPr>
              <a:t>Brazil’s response</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8" name="Shape 9598"/>
        <p:cNvGrpSpPr/>
        <p:nvPr/>
      </p:nvGrpSpPr>
      <p:grpSpPr>
        <a:xfrm>
          <a:off x="0" y="0"/>
          <a:ext cx="0" cy="0"/>
          <a:chOff x="0" y="0"/>
          <a:chExt cx="0" cy="0"/>
        </a:xfrm>
      </p:grpSpPr>
      <p:sp>
        <p:nvSpPr>
          <p:cNvPr id="9599" name="Google Shape;9599;p29"/>
          <p:cNvSpPr txBox="1"/>
          <p:nvPr>
            <p:ph idx="6" type="title"/>
          </p:nvPr>
        </p:nvSpPr>
        <p:spPr>
          <a:xfrm>
            <a:off x="523675" y="282570"/>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Consequences</a:t>
            </a:r>
            <a:endParaRPr/>
          </a:p>
        </p:txBody>
      </p:sp>
      <p:sp>
        <p:nvSpPr>
          <p:cNvPr id="9600" name="Google Shape;9600;p29"/>
          <p:cNvSpPr txBox="1"/>
          <p:nvPr/>
        </p:nvSpPr>
        <p:spPr>
          <a:xfrm>
            <a:off x="-776325" y="1763000"/>
            <a:ext cx="56538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chemeClr val="dk1"/>
              </a:solidFill>
              <a:latin typeface="Roboto"/>
              <a:ea typeface="Roboto"/>
              <a:cs typeface="Roboto"/>
              <a:sym typeface="Roboto"/>
            </a:endParaRPr>
          </a:p>
        </p:txBody>
      </p:sp>
      <p:sp>
        <p:nvSpPr>
          <p:cNvPr id="9601" name="Google Shape;9601;p29"/>
          <p:cNvSpPr txBox="1"/>
          <p:nvPr/>
        </p:nvSpPr>
        <p:spPr>
          <a:xfrm>
            <a:off x="289825" y="971850"/>
            <a:ext cx="5775600" cy="36579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lang="en" sz="1900">
                <a:solidFill>
                  <a:srgbClr val="202122"/>
                </a:solidFill>
                <a:latin typeface="Scheherazade New"/>
                <a:ea typeface="Scheherazade New"/>
                <a:cs typeface="Scheherazade New"/>
                <a:sym typeface="Scheherazade New"/>
              </a:rPr>
              <a:t>Deforestation has been going on for decades and it has shown many consequences – some of which affect mostly brazil, like affecting brazil’s local temperature (</a:t>
            </a:r>
            <a:r>
              <a:rPr lang="en" sz="1900">
                <a:solidFill>
                  <a:srgbClr val="202122"/>
                </a:solidFill>
                <a:latin typeface="Scheherazade New"/>
                <a:ea typeface="Scheherazade New"/>
                <a:cs typeface="Scheherazade New"/>
                <a:sym typeface="Scheherazade New"/>
              </a:rPr>
              <a:t>scientists</a:t>
            </a:r>
            <a:r>
              <a:rPr lang="en" sz="1900">
                <a:solidFill>
                  <a:srgbClr val="202122"/>
                </a:solidFill>
                <a:latin typeface="Scheherazade New"/>
                <a:ea typeface="Scheherazade New"/>
                <a:cs typeface="Scheherazade New"/>
                <a:sym typeface="Scheherazade New"/>
              </a:rPr>
              <a:t> found that deforestation will lead to a temperature increase of 1.45 degrees,) or water supply (certain regions of the Amazon have experienced the most severe drought in a century.)</a:t>
            </a:r>
            <a:endParaRPr sz="1900">
              <a:solidFill>
                <a:srgbClr val="202122"/>
              </a:solidFill>
              <a:latin typeface="Scheherazade New"/>
              <a:ea typeface="Scheherazade New"/>
              <a:cs typeface="Scheherazade New"/>
              <a:sym typeface="Scheherazade New"/>
            </a:endParaRPr>
          </a:p>
          <a:p>
            <a:pPr indent="0" lvl="0" marL="0" rtl="0" algn="l">
              <a:lnSpc>
                <a:spcPct val="115000"/>
              </a:lnSpc>
              <a:spcBef>
                <a:spcPts val="1200"/>
              </a:spcBef>
              <a:spcAft>
                <a:spcPts val="1200"/>
              </a:spcAft>
              <a:buNone/>
            </a:pPr>
            <a:r>
              <a:rPr lang="en" sz="1900">
                <a:solidFill>
                  <a:srgbClr val="202122"/>
                </a:solidFill>
                <a:latin typeface="Scheherazade New"/>
                <a:ea typeface="Scheherazade New"/>
                <a:cs typeface="Scheherazade New"/>
                <a:sym typeface="Scheherazade New"/>
              </a:rPr>
              <a:t>Others have had global effects like increases in CO2 emissions, loss of crucial species and habitat loss, and contribution to climate change and increased emissions (through factors like wildfires and reduced ecosystem health.)</a:t>
            </a:r>
            <a:endParaRPr/>
          </a:p>
        </p:txBody>
      </p:sp>
      <p:pic>
        <p:nvPicPr>
          <p:cNvPr id="9602" name="Google Shape;9602;p29"/>
          <p:cNvPicPr preferRelativeResize="0"/>
          <p:nvPr/>
        </p:nvPicPr>
        <p:blipFill rotWithShape="1">
          <a:blip r:embed="rId3">
            <a:alphaModFix/>
          </a:blip>
          <a:srcRect b="0" l="17587" r="37238" t="0"/>
          <a:stretch/>
        </p:blipFill>
        <p:spPr>
          <a:xfrm>
            <a:off x="6360065" y="1345375"/>
            <a:ext cx="2337900" cy="2910900"/>
          </a:xfrm>
          <a:prstGeom prst="roundRect">
            <a:avLst>
              <a:gd fmla="val 21989" name="adj"/>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6" name="Shape 9606"/>
        <p:cNvGrpSpPr/>
        <p:nvPr/>
      </p:nvGrpSpPr>
      <p:grpSpPr>
        <a:xfrm>
          <a:off x="0" y="0"/>
          <a:ext cx="0" cy="0"/>
          <a:chOff x="0" y="0"/>
          <a:chExt cx="0" cy="0"/>
        </a:xfrm>
      </p:grpSpPr>
      <p:sp>
        <p:nvSpPr>
          <p:cNvPr id="9607" name="Google Shape;9607;p30"/>
          <p:cNvSpPr txBox="1"/>
          <p:nvPr>
            <p:ph idx="15" type="title"/>
          </p:nvPr>
        </p:nvSpPr>
        <p:spPr>
          <a:xfrm>
            <a:off x="2655150" y="332550"/>
            <a:ext cx="38337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Canada’s response</a:t>
            </a:r>
            <a:endParaRPr/>
          </a:p>
        </p:txBody>
      </p:sp>
      <p:sp>
        <p:nvSpPr>
          <p:cNvPr id="9608" name="Google Shape;9608;p30"/>
          <p:cNvSpPr txBox="1"/>
          <p:nvPr/>
        </p:nvSpPr>
        <p:spPr>
          <a:xfrm>
            <a:off x="289825" y="1109275"/>
            <a:ext cx="5775600" cy="36579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lang="en" sz="1900">
                <a:solidFill>
                  <a:srgbClr val="202122"/>
                </a:solidFill>
                <a:latin typeface="Scheherazade New"/>
                <a:ea typeface="Scheherazade New"/>
                <a:cs typeface="Scheherazade New"/>
                <a:sym typeface="Scheherazade New"/>
              </a:rPr>
              <a:t>Canada is trying their best to help reduce the local and global impacts of </a:t>
            </a:r>
            <a:r>
              <a:rPr lang="en" sz="1900">
                <a:solidFill>
                  <a:srgbClr val="202122"/>
                </a:solidFill>
                <a:latin typeface="Scheherazade New"/>
                <a:ea typeface="Scheherazade New"/>
                <a:cs typeface="Scheherazade New"/>
                <a:sym typeface="Scheherazade New"/>
              </a:rPr>
              <a:t>Amazon</a:t>
            </a:r>
            <a:r>
              <a:rPr lang="en" sz="1900">
                <a:solidFill>
                  <a:srgbClr val="202122"/>
                </a:solidFill>
                <a:latin typeface="Scheherazade New"/>
                <a:ea typeface="Scheherazade New"/>
                <a:cs typeface="Scheherazade New"/>
                <a:sym typeface="Scheherazade New"/>
              </a:rPr>
              <a:t> deforestation. As of November 2025, they have committed $17.3 million to the initiative of protecting nature and </a:t>
            </a:r>
            <a:r>
              <a:rPr lang="en" sz="1900">
                <a:solidFill>
                  <a:srgbClr val="202122"/>
                </a:solidFill>
                <a:latin typeface="Scheherazade New"/>
                <a:ea typeface="Scheherazade New"/>
                <a:cs typeface="Scheherazade New"/>
                <a:sym typeface="Scheherazade New"/>
              </a:rPr>
              <a:t>livelihood</a:t>
            </a:r>
            <a:r>
              <a:rPr lang="en" sz="1900">
                <a:solidFill>
                  <a:srgbClr val="202122"/>
                </a:solidFill>
                <a:latin typeface="Scheherazade New"/>
                <a:ea typeface="Scheherazade New"/>
                <a:cs typeface="Scheherazade New"/>
                <a:sym typeface="Scheherazade New"/>
              </a:rPr>
              <a:t>. </a:t>
            </a:r>
            <a:endParaRPr sz="1900">
              <a:solidFill>
                <a:srgbClr val="202122"/>
              </a:solidFill>
              <a:latin typeface="Scheherazade New"/>
              <a:ea typeface="Scheherazade New"/>
              <a:cs typeface="Scheherazade New"/>
              <a:sym typeface="Scheherazade New"/>
            </a:endParaRPr>
          </a:p>
          <a:p>
            <a:pPr indent="0" lvl="0" marL="0" rtl="0" algn="l">
              <a:lnSpc>
                <a:spcPct val="115000"/>
              </a:lnSpc>
              <a:spcBef>
                <a:spcPts val="1200"/>
              </a:spcBef>
              <a:spcAft>
                <a:spcPts val="1200"/>
              </a:spcAft>
              <a:buNone/>
            </a:pPr>
            <a:r>
              <a:rPr lang="en" sz="1900">
                <a:solidFill>
                  <a:srgbClr val="202122"/>
                </a:solidFill>
                <a:latin typeface="Scheherazade New"/>
                <a:ea typeface="Scheherazade New"/>
                <a:cs typeface="Scheherazade New"/>
                <a:sym typeface="Scheherazade New"/>
              </a:rPr>
              <a:t>Canada has also began projects to support the cause, one of those being Terras para Elas (Land for Women) which aims to help women in rural and traditional communities, and it helps women gain legal rights to land. This project also helps to </a:t>
            </a:r>
            <a:r>
              <a:rPr lang="en" sz="1900">
                <a:solidFill>
                  <a:srgbClr val="202122"/>
                </a:solidFill>
                <a:latin typeface="Scheherazade New"/>
                <a:ea typeface="Scheherazade New"/>
                <a:cs typeface="Scheherazade New"/>
                <a:sym typeface="Scheherazade New"/>
              </a:rPr>
              <a:t>reduce</a:t>
            </a:r>
            <a:r>
              <a:rPr lang="en" sz="1900">
                <a:solidFill>
                  <a:srgbClr val="202122"/>
                </a:solidFill>
                <a:latin typeface="Scheherazade New"/>
                <a:ea typeface="Scheherazade New"/>
                <a:cs typeface="Scheherazade New"/>
                <a:sym typeface="Scheherazade New"/>
              </a:rPr>
              <a:t> deforestation by 20% and prevent 50k tonnes of carbon emissions.</a:t>
            </a:r>
            <a:endParaRPr sz="1900">
              <a:solidFill>
                <a:srgbClr val="202122"/>
              </a:solidFill>
              <a:latin typeface="Scheherazade New"/>
              <a:ea typeface="Scheherazade New"/>
              <a:cs typeface="Scheherazade New"/>
              <a:sym typeface="Scheherazade New"/>
            </a:endParaRPr>
          </a:p>
        </p:txBody>
      </p:sp>
      <p:pic>
        <p:nvPicPr>
          <p:cNvPr id="9609" name="Google Shape;9609;p30"/>
          <p:cNvPicPr preferRelativeResize="0"/>
          <p:nvPr/>
        </p:nvPicPr>
        <p:blipFill rotWithShape="1">
          <a:blip r:embed="rId3">
            <a:alphaModFix/>
          </a:blip>
          <a:srcRect b="0" l="42172" r="5641" t="0"/>
          <a:stretch/>
        </p:blipFill>
        <p:spPr>
          <a:xfrm>
            <a:off x="6375410" y="1378525"/>
            <a:ext cx="2443500" cy="3119400"/>
          </a:xfrm>
          <a:prstGeom prst="roundRect">
            <a:avLst>
              <a:gd fmla="val 24116" name="adj"/>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13" name="Shape 9613"/>
        <p:cNvGrpSpPr/>
        <p:nvPr/>
      </p:nvGrpSpPr>
      <p:grpSpPr>
        <a:xfrm>
          <a:off x="0" y="0"/>
          <a:ext cx="0" cy="0"/>
          <a:chOff x="0" y="0"/>
          <a:chExt cx="0" cy="0"/>
        </a:xfrm>
      </p:grpSpPr>
      <p:sp>
        <p:nvSpPr>
          <p:cNvPr id="9614" name="Google Shape;9614;p31"/>
          <p:cNvSpPr txBox="1"/>
          <p:nvPr>
            <p:ph type="title"/>
          </p:nvPr>
        </p:nvSpPr>
        <p:spPr>
          <a:xfrm>
            <a:off x="720000" y="1362275"/>
            <a:ext cx="7704000" cy="20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3"/>
              </a:rPr>
              <a:t>wikipedia.org</a:t>
            </a:r>
            <a:endParaRPr sz="2300"/>
          </a:p>
          <a:p>
            <a:pPr indent="0" lvl="0" marL="0" rtl="0" algn="l">
              <a:spcBef>
                <a:spcPts val="0"/>
              </a:spcBef>
              <a:spcAft>
                <a:spcPts val="0"/>
              </a:spcAft>
              <a:buNone/>
            </a:pPr>
            <a:r>
              <a:rPr lang="en" sz="2300" u="sng">
                <a:hlinkClick r:id="rId4"/>
              </a:rPr>
              <a:t>rusticpathways.com</a:t>
            </a:r>
            <a:endParaRPr sz="2300"/>
          </a:p>
          <a:p>
            <a:pPr indent="0" lvl="0" marL="0" rtl="0" algn="l">
              <a:spcBef>
                <a:spcPts val="0"/>
              </a:spcBef>
              <a:spcAft>
                <a:spcPts val="0"/>
              </a:spcAft>
              <a:buNone/>
            </a:pPr>
            <a:r>
              <a:rPr lang="en" sz="2300" u="sng">
                <a:hlinkClick r:id="rId5"/>
              </a:rPr>
              <a:t>amazonconservation.org</a:t>
            </a:r>
            <a:endParaRPr sz="2300"/>
          </a:p>
          <a:p>
            <a:pPr indent="0" lvl="0" marL="0" rtl="0" algn="l">
              <a:spcBef>
                <a:spcPts val="0"/>
              </a:spcBef>
              <a:spcAft>
                <a:spcPts val="0"/>
              </a:spcAft>
              <a:buNone/>
            </a:pPr>
            <a:r>
              <a:rPr lang="en" sz="2300" u="sng">
                <a:hlinkClick r:id="rId6"/>
              </a:rPr>
              <a:t>Deforestation in the Amazon Rainforest - Ballard Brief</a:t>
            </a:r>
            <a:endParaRPr sz="2300"/>
          </a:p>
          <a:p>
            <a:pPr indent="0" lvl="0" marL="0" rtl="0" algn="l">
              <a:spcBef>
                <a:spcPts val="0"/>
              </a:spcBef>
              <a:spcAft>
                <a:spcPts val="0"/>
              </a:spcAft>
              <a:buNone/>
            </a:pPr>
            <a:r>
              <a:rPr lang="en" sz="2300" u="sng">
                <a:hlinkClick r:id="rId7"/>
              </a:rPr>
              <a:t>Canada helps protect nature and livelihoods in the Amazon</a:t>
            </a:r>
            <a:endParaRPr sz="2300"/>
          </a:p>
        </p:txBody>
      </p:sp>
      <p:sp>
        <p:nvSpPr>
          <p:cNvPr id="9615" name="Google Shape;9615;p31"/>
          <p:cNvSpPr txBox="1"/>
          <p:nvPr>
            <p:ph idx="15" type="title"/>
          </p:nvPr>
        </p:nvSpPr>
        <p:spPr>
          <a:xfrm>
            <a:off x="720000" y="3423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Links</a:t>
            </a:r>
            <a:endParaRPr/>
          </a:p>
        </p:txBody>
      </p:sp>
      <p:sp>
        <p:nvSpPr>
          <p:cNvPr id="9616" name="Google Shape;9616;p31"/>
          <p:cNvSpPr txBox="1"/>
          <p:nvPr/>
        </p:nvSpPr>
        <p:spPr>
          <a:xfrm>
            <a:off x="720000" y="3667700"/>
            <a:ext cx="5090100" cy="723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3500">
                <a:solidFill>
                  <a:schemeClr val="dk2"/>
                </a:solidFill>
                <a:latin typeface="Sriracha"/>
                <a:ea typeface="Sriracha"/>
                <a:cs typeface="Sriracha"/>
                <a:sym typeface="Sriracha"/>
              </a:rPr>
              <a:t>Thanks for listening!</a:t>
            </a:r>
            <a:endParaRPr/>
          </a:p>
        </p:txBody>
      </p:sp>
    </p:spTree>
  </p:cSld>
  <p:clrMapOvr>
    <a:masterClrMapping/>
  </p:clrMapOvr>
</p:sld>
</file>

<file path=ppt/theme/theme1.xml><?xml version="1.0" encoding="utf-8"?>
<a:theme xmlns:a="http://schemas.openxmlformats.org/drawingml/2006/main" xmlns:r="http://schemas.openxmlformats.org/officeDocument/2006/relationships" name="Hawaii Triathlon: Iron Athlete Minitheme">
  <a:themeElements>
    <a:clrScheme name="Simple Light">
      <a:dk1>
        <a:srgbClr val="191919"/>
      </a:dk1>
      <a:lt1>
        <a:srgbClr val="FFFFFF"/>
      </a:lt1>
      <a:dk2>
        <a:srgbClr val="FA5B60"/>
      </a:dk2>
      <a:lt2>
        <a:srgbClr val="F7794D"/>
      </a:lt2>
      <a:accent1>
        <a:srgbClr val="969960"/>
      </a:accent1>
      <a:accent2>
        <a:srgbClr val="FBE4B2"/>
      </a:accent2>
      <a:accent3>
        <a:srgbClr val="BAC7BE"/>
      </a:accent3>
      <a:accent4>
        <a:srgbClr val="35594D"/>
      </a:accent4>
      <a:accent5>
        <a:srgbClr val="5FB6BE"/>
      </a:accent5>
      <a:accent6>
        <a:srgbClr val="C5E3E6"/>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