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8.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5.xml"/>
  <Override ContentType="application/vnd.openxmlformats-officedocument.presentationml.slide+xml" PartName="/ppt/slides/slide8.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3"/>
  </p:sldMasterIdLst>
  <p:notesMasterIdLst>
    <p:notesMasterId r:id="rId4"/>
  </p:notesMasterIdLst>
  <p:sldIdLst>
    <p:sldId id="256" r:id="rId5"/>
    <p:sldId id="257" r:id="rId6"/>
    <p:sldId id="258" r:id="rId7"/>
    <p:sldId id="259" r:id="rId8"/>
    <p:sldId id="260" r:id="rId9"/>
    <p:sldId id="261" r:id="rId10"/>
    <p:sldId id="262" r:id="rId11"/>
    <p:sldId id="263" r:id="rId12"/>
  </p:sldIdLst>
  <p:sldSz cy="5143500" cx="9144000"/>
  <p:notesSz cx="6858000" cy="9144000"/>
  <p:embeddedFontLst>
    <p:embeddedFont>
      <p:font typeface="Roboto"/>
      <p:regular r:id="rId13"/>
      <p:bold r:id="rId14"/>
      <p:italic r:id="rId15"/>
      <p:boldItalic r:id="rId16"/>
    </p:embeddedFont>
    <p:embeddedFont>
      <p:font typeface="Scheherazade New"/>
      <p:regular r:id="rId17"/>
      <p:bold r:id="rId18"/>
    </p:embeddedFont>
    <p:embeddedFont>
      <p:font typeface="Sriracha"/>
      <p:regular r:id="rId1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11" Type="http://schemas.openxmlformats.org/officeDocument/2006/relationships/slide" Target="slides/slide7.xml"/><Relationship Id="rId10" Type="http://schemas.openxmlformats.org/officeDocument/2006/relationships/slide" Target="slides/slide6.xml"/><Relationship Id="rId13" Type="http://schemas.openxmlformats.org/officeDocument/2006/relationships/font" Target="fonts/Roboto-regular.fntdata"/><Relationship Id="rId12" Type="http://schemas.openxmlformats.org/officeDocument/2006/relationships/slide" Target="slides/slide8.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15" Type="http://schemas.openxmlformats.org/officeDocument/2006/relationships/font" Target="fonts/Roboto-italic.fntdata"/><Relationship Id="rId14" Type="http://schemas.openxmlformats.org/officeDocument/2006/relationships/font" Target="fonts/Roboto-bold.fntdata"/><Relationship Id="rId17" Type="http://schemas.openxmlformats.org/officeDocument/2006/relationships/font" Target="fonts/ScheherazadeNew-regular.fntdata"/><Relationship Id="rId16" Type="http://schemas.openxmlformats.org/officeDocument/2006/relationships/font" Target="fonts/Roboto-boldItalic.fntdata"/><Relationship Id="rId5" Type="http://schemas.openxmlformats.org/officeDocument/2006/relationships/slide" Target="slides/slide1.xml"/><Relationship Id="rId19" Type="http://schemas.openxmlformats.org/officeDocument/2006/relationships/font" Target="fonts/Sriracha-regular.fntdata"/><Relationship Id="rId6" Type="http://schemas.openxmlformats.org/officeDocument/2006/relationships/slide" Target="slides/slide2.xml"/><Relationship Id="rId18" Type="http://schemas.openxmlformats.org/officeDocument/2006/relationships/font" Target="fonts/ScheherazadeNew-bold.fntdata"/><Relationship Id="rId7" Type="http://schemas.openxmlformats.org/officeDocument/2006/relationships/slide" Target="slides/slide3.xml"/><Relationship Id="rId8"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5" name="Shape 8695"/>
        <p:cNvGrpSpPr/>
        <p:nvPr/>
      </p:nvGrpSpPr>
      <p:grpSpPr>
        <a:xfrm>
          <a:off x="0" y="0"/>
          <a:ext cx="0" cy="0"/>
          <a:chOff x="0" y="0"/>
          <a:chExt cx="0" cy="0"/>
        </a:xfrm>
      </p:grpSpPr>
      <p:sp>
        <p:nvSpPr>
          <p:cNvPr id="8696" name="Google Shape;8696;g18c8d1e4a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7" name="Google Shape;8697;g18c8d1e4a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1" name="Shape 8701"/>
        <p:cNvGrpSpPr/>
        <p:nvPr/>
      </p:nvGrpSpPr>
      <p:grpSpPr>
        <a:xfrm>
          <a:off x="0" y="0"/>
          <a:ext cx="0" cy="0"/>
          <a:chOff x="0" y="0"/>
          <a:chExt cx="0" cy="0"/>
        </a:xfrm>
      </p:grpSpPr>
      <p:sp>
        <p:nvSpPr>
          <p:cNvPr id="8702" name="Google Shape;8702;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3" name="Google Shape;8703;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2" name="Shape 9562"/>
        <p:cNvGrpSpPr/>
        <p:nvPr/>
      </p:nvGrpSpPr>
      <p:grpSpPr>
        <a:xfrm>
          <a:off x="0" y="0"/>
          <a:ext cx="0" cy="0"/>
          <a:chOff x="0" y="0"/>
          <a:chExt cx="0" cy="0"/>
        </a:xfrm>
      </p:grpSpPr>
      <p:sp>
        <p:nvSpPr>
          <p:cNvPr id="9563" name="Google Shape;9563;gd362d286f3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4" name="Google Shape;9564;gd362d286f3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1" name="Shape 9571"/>
        <p:cNvGrpSpPr/>
        <p:nvPr/>
      </p:nvGrpSpPr>
      <p:grpSpPr>
        <a:xfrm>
          <a:off x="0" y="0"/>
          <a:ext cx="0" cy="0"/>
          <a:chOff x="0" y="0"/>
          <a:chExt cx="0" cy="0"/>
        </a:xfrm>
      </p:grpSpPr>
      <p:sp>
        <p:nvSpPr>
          <p:cNvPr id="9572" name="Google Shape;9572;g142e9ca21e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3" name="Google Shape;9573;g142e9ca21e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5" name="Shape 9585"/>
        <p:cNvGrpSpPr/>
        <p:nvPr/>
      </p:nvGrpSpPr>
      <p:grpSpPr>
        <a:xfrm>
          <a:off x="0" y="0"/>
          <a:ext cx="0" cy="0"/>
          <a:chOff x="0" y="0"/>
          <a:chExt cx="0" cy="0"/>
        </a:xfrm>
      </p:grpSpPr>
      <p:sp>
        <p:nvSpPr>
          <p:cNvPr id="9586" name="Google Shape;9586;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7" name="Google Shape;9587;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5" name="Shape 9595"/>
        <p:cNvGrpSpPr/>
        <p:nvPr/>
      </p:nvGrpSpPr>
      <p:grpSpPr>
        <a:xfrm>
          <a:off x="0" y="0"/>
          <a:ext cx="0" cy="0"/>
          <a:chOff x="0" y="0"/>
          <a:chExt cx="0" cy="0"/>
        </a:xfrm>
      </p:grpSpPr>
      <p:sp>
        <p:nvSpPr>
          <p:cNvPr id="9596" name="Google Shape;9596;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7" name="Google Shape;9597;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3" name="Shape 9603"/>
        <p:cNvGrpSpPr/>
        <p:nvPr/>
      </p:nvGrpSpPr>
      <p:grpSpPr>
        <a:xfrm>
          <a:off x="0" y="0"/>
          <a:ext cx="0" cy="0"/>
          <a:chOff x="0" y="0"/>
          <a:chExt cx="0" cy="0"/>
        </a:xfrm>
      </p:grpSpPr>
      <p:sp>
        <p:nvSpPr>
          <p:cNvPr id="9604" name="Google Shape;9604;g3edb58c02fe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5" name="Google Shape;9605;g3edb58c02fe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0" name="Shape 9610"/>
        <p:cNvGrpSpPr/>
        <p:nvPr/>
      </p:nvGrpSpPr>
      <p:grpSpPr>
        <a:xfrm>
          <a:off x="0" y="0"/>
          <a:ext cx="0" cy="0"/>
          <a:chOff x="0" y="0"/>
          <a:chExt cx="0" cy="0"/>
        </a:xfrm>
      </p:grpSpPr>
      <p:sp>
        <p:nvSpPr>
          <p:cNvPr id="9611" name="Google Shape;9611;gd362d286f3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2" name="Google Shape;9612;gd362d286f3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153414"/>
            <a:ext cx="7704000" cy="1645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2799201"/>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258200" y="3955075"/>
            <a:ext cx="1504025" cy="624000"/>
            <a:chOff x="2067200" y="3936025"/>
            <a:chExt cx="1504025" cy="624000"/>
          </a:xfrm>
        </p:grpSpPr>
        <p:sp>
          <p:nvSpPr>
            <p:cNvPr id="15" name="Google Shape;15;p2"/>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rot="5400000">
            <a:off x="439170" y="-1231703"/>
            <a:ext cx="2103111" cy="3943216"/>
            <a:chOff x="3238754" y="1037105"/>
            <a:chExt cx="2114316" cy="3971813"/>
          </a:xfrm>
        </p:grpSpPr>
        <p:grpSp>
          <p:nvGrpSpPr>
            <p:cNvPr id="19" name="Google Shape;19;p2"/>
            <p:cNvGrpSpPr/>
            <p:nvPr/>
          </p:nvGrpSpPr>
          <p:grpSpPr>
            <a:xfrm rot="352619">
              <a:off x="3514228" y="3929201"/>
              <a:ext cx="820714" cy="663927"/>
              <a:chOff x="1981897" y="1546050"/>
              <a:chExt cx="676612" cy="547354"/>
            </a:xfrm>
          </p:grpSpPr>
          <p:grpSp>
            <p:nvGrpSpPr>
              <p:cNvPr id="20" name="Google Shape;20;p2"/>
              <p:cNvGrpSpPr/>
              <p:nvPr/>
            </p:nvGrpSpPr>
            <p:grpSpPr>
              <a:xfrm>
                <a:off x="2240847" y="1546050"/>
                <a:ext cx="258712" cy="250429"/>
                <a:chOff x="1490538" y="753834"/>
                <a:chExt cx="470985" cy="455906"/>
              </a:xfrm>
            </p:grpSpPr>
            <p:sp>
              <p:nvSpPr>
                <p:cNvPr id="21" name="Google Shape;2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2399797" y="1673288"/>
                <a:ext cx="258712" cy="250429"/>
                <a:chOff x="1490538" y="753834"/>
                <a:chExt cx="470985" cy="455906"/>
              </a:xfrm>
            </p:grpSpPr>
            <p:sp>
              <p:nvSpPr>
                <p:cNvPr id="32" name="Google Shape;3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2159535" y="1742038"/>
                <a:ext cx="258712" cy="250429"/>
                <a:chOff x="1490538" y="753834"/>
                <a:chExt cx="470985" cy="455906"/>
              </a:xfrm>
            </p:grpSpPr>
            <p:sp>
              <p:nvSpPr>
                <p:cNvPr id="43" name="Google Shape;4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a:off x="2323985" y="1842975"/>
                <a:ext cx="258712" cy="250429"/>
                <a:chOff x="1490538" y="753834"/>
                <a:chExt cx="470985" cy="455906"/>
              </a:xfrm>
            </p:grpSpPr>
            <p:sp>
              <p:nvSpPr>
                <p:cNvPr id="54" name="Google Shape;5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2"/>
              <p:cNvGrpSpPr/>
              <p:nvPr/>
            </p:nvGrpSpPr>
            <p:grpSpPr>
              <a:xfrm>
                <a:off x="1981897" y="1804075"/>
                <a:ext cx="258712" cy="250429"/>
                <a:chOff x="1490538" y="753834"/>
                <a:chExt cx="470985" cy="455906"/>
              </a:xfrm>
            </p:grpSpPr>
            <p:sp>
              <p:nvSpPr>
                <p:cNvPr id="65" name="Google Shape;6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 name="Google Shape;75;p2"/>
            <p:cNvGrpSpPr/>
            <p:nvPr/>
          </p:nvGrpSpPr>
          <p:grpSpPr>
            <a:xfrm flipH="1" rot="8833976">
              <a:off x="4214846" y="3438470"/>
              <a:ext cx="804524" cy="1469662"/>
              <a:chOff x="3377730" y="919968"/>
              <a:chExt cx="471039" cy="860470"/>
            </a:xfrm>
          </p:grpSpPr>
          <p:grpSp>
            <p:nvGrpSpPr>
              <p:cNvPr id="76" name="Google Shape;76;p2"/>
              <p:cNvGrpSpPr/>
              <p:nvPr/>
            </p:nvGrpSpPr>
            <p:grpSpPr>
              <a:xfrm>
                <a:off x="3377730" y="919968"/>
                <a:ext cx="408804" cy="692511"/>
                <a:chOff x="3377730" y="919968"/>
                <a:chExt cx="408804" cy="692511"/>
              </a:xfrm>
            </p:grpSpPr>
            <p:sp>
              <p:nvSpPr>
                <p:cNvPr id="77" name="Google Shape;7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a:off x="3487239" y="1131104"/>
                <a:ext cx="361530" cy="649334"/>
                <a:chOff x="1266852" y="1150479"/>
                <a:chExt cx="361530" cy="649334"/>
              </a:xfrm>
            </p:grpSpPr>
            <p:sp>
              <p:nvSpPr>
                <p:cNvPr id="90" name="Google Shape;9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rot="4488281">
              <a:off x="3583731" y="2580940"/>
              <a:ext cx="887798" cy="871068"/>
              <a:chOff x="3086354" y="1785830"/>
              <a:chExt cx="887833" cy="871102"/>
            </a:xfrm>
          </p:grpSpPr>
          <p:grpSp>
            <p:nvGrpSpPr>
              <p:cNvPr id="99" name="Google Shape;99;p2"/>
              <p:cNvGrpSpPr/>
              <p:nvPr/>
            </p:nvGrpSpPr>
            <p:grpSpPr>
              <a:xfrm rot="-2169427">
                <a:off x="3251277" y="1839739"/>
                <a:ext cx="408803" cy="692509"/>
                <a:chOff x="3377730" y="919968"/>
                <a:chExt cx="408804" cy="692511"/>
              </a:xfrm>
            </p:grpSpPr>
            <p:sp>
              <p:nvSpPr>
                <p:cNvPr id="100" name="Google Shape;10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rot="-2169427">
                <a:off x="3455919" y="1963478"/>
                <a:ext cx="361529" cy="649332"/>
                <a:chOff x="1266852" y="1150479"/>
                <a:chExt cx="361530" cy="649334"/>
              </a:xfrm>
            </p:grpSpPr>
            <p:sp>
              <p:nvSpPr>
                <p:cNvPr id="113" name="Google Shape;11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 name="Google Shape;121;p2"/>
            <p:cNvGrpSpPr/>
            <p:nvPr/>
          </p:nvGrpSpPr>
          <p:grpSpPr>
            <a:xfrm>
              <a:off x="3238754" y="1938230"/>
              <a:ext cx="887833" cy="871102"/>
              <a:chOff x="3086354" y="1785830"/>
              <a:chExt cx="887833" cy="871102"/>
            </a:xfrm>
          </p:grpSpPr>
          <p:grpSp>
            <p:nvGrpSpPr>
              <p:cNvPr id="122" name="Google Shape;122;p2"/>
              <p:cNvGrpSpPr/>
              <p:nvPr/>
            </p:nvGrpSpPr>
            <p:grpSpPr>
              <a:xfrm rot="-2169427">
                <a:off x="3251277" y="1839739"/>
                <a:ext cx="408803" cy="692509"/>
                <a:chOff x="3377730" y="919968"/>
                <a:chExt cx="408804" cy="692511"/>
              </a:xfrm>
            </p:grpSpPr>
            <p:sp>
              <p:nvSpPr>
                <p:cNvPr id="123" name="Google Shape;12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2"/>
              <p:cNvGrpSpPr/>
              <p:nvPr/>
            </p:nvGrpSpPr>
            <p:grpSpPr>
              <a:xfrm rot="-2169427">
                <a:off x="3455919" y="1963478"/>
                <a:ext cx="361529" cy="649332"/>
                <a:chOff x="1266852" y="1150479"/>
                <a:chExt cx="361530" cy="649334"/>
              </a:xfrm>
            </p:grpSpPr>
            <p:sp>
              <p:nvSpPr>
                <p:cNvPr id="136" name="Google Shape;13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 name="Google Shape;144;p2"/>
            <p:cNvGrpSpPr/>
            <p:nvPr/>
          </p:nvGrpSpPr>
          <p:grpSpPr>
            <a:xfrm>
              <a:off x="3490978" y="1037105"/>
              <a:ext cx="575468" cy="1051322"/>
              <a:chOff x="3377730" y="919968"/>
              <a:chExt cx="471039" cy="860470"/>
            </a:xfrm>
          </p:grpSpPr>
          <p:grpSp>
            <p:nvGrpSpPr>
              <p:cNvPr id="145" name="Google Shape;145;p2"/>
              <p:cNvGrpSpPr/>
              <p:nvPr/>
            </p:nvGrpSpPr>
            <p:grpSpPr>
              <a:xfrm>
                <a:off x="3377730" y="919968"/>
                <a:ext cx="408804" cy="692511"/>
                <a:chOff x="3377730" y="919968"/>
                <a:chExt cx="408804" cy="692511"/>
              </a:xfrm>
            </p:grpSpPr>
            <p:sp>
              <p:nvSpPr>
                <p:cNvPr id="146" name="Google Shape;14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a:off x="3487239" y="1131104"/>
                <a:ext cx="361530" cy="649334"/>
                <a:chOff x="1266852" y="1150479"/>
                <a:chExt cx="361530" cy="649334"/>
              </a:xfrm>
            </p:grpSpPr>
            <p:sp>
              <p:nvSpPr>
                <p:cNvPr id="159" name="Google Shape;15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 name="Google Shape;167;p2"/>
            <p:cNvGrpSpPr/>
            <p:nvPr/>
          </p:nvGrpSpPr>
          <p:grpSpPr>
            <a:xfrm>
              <a:off x="3517102" y="2473933"/>
              <a:ext cx="590853" cy="538858"/>
              <a:chOff x="2374102" y="2397733"/>
              <a:chExt cx="590853" cy="538858"/>
            </a:xfrm>
          </p:grpSpPr>
          <p:grpSp>
            <p:nvGrpSpPr>
              <p:cNvPr id="168" name="Google Shape;168;p2"/>
              <p:cNvGrpSpPr/>
              <p:nvPr/>
            </p:nvGrpSpPr>
            <p:grpSpPr>
              <a:xfrm>
                <a:off x="2374102" y="2397733"/>
                <a:ext cx="590853" cy="538858"/>
                <a:chOff x="1993102" y="2397733"/>
                <a:chExt cx="590853" cy="538858"/>
              </a:xfrm>
            </p:grpSpPr>
            <p:sp>
              <p:nvSpPr>
                <p:cNvPr id="169" name="Google Shape;16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2"/>
              <p:cNvGrpSpPr/>
              <p:nvPr/>
            </p:nvGrpSpPr>
            <p:grpSpPr>
              <a:xfrm>
                <a:off x="2672051" y="2466803"/>
                <a:ext cx="88776" cy="97630"/>
                <a:chOff x="2291051" y="2466803"/>
                <a:chExt cx="88776" cy="97630"/>
              </a:xfrm>
            </p:grpSpPr>
            <p:sp>
              <p:nvSpPr>
                <p:cNvPr id="189" name="Google Shape;18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
            <p:cNvGrpSpPr/>
            <p:nvPr/>
          </p:nvGrpSpPr>
          <p:grpSpPr>
            <a:xfrm rot="352659">
              <a:off x="3394332" y="1622136"/>
              <a:ext cx="676583" cy="547330"/>
              <a:chOff x="1981897" y="1546050"/>
              <a:chExt cx="676612" cy="547354"/>
            </a:xfrm>
          </p:grpSpPr>
          <p:grpSp>
            <p:nvGrpSpPr>
              <p:cNvPr id="226" name="Google Shape;226;p2"/>
              <p:cNvGrpSpPr/>
              <p:nvPr/>
            </p:nvGrpSpPr>
            <p:grpSpPr>
              <a:xfrm>
                <a:off x="2240847" y="1546050"/>
                <a:ext cx="258712" cy="250429"/>
                <a:chOff x="1490538" y="753834"/>
                <a:chExt cx="470985" cy="455906"/>
              </a:xfrm>
            </p:grpSpPr>
            <p:sp>
              <p:nvSpPr>
                <p:cNvPr id="227" name="Google Shape;22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2399797" y="1673288"/>
                <a:ext cx="258712" cy="250429"/>
                <a:chOff x="1490538" y="753834"/>
                <a:chExt cx="470985" cy="455906"/>
              </a:xfrm>
            </p:grpSpPr>
            <p:sp>
              <p:nvSpPr>
                <p:cNvPr id="238" name="Google Shape;23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
              <p:cNvGrpSpPr/>
              <p:nvPr/>
            </p:nvGrpSpPr>
            <p:grpSpPr>
              <a:xfrm>
                <a:off x="2159535" y="1742038"/>
                <a:ext cx="258712" cy="250429"/>
                <a:chOff x="1490538" y="753834"/>
                <a:chExt cx="470985" cy="455906"/>
              </a:xfrm>
            </p:grpSpPr>
            <p:sp>
              <p:nvSpPr>
                <p:cNvPr id="249" name="Google Shape;24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
              <p:cNvGrpSpPr/>
              <p:nvPr/>
            </p:nvGrpSpPr>
            <p:grpSpPr>
              <a:xfrm>
                <a:off x="2323985" y="1842975"/>
                <a:ext cx="258712" cy="250429"/>
                <a:chOff x="1490538" y="753834"/>
                <a:chExt cx="470985" cy="455906"/>
              </a:xfrm>
            </p:grpSpPr>
            <p:sp>
              <p:nvSpPr>
                <p:cNvPr id="260" name="Google Shape;26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
              <p:cNvGrpSpPr/>
              <p:nvPr/>
            </p:nvGrpSpPr>
            <p:grpSpPr>
              <a:xfrm>
                <a:off x="1981897" y="1804075"/>
                <a:ext cx="258712" cy="250429"/>
                <a:chOff x="1490538" y="753834"/>
                <a:chExt cx="470985" cy="455906"/>
              </a:xfrm>
            </p:grpSpPr>
            <p:sp>
              <p:nvSpPr>
                <p:cNvPr id="271" name="Google Shape;27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
            <p:cNvGrpSpPr/>
            <p:nvPr/>
          </p:nvGrpSpPr>
          <p:grpSpPr>
            <a:xfrm flipH="1">
              <a:off x="3270102" y="2806996"/>
              <a:ext cx="590853" cy="538858"/>
              <a:chOff x="2374102" y="2397733"/>
              <a:chExt cx="590853" cy="538858"/>
            </a:xfrm>
          </p:grpSpPr>
          <p:grpSp>
            <p:nvGrpSpPr>
              <p:cNvPr id="282" name="Google Shape;282;p2"/>
              <p:cNvGrpSpPr/>
              <p:nvPr/>
            </p:nvGrpSpPr>
            <p:grpSpPr>
              <a:xfrm>
                <a:off x="2374102" y="2397733"/>
                <a:ext cx="590853" cy="538858"/>
                <a:chOff x="1993102" y="2397733"/>
                <a:chExt cx="590853" cy="538858"/>
              </a:xfrm>
            </p:grpSpPr>
            <p:sp>
              <p:nvSpPr>
                <p:cNvPr id="283" name="Google Shape;28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2"/>
              <p:cNvGrpSpPr/>
              <p:nvPr/>
            </p:nvGrpSpPr>
            <p:grpSpPr>
              <a:xfrm>
                <a:off x="2672051" y="2466803"/>
                <a:ext cx="88776" cy="97630"/>
                <a:chOff x="2291051" y="2466803"/>
                <a:chExt cx="88776" cy="97630"/>
              </a:xfrm>
            </p:grpSpPr>
            <p:sp>
              <p:nvSpPr>
                <p:cNvPr id="303" name="Google Shape;30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
            <p:cNvGrpSpPr/>
            <p:nvPr/>
          </p:nvGrpSpPr>
          <p:grpSpPr>
            <a:xfrm>
              <a:off x="3446433" y="3091192"/>
              <a:ext cx="1319021" cy="1203001"/>
              <a:chOff x="2374102" y="2397733"/>
              <a:chExt cx="590853" cy="538858"/>
            </a:xfrm>
          </p:grpSpPr>
          <p:grpSp>
            <p:nvGrpSpPr>
              <p:cNvPr id="340" name="Google Shape;340;p2"/>
              <p:cNvGrpSpPr/>
              <p:nvPr/>
            </p:nvGrpSpPr>
            <p:grpSpPr>
              <a:xfrm>
                <a:off x="2374102" y="2397733"/>
                <a:ext cx="590853" cy="538858"/>
                <a:chOff x="1993102" y="2397733"/>
                <a:chExt cx="590853" cy="538858"/>
              </a:xfrm>
            </p:grpSpPr>
            <p:sp>
              <p:nvSpPr>
                <p:cNvPr id="341" name="Google Shape;34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2"/>
              <p:cNvGrpSpPr/>
              <p:nvPr/>
            </p:nvGrpSpPr>
            <p:grpSpPr>
              <a:xfrm>
                <a:off x="2672051" y="2466803"/>
                <a:ext cx="88776" cy="97630"/>
                <a:chOff x="2291051" y="2466803"/>
                <a:chExt cx="88776" cy="97630"/>
              </a:xfrm>
            </p:grpSpPr>
            <p:sp>
              <p:nvSpPr>
                <p:cNvPr id="361" name="Google Shape;36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
            <p:cNvGrpSpPr/>
            <p:nvPr/>
          </p:nvGrpSpPr>
          <p:grpSpPr>
            <a:xfrm>
              <a:off x="4490110" y="3659885"/>
              <a:ext cx="365767" cy="351686"/>
              <a:chOff x="1490538" y="753834"/>
              <a:chExt cx="470985" cy="455906"/>
            </a:xfrm>
          </p:grpSpPr>
          <p:sp>
            <p:nvSpPr>
              <p:cNvPr id="398" name="Google Shape;3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
            <p:cNvGrpSpPr/>
            <p:nvPr/>
          </p:nvGrpSpPr>
          <p:grpSpPr>
            <a:xfrm rot="-975329">
              <a:off x="4865699" y="3543897"/>
              <a:ext cx="365789" cy="351698"/>
              <a:chOff x="1490538" y="753834"/>
              <a:chExt cx="470985" cy="455906"/>
            </a:xfrm>
          </p:grpSpPr>
          <p:sp>
            <p:nvSpPr>
              <p:cNvPr id="409" name="Google Shape;4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2"/>
          <p:cNvGrpSpPr/>
          <p:nvPr/>
        </p:nvGrpSpPr>
        <p:grpSpPr>
          <a:xfrm>
            <a:off x="514252" y="1954402"/>
            <a:ext cx="411494" cy="164598"/>
            <a:chOff x="2449294" y="636165"/>
            <a:chExt cx="322588" cy="124262"/>
          </a:xfrm>
        </p:grpSpPr>
        <p:sp>
          <p:nvSpPr>
            <p:cNvPr id="420" name="Google Shape;420;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2"/>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2"/>
          <p:cNvGrpSpPr/>
          <p:nvPr/>
        </p:nvGrpSpPr>
        <p:grpSpPr>
          <a:xfrm flipH="1">
            <a:off x="1284972" y="1038482"/>
            <a:ext cx="411494" cy="164598"/>
            <a:chOff x="2449294" y="636165"/>
            <a:chExt cx="322588" cy="124262"/>
          </a:xfrm>
        </p:grpSpPr>
        <p:sp>
          <p:nvSpPr>
            <p:cNvPr id="438" name="Google Shape;43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2"/>
          <p:cNvGrpSpPr/>
          <p:nvPr/>
        </p:nvGrpSpPr>
        <p:grpSpPr>
          <a:xfrm flipH="1">
            <a:off x="6751497" y="678045"/>
            <a:ext cx="411494" cy="164598"/>
            <a:chOff x="2449294" y="636165"/>
            <a:chExt cx="322588" cy="124262"/>
          </a:xfrm>
        </p:grpSpPr>
        <p:sp>
          <p:nvSpPr>
            <p:cNvPr id="448" name="Google Shape;44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
          <p:cNvGrpSpPr/>
          <p:nvPr/>
        </p:nvGrpSpPr>
        <p:grpSpPr>
          <a:xfrm>
            <a:off x="8575747" y="1993670"/>
            <a:ext cx="411494" cy="164598"/>
            <a:chOff x="2449294" y="636165"/>
            <a:chExt cx="322588" cy="124262"/>
          </a:xfrm>
        </p:grpSpPr>
        <p:sp>
          <p:nvSpPr>
            <p:cNvPr id="458" name="Google Shape;458;p2"/>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
          <p:cNvGrpSpPr/>
          <p:nvPr/>
        </p:nvGrpSpPr>
        <p:grpSpPr>
          <a:xfrm flipH="1" rot="10800000">
            <a:off x="7008738" y="922775"/>
            <a:ext cx="365767" cy="351138"/>
            <a:chOff x="1490538" y="753834"/>
            <a:chExt cx="470985" cy="455906"/>
          </a:xfrm>
        </p:grpSpPr>
        <p:sp>
          <p:nvSpPr>
            <p:cNvPr id="468" name="Google Shape;46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2"/>
          <p:cNvGrpSpPr/>
          <p:nvPr/>
        </p:nvGrpSpPr>
        <p:grpSpPr>
          <a:xfrm flipH="1" rot="-5400000">
            <a:off x="6601720" y="-1231703"/>
            <a:ext cx="2103111" cy="3943216"/>
            <a:chOff x="3238754" y="1037105"/>
            <a:chExt cx="2114316" cy="3971813"/>
          </a:xfrm>
        </p:grpSpPr>
        <p:grpSp>
          <p:nvGrpSpPr>
            <p:cNvPr id="479" name="Google Shape;479;p2"/>
            <p:cNvGrpSpPr/>
            <p:nvPr/>
          </p:nvGrpSpPr>
          <p:grpSpPr>
            <a:xfrm rot="352619">
              <a:off x="3514228" y="3929201"/>
              <a:ext cx="820714" cy="663927"/>
              <a:chOff x="1981897" y="1546050"/>
              <a:chExt cx="676612" cy="547354"/>
            </a:xfrm>
          </p:grpSpPr>
          <p:grpSp>
            <p:nvGrpSpPr>
              <p:cNvPr id="480" name="Google Shape;480;p2"/>
              <p:cNvGrpSpPr/>
              <p:nvPr/>
            </p:nvGrpSpPr>
            <p:grpSpPr>
              <a:xfrm>
                <a:off x="2240847" y="1546050"/>
                <a:ext cx="258712" cy="250429"/>
                <a:chOff x="1490538" y="753834"/>
                <a:chExt cx="470985" cy="455906"/>
              </a:xfrm>
            </p:grpSpPr>
            <p:sp>
              <p:nvSpPr>
                <p:cNvPr id="481" name="Google Shape;48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
              <p:cNvGrpSpPr/>
              <p:nvPr/>
            </p:nvGrpSpPr>
            <p:grpSpPr>
              <a:xfrm>
                <a:off x="2399797" y="1673288"/>
                <a:ext cx="258712" cy="250429"/>
                <a:chOff x="1490538" y="753834"/>
                <a:chExt cx="470985" cy="455906"/>
              </a:xfrm>
            </p:grpSpPr>
            <p:sp>
              <p:nvSpPr>
                <p:cNvPr id="492" name="Google Shape;492;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
              <p:cNvGrpSpPr/>
              <p:nvPr/>
            </p:nvGrpSpPr>
            <p:grpSpPr>
              <a:xfrm>
                <a:off x="2159535" y="1742038"/>
                <a:ext cx="258712" cy="250429"/>
                <a:chOff x="1490538" y="753834"/>
                <a:chExt cx="470985" cy="455906"/>
              </a:xfrm>
            </p:grpSpPr>
            <p:sp>
              <p:nvSpPr>
                <p:cNvPr id="503" name="Google Shape;503;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2323985" y="1842975"/>
                <a:ext cx="258712" cy="250429"/>
                <a:chOff x="1490538" y="753834"/>
                <a:chExt cx="470985" cy="455906"/>
              </a:xfrm>
            </p:grpSpPr>
            <p:sp>
              <p:nvSpPr>
                <p:cNvPr id="514" name="Google Shape;514;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
              <p:cNvGrpSpPr/>
              <p:nvPr/>
            </p:nvGrpSpPr>
            <p:grpSpPr>
              <a:xfrm>
                <a:off x="1981897" y="1804075"/>
                <a:ext cx="258712" cy="250429"/>
                <a:chOff x="1490538" y="753834"/>
                <a:chExt cx="470985" cy="455906"/>
              </a:xfrm>
            </p:grpSpPr>
            <p:sp>
              <p:nvSpPr>
                <p:cNvPr id="525" name="Google Shape;525;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 name="Google Shape;535;p2"/>
            <p:cNvGrpSpPr/>
            <p:nvPr/>
          </p:nvGrpSpPr>
          <p:grpSpPr>
            <a:xfrm flipH="1" rot="8833976">
              <a:off x="4214846" y="3438470"/>
              <a:ext cx="804524" cy="1469662"/>
              <a:chOff x="3377730" y="919968"/>
              <a:chExt cx="471039" cy="860470"/>
            </a:xfrm>
          </p:grpSpPr>
          <p:grpSp>
            <p:nvGrpSpPr>
              <p:cNvPr id="536" name="Google Shape;536;p2"/>
              <p:cNvGrpSpPr/>
              <p:nvPr/>
            </p:nvGrpSpPr>
            <p:grpSpPr>
              <a:xfrm>
                <a:off x="3377730" y="919968"/>
                <a:ext cx="408804" cy="692511"/>
                <a:chOff x="3377730" y="919968"/>
                <a:chExt cx="408804" cy="692511"/>
              </a:xfrm>
            </p:grpSpPr>
            <p:sp>
              <p:nvSpPr>
                <p:cNvPr id="537" name="Google Shape;537;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
              <p:cNvGrpSpPr/>
              <p:nvPr/>
            </p:nvGrpSpPr>
            <p:grpSpPr>
              <a:xfrm>
                <a:off x="3487239" y="1131104"/>
                <a:ext cx="361530" cy="649334"/>
                <a:chOff x="1266852" y="1150479"/>
                <a:chExt cx="361530" cy="649334"/>
              </a:xfrm>
            </p:grpSpPr>
            <p:sp>
              <p:nvSpPr>
                <p:cNvPr id="550" name="Google Shape;550;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 name="Google Shape;558;p2"/>
            <p:cNvGrpSpPr/>
            <p:nvPr/>
          </p:nvGrpSpPr>
          <p:grpSpPr>
            <a:xfrm rot="4488281">
              <a:off x="3583731" y="2580940"/>
              <a:ext cx="887798" cy="871068"/>
              <a:chOff x="3086354" y="1785830"/>
              <a:chExt cx="887833" cy="871102"/>
            </a:xfrm>
          </p:grpSpPr>
          <p:grpSp>
            <p:nvGrpSpPr>
              <p:cNvPr id="559" name="Google Shape;559;p2"/>
              <p:cNvGrpSpPr/>
              <p:nvPr/>
            </p:nvGrpSpPr>
            <p:grpSpPr>
              <a:xfrm rot="-2169427">
                <a:off x="3251277" y="1839739"/>
                <a:ext cx="408803" cy="692509"/>
                <a:chOff x="3377730" y="919968"/>
                <a:chExt cx="408804" cy="692511"/>
              </a:xfrm>
            </p:grpSpPr>
            <p:sp>
              <p:nvSpPr>
                <p:cNvPr id="560" name="Google Shape;560;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2"/>
              <p:cNvGrpSpPr/>
              <p:nvPr/>
            </p:nvGrpSpPr>
            <p:grpSpPr>
              <a:xfrm rot="-2169427">
                <a:off x="3455919" y="1963478"/>
                <a:ext cx="361529" cy="649332"/>
                <a:chOff x="1266852" y="1150479"/>
                <a:chExt cx="361530" cy="649334"/>
              </a:xfrm>
            </p:grpSpPr>
            <p:sp>
              <p:nvSpPr>
                <p:cNvPr id="573" name="Google Shape;573;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 name="Google Shape;581;p2"/>
            <p:cNvGrpSpPr/>
            <p:nvPr/>
          </p:nvGrpSpPr>
          <p:grpSpPr>
            <a:xfrm>
              <a:off x="3238754" y="1938230"/>
              <a:ext cx="887833" cy="871102"/>
              <a:chOff x="3086354" y="1785830"/>
              <a:chExt cx="887833" cy="871102"/>
            </a:xfrm>
          </p:grpSpPr>
          <p:grpSp>
            <p:nvGrpSpPr>
              <p:cNvPr id="582" name="Google Shape;582;p2"/>
              <p:cNvGrpSpPr/>
              <p:nvPr/>
            </p:nvGrpSpPr>
            <p:grpSpPr>
              <a:xfrm rot="-2169427">
                <a:off x="3251277" y="1839739"/>
                <a:ext cx="408803" cy="692509"/>
                <a:chOff x="3377730" y="919968"/>
                <a:chExt cx="408804" cy="692511"/>
              </a:xfrm>
            </p:grpSpPr>
            <p:sp>
              <p:nvSpPr>
                <p:cNvPr id="583" name="Google Shape;583;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
              <p:cNvGrpSpPr/>
              <p:nvPr/>
            </p:nvGrpSpPr>
            <p:grpSpPr>
              <a:xfrm rot="-2169427">
                <a:off x="3455919" y="1963478"/>
                <a:ext cx="361529" cy="649332"/>
                <a:chOff x="1266852" y="1150479"/>
                <a:chExt cx="361530" cy="649334"/>
              </a:xfrm>
            </p:grpSpPr>
            <p:sp>
              <p:nvSpPr>
                <p:cNvPr id="596" name="Google Shape;596;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 name="Google Shape;604;p2"/>
            <p:cNvGrpSpPr/>
            <p:nvPr/>
          </p:nvGrpSpPr>
          <p:grpSpPr>
            <a:xfrm>
              <a:off x="3490978" y="1037105"/>
              <a:ext cx="575468" cy="1051322"/>
              <a:chOff x="3377730" y="919968"/>
              <a:chExt cx="471039" cy="860470"/>
            </a:xfrm>
          </p:grpSpPr>
          <p:grpSp>
            <p:nvGrpSpPr>
              <p:cNvPr id="605" name="Google Shape;605;p2"/>
              <p:cNvGrpSpPr/>
              <p:nvPr/>
            </p:nvGrpSpPr>
            <p:grpSpPr>
              <a:xfrm>
                <a:off x="3377730" y="919968"/>
                <a:ext cx="408804" cy="692511"/>
                <a:chOff x="3377730" y="919968"/>
                <a:chExt cx="408804" cy="692511"/>
              </a:xfrm>
            </p:grpSpPr>
            <p:sp>
              <p:nvSpPr>
                <p:cNvPr id="606" name="Google Shape;606;p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
              <p:cNvGrpSpPr/>
              <p:nvPr/>
            </p:nvGrpSpPr>
            <p:grpSpPr>
              <a:xfrm>
                <a:off x="3487239" y="1131104"/>
                <a:ext cx="361530" cy="649334"/>
                <a:chOff x="1266852" y="1150479"/>
                <a:chExt cx="361530" cy="649334"/>
              </a:xfrm>
            </p:grpSpPr>
            <p:sp>
              <p:nvSpPr>
                <p:cNvPr id="619" name="Google Shape;619;p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 name="Google Shape;627;p2"/>
            <p:cNvGrpSpPr/>
            <p:nvPr/>
          </p:nvGrpSpPr>
          <p:grpSpPr>
            <a:xfrm>
              <a:off x="3517102" y="2473933"/>
              <a:ext cx="590853" cy="538858"/>
              <a:chOff x="2374102" y="2397733"/>
              <a:chExt cx="590853" cy="538858"/>
            </a:xfrm>
          </p:grpSpPr>
          <p:grpSp>
            <p:nvGrpSpPr>
              <p:cNvPr id="628" name="Google Shape;628;p2"/>
              <p:cNvGrpSpPr/>
              <p:nvPr/>
            </p:nvGrpSpPr>
            <p:grpSpPr>
              <a:xfrm>
                <a:off x="2374102" y="2397733"/>
                <a:ext cx="590853" cy="538858"/>
                <a:chOff x="1993102" y="2397733"/>
                <a:chExt cx="590853" cy="538858"/>
              </a:xfrm>
            </p:grpSpPr>
            <p:sp>
              <p:nvSpPr>
                <p:cNvPr id="629" name="Google Shape;629;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2"/>
              <p:cNvGrpSpPr/>
              <p:nvPr/>
            </p:nvGrpSpPr>
            <p:grpSpPr>
              <a:xfrm>
                <a:off x="2672051" y="2466803"/>
                <a:ext cx="88776" cy="97630"/>
                <a:chOff x="2291051" y="2466803"/>
                <a:chExt cx="88776" cy="97630"/>
              </a:xfrm>
            </p:grpSpPr>
            <p:sp>
              <p:nvSpPr>
                <p:cNvPr id="649" name="Google Shape;649;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2"/>
            <p:cNvGrpSpPr/>
            <p:nvPr/>
          </p:nvGrpSpPr>
          <p:grpSpPr>
            <a:xfrm rot="352659">
              <a:off x="3394332" y="1622136"/>
              <a:ext cx="676583" cy="547330"/>
              <a:chOff x="1981897" y="1546050"/>
              <a:chExt cx="676612" cy="547354"/>
            </a:xfrm>
          </p:grpSpPr>
          <p:grpSp>
            <p:nvGrpSpPr>
              <p:cNvPr id="686" name="Google Shape;686;p2"/>
              <p:cNvGrpSpPr/>
              <p:nvPr/>
            </p:nvGrpSpPr>
            <p:grpSpPr>
              <a:xfrm>
                <a:off x="2240847" y="1546050"/>
                <a:ext cx="258712" cy="250429"/>
                <a:chOff x="1490538" y="753834"/>
                <a:chExt cx="470985" cy="455906"/>
              </a:xfrm>
            </p:grpSpPr>
            <p:sp>
              <p:nvSpPr>
                <p:cNvPr id="687" name="Google Shape;687;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
              <p:cNvGrpSpPr/>
              <p:nvPr/>
            </p:nvGrpSpPr>
            <p:grpSpPr>
              <a:xfrm>
                <a:off x="2399797" y="1673288"/>
                <a:ext cx="258712" cy="250429"/>
                <a:chOff x="1490538" y="753834"/>
                <a:chExt cx="470985" cy="455906"/>
              </a:xfrm>
            </p:grpSpPr>
            <p:sp>
              <p:nvSpPr>
                <p:cNvPr id="698" name="Google Shape;69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2"/>
              <p:cNvGrpSpPr/>
              <p:nvPr/>
            </p:nvGrpSpPr>
            <p:grpSpPr>
              <a:xfrm>
                <a:off x="2159535" y="1742038"/>
                <a:ext cx="258712" cy="250429"/>
                <a:chOff x="1490538" y="753834"/>
                <a:chExt cx="470985" cy="455906"/>
              </a:xfrm>
            </p:grpSpPr>
            <p:sp>
              <p:nvSpPr>
                <p:cNvPr id="709" name="Google Shape;70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
              <p:cNvGrpSpPr/>
              <p:nvPr/>
            </p:nvGrpSpPr>
            <p:grpSpPr>
              <a:xfrm>
                <a:off x="2323985" y="1842975"/>
                <a:ext cx="258712" cy="250429"/>
                <a:chOff x="1490538" y="753834"/>
                <a:chExt cx="470985" cy="455906"/>
              </a:xfrm>
            </p:grpSpPr>
            <p:sp>
              <p:nvSpPr>
                <p:cNvPr id="720" name="Google Shape;720;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
              <p:cNvGrpSpPr/>
              <p:nvPr/>
            </p:nvGrpSpPr>
            <p:grpSpPr>
              <a:xfrm>
                <a:off x="1981897" y="1804075"/>
                <a:ext cx="258712" cy="250429"/>
                <a:chOff x="1490538" y="753834"/>
                <a:chExt cx="470985" cy="455906"/>
              </a:xfrm>
            </p:grpSpPr>
            <p:sp>
              <p:nvSpPr>
                <p:cNvPr id="731" name="Google Shape;731;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 name="Google Shape;741;p2"/>
            <p:cNvGrpSpPr/>
            <p:nvPr/>
          </p:nvGrpSpPr>
          <p:grpSpPr>
            <a:xfrm flipH="1">
              <a:off x="3270102" y="2806996"/>
              <a:ext cx="590853" cy="538858"/>
              <a:chOff x="2374102" y="2397733"/>
              <a:chExt cx="590853" cy="538858"/>
            </a:xfrm>
          </p:grpSpPr>
          <p:grpSp>
            <p:nvGrpSpPr>
              <p:cNvPr id="742" name="Google Shape;742;p2"/>
              <p:cNvGrpSpPr/>
              <p:nvPr/>
            </p:nvGrpSpPr>
            <p:grpSpPr>
              <a:xfrm>
                <a:off x="2374102" y="2397733"/>
                <a:ext cx="590853" cy="538858"/>
                <a:chOff x="1993102" y="2397733"/>
                <a:chExt cx="590853" cy="538858"/>
              </a:xfrm>
            </p:grpSpPr>
            <p:sp>
              <p:nvSpPr>
                <p:cNvPr id="743" name="Google Shape;743;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2"/>
              <p:cNvGrpSpPr/>
              <p:nvPr/>
            </p:nvGrpSpPr>
            <p:grpSpPr>
              <a:xfrm>
                <a:off x="2672051" y="2466803"/>
                <a:ext cx="88776" cy="97630"/>
                <a:chOff x="2291051" y="2466803"/>
                <a:chExt cx="88776" cy="97630"/>
              </a:xfrm>
            </p:grpSpPr>
            <p:sp>
              <p:nvSpPr>
                <p:cNvPr id="763" name="Google Shape;763;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2"/>
            <p:cNvGrpSpPr/>
            <p:nvPr/>
          </p:nvGrpSpPr>
          <p:grpSpPr>
            <a:xfrm>
              <a:off x="3446433" y="3091192"/>
              <a:ext cx="1319021" cy="1203001"/>
              <a:chOff x="2374102" y="2397733"/>
              <a:chExt cx="590853" cy="538858"/>
            </a:xfrm>
          </p:grpSpPr>
          <p:grpSp>
            <p:nvGrpSpPr>
              <p:cNvPr id="800" name="Google Shape;800;p2"/>
              <p:cNvGrpSpPr/>
              <p:nvPr/>
            </p:nvGrpSpPr>
            <p:grpSpPr>
              <a:xfrm>
                <a:off x="2374102" y="2397733"/>
                <a:ext cx="590853" cy="538858"/>
                <a:chOff x="1993102" y="2397733"/>
                <a:chExt cx="590853" cy="538858"/>
              </a:xfrm>
            </p:grpSpPr>
            <p:sp>
              <p:nvSpPr>
                <p:cNvPr id="801" name="Google Shape;801;p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2"/>
              <p:cNvGrpSpPr/>
              <p:nvPr/>
            </p:nvGrpSpPr>
            <p:grpSpPr>
              <a:xfrm>
                <a:off x="2672051" y="2466803"/>
                <a:ext cx="88776" cy="97630"/>
                <a:chOff x="2291051" y="2466803"/>
                <a:chExt cx="88776" cy="97630"/>
              </a:xfrm>
            </p:grpSpPr>
            <p:sp>
              <p:nvSpPr>
                <p:cNvPr id="821" name="Google Shape;821;p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 name="Google Shape;850;p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2"/>
            <p:cNvGrpSpPr/>
            <p:nvPr/>
          </p:nvGrpSpPr>
          <p:grpSpPr>
            <a:xfrm>
              <a:off x="4490110" y="3659885"/>
              <a:ext cx="365767" cy="351686"/>
              <a:chOff x="1490538" y="753834"/>
              <a:chExt cx="470985" cy="455906"/>
            </a:xfrm>
          </p:grpSpPr>
          <p:sp>
            <p:nvSpPr>
              <p:cNvPr id="858" name="Google Shape;858;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
            <p:cNvGrpSpPr/>
            <p:nvPr/>
          </p:nvGrpSpPr>
          <p:grpSpPr>
            <a:xfrm rot="-975329">
              <a:off x="4865699" y="3543897"/>
              <a:ext cx="365789" cy="351698"/>
              <a:chOff x="1490538" y="753834"/>
              <a:chExt cx="470985" cy="455906"/>
            </a:xfrm>
          </p:grpSpPr>
          <p:sp>
            <p:nvSpPr>
              <p:cNvPr id="869" name="Google Shape;869;p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9" name="Google Shape;879;p2"/>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03" name="Shape 903"/>
        <p:cNvGrpSpPr/>
        <p:nvPr/>
      </p:nvGrpSpPr>
      <p:grpSpPr>
        <a:xfrm>
          <a:off x="0" y="0"/>
          <a:ext cx="0" cy="0"/>
          <a:chOff x="0" y="0"/>
          <a:chExt cx="0" cy="0"/>
        </a:xfrm>
      </p:grpSpPr>
      <p:grpSp>
        <p:nvGrpSpPr>
          <p:cNvPr id="904" name="Google Shape;904;p3"/>
          <p:cNvGrpSpPr/>
          <p:nvPr/>
        </p:nvGrpSpPr>
        <p:grpSpPr>
          <a:xfrm>
            <a:off x="7227397" y="2271842"/>
            <a:ext cx="1651884" cy="1970411"/>
            <a:chOff x="3062787" y="1406808"/>
            <a:chExt cx="1341142" cy="1599749"/>
          </a:xfrm>
        </p:grpSpPr>
        <p:sp>
          <p:nvSpPr>
            <p:cNvPr id="905" name="Google Shape;905;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421417" y="2007851"/>
              <a:ext cx="694564" cy="333291"/>
            </a:xfrm>
            <a:custGeom>
              <a:rect b="b" l="l" r="r" t="t"/>
              <a:pathLst>
                <a:path extrusionOk="0" h="13995" w="29165">
                  <a:moveTo>
                    <a:pt x="15114" y="0"/>
                  </a:moveTo>
                  <a:cubicBezTo>
                    <a:pt x="10695" y="0"/>
                    <a:pt x="6255" y="461"/>
                    <a:pt x="2931" y="3361"/>
                  </a:cubicBezTo>
                  <a:cubicBezTo>
                    <a:pt x="1932" y="4232"/>
                    <a:pt x="965" y="5211"/>
                    <a:pt x="482" y="6446"/>
                  </a:cubicBezTo>
                  <a:cubicBezTo>
                    <a:pt x="1" y="7682"/>
                    <a:pt x="114" y="9233"/>
                    <a:pt x="1070" y="10154"/>
                  </a:cubicBezTo>
                  <a:cubicBezTo>
                    <a:pt x="1670" y="10730"/>
                    <a:pt x="2509" y="10977"/>
                    <a:pt x="3350" y="10977"/>
                  </a:cubicBezTo>
                  <a:cubicBezTo>
                    <a:pt x="3625" y="10977"/>
                    <a:pt x="3900" y="10951"/>
                    <a:pt x="4167" y="10901"/>
                  </a:cubicBezTo>
                  <a:cubicBezTo>
                    <a:pt x="5253" y="10698"/>
                    <a:pt x="6240" y="10157"/>
                    <a:pt x="7208" y="9627"/>
                  </a:cubicBezTo>
                  <a:cubicBezTo>
                    <a:pt x="7360" y="11413"/>
                    <a:pt x="8687" y="13212"/>
                    <a:pt x="10459" y="13477"/>
                  </a:cubicBezTo>
                  <a:cubicBezTo>
                    <a:pt x="10639" y="13504"/>
                    <a:pt x="10820" y="13518"/>
                    <a:pt x="11001" y="13518"/>
                  </a:cubicBezTo>
                  <a:cubicBezTo>
                    <a:pt x="12602" y="13518"/>
                    <a:pt x="14186" y="12492"/>
                    <a:pt x="14784" y="10996"/>
                  </a:cubicBezTo>
                  <a:cubicBezTo>
                    <a:pt x="14914" y="12171"/>
                    <a:pt x="15588" y="13220"/>
                    <a:pt x="16669" y="13704"/>
                  </a:cubicBezTo>
                  <a:cubicBezTo>
                    <a:pt x="17102" y="13899"/>
                    <a:pt x="17576" y="13994"/>
                    <a:pt x="18050" y="13994"/>
                  </a:cubicBezTo>
                  <a:cubicBezTo>
                    <a:pt x="18757" y="13994"/>
                    <a:pt x="19465" y="13783"/>
                    <a:pt x="20041" y="13374"/>
                  </a:cubicBezTo>
                  <a:cubicBezTo>
                    <a:pt x="21006" y="12690"/>
                    <a:pt x="21567" y="11478"/>
                    <a:pt x="21468" y="10301"/>
                  </a:cubicBezTo>
                  <a:lnTo>
                    <a:pt x="21468" y="10301"/>
                  </a:lnTo>
                  <a:cubicBezTo>
                    <a:pt x="22180" y="11512"/>
                    <a:pt x="23510" y="12280"/>
                    <a:pt x="24897" y="12280"/>
                  </a:cubicBezTo>
                  <a:cubicBezTo>
                    <a:pt x="25053" y="12280"/>
                    <a:pt x="25209" y="12270"/>
                    <a:pt x="25365" y="12251"/>
                  </a:cubicBezTo>
                  <a:cubicBezTo>
                    <a:pt x="26915" y="12053"/>
                    <a:pt x="28297" y="10873"/>
                    <a:pt x="28730" y="9371"/>
                  </a:cubicBezTo>
                  <a:cubicBezTo>
                    <a:pt x="29164" y="7870"/>
                    <a:pt x="28623" y="6134"/>
                    <a:pt x="27415" y="5144"/>
                  </a:cubicBezTo>
                  <a:cubicBezTo>
                    <a:pt x="23886" y="2246"/>
                    <a:pt x="20142" y="28"/>
                    <a:pt x="15577" y="2"/>
                  </a:cubicBezTo>
                  <a:cubicBezTo>
                    <a:pt x="15423" y="1"/>
                    <a:pt x="15268" y="0"/>
                    <a:pt x="1511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99337" y="2068508"/>
              <a:ext cx="137746" cy="586873"/>
            </a:xfrm>
            <a:custGeom>
              <a:rect b="b" l="l" r="r" t="t"/>
              <a:pathLst>
                <a:path extrusionOk="0" h="24643" w="5784">
                  <a:moveTo>
                    <a:pt x="4808" y="1"/>
                  </a:moveTo>
                  <a:cubicBezTo>
                    <a:pt x="3202" y="5759"/>
                    <a:pt x="1610" y="11681"/>
                    <a:pt x="1" y="17437"/>
                  </a:cubicBezTo>
                  <a:lnTo>
                    <a:pt x="1524" y="24643"/>
                  </a:lnTo>
                  <a:cubicBezTo>
                    <a:pt x="2944" y="16478"/>
                    <a:pt x="4362" y="8313"/>
                    <a:pt x="5783" y="147"/>
                  </a:cubicBezTo>
                  <a:cubicBezTo>
                    <a:pt x="5419" y="113"/>
                    <a:pt x="5172" y="38"/>
                    <a:pt x="4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799337" y="2425995"/>
              <a:ext cx="58275" cy="229386"/>
            </a:xfrm>
            <a:custGeom>
              <a:rect b="b" l="l" r="r" t="t"/>
              <a:pathLst>
                <a:path extrusionOk="0" h="9632" w="2447">
                  <a:moveTo>
                    <a:pt x="674" y="0"/>
                  </a:moveTo>
                  <a:cubicBezTo>
                    <a:pt x="451" y="814"/>
                    <a:pt x="226" y="1624"/>
                    <a:pt x="1" y="2428"/>
                  </a:cubicBezTo>
                  <a:lnTo>
                    <a:pt x="1524" y="9632"/>
                  </a:lnTo>
                  <a:cubicBezTo>
                    <a:pt x="1832" y="7868"/>
                    <a:pt x="2139" y="6102"/>
                    <a:pt x="2447" y="4335"/>
                  </a:cubicBezTo>
                  <a:lnTo>
                    <a:pt x="675" y="2"/>
                  </a:lnTo>
                  <a:lnTo>
                    <a:pt x="674"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713246" y="2081749"/>
              <a:ext cx="219812" cy="924808"/>
            </a:xfrm>
            <a:custGeom>
              <a:rect b="b" l="l" r="r" t="t"/>
              <a:pathLst>
                <a:path extrusionOk="0" h="38833" w="9230">
                  <a:moveTo>
                    <a:pt x="495" y="1"/>
                  </a:moveTo>
                  <a:cubicBezTo>
                    <a:pt x="335" y="1"/>
                    <a:pt x="171" y="4"/>
                    <a:pt x="0" y="10"/>
                  </a:cubicBezTo>
                  <a:cubicBezTo>
                    <a:pt x="1154" y="12877"/>
                    <a:pt x="1559" y="25920"/>
                    <a:pt x="1209" y="38833"/>
                  </a:cubicBezTo>
                  <a:cubicBezTo>
                    <a:pt x="3945" y="38800"/>
                    <a:pt x="6494" y="38306"/>
                    <a:pt x="9230" y="38272"/>
                  </a:cubicBezTo>
                  <a:cubicBezTo>
                    <a:pt x="5984" y="25722"/>
                    <a:pt x="3713" y="12919"/>
                    <a:pt x="2449" y="17"/>
                  </a:cubicBezTo>
                  <a:cubicBezTo>
                    <a:pt x="2278" y="24"/>
                    <a:pt x="2114" y="27"/>
                    <a:pt x="1954" y="27"/>
                  </a:cubicBezTo>
                  <a:cubicBezTo>
                    <a:pt x="1454" y="27"/>
                    <a:pt x="995" y="1"/>
                    <a:pt x="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62787" y="1406808"/>
              <a:ext cx="1341142" cy="796707"/>
            </a:xfrm>
            <a:custGeom>
              <a:rect b="b" l="l" r="r" t="t"/>
              <a:pathLst>
                <a:path extrusionOk="0" h="33454" w="56315">
                  <a:moveTo>
                    <a:pt x="31648" y="0"/>
                  </a:moveTo>
                  <a:cubicBezTo>
                    <a:pt x="30491" y="0"/>
                    <a:pt x="29339" y="290"/>
                    <a:pt x="28352" y="891"/>
                  </a:cubicBezTo>
                  <a:cubicBezTo>
                    <a:pt x="26610" y="1956"/>
                    <a:pt x="25511" y="4107"/>
                    <a:pt x="25727" y="6137"/>
                  </a:cubicBezTo>
                  <a:cubicBezTo>
                    <a:pt x="24625" y="4405"/>
                    <a:pt x="23104" y="2914"/>
                    <a:pt x="21265" y="2002"/>
                  </a:cubicBezTo>
                  <a:cubicBezTo>
                    <a:pt x="20050" y="1401"/>
                    <a:pt x="18692" y="1066"/>
                    <a:pt x="17339" y="1066"/>
                  </a:cubicBezTo>
                  <a:cubicBezTo>
                    <a:pt x="16645" y="1066"/>
                    <a:pt x="15951" y="1154"/>
                    <a:pt x="15280" y="1340"/>
                  </a:cubicBezTo>
                  <a:cubicBezTo>
                    <a:pt x="13300" y="1887"/>
                    <a:pt x="11549" y="3321"/>
                    <a:pt x="10776" y="5222"/>
                  </a:cubicBezTo>
                  <a:cubicBezTo>
                    <a:pt x="10002" y="7123"/>
                    <a:pt x="10002" y="9724"/>
                    <a:pt x="11345" y="11276"/>
                  </a:cubicBezTo>
                  <a:cubicBezTo>
                    <a:pt x="10358" y="11204"/>
                    <a:pt x="9358" y="11132"/>
                    <a:pt x="8366" y="11132"/>
                  </a:cubicBezTo>
                  <a:cubicBezTo>
                    <a:pt x="7131" y="11132"/>
                    <a:pt x="5907" y="11243"/>
                    <a:pt x="4730" y="11602"/>
                  </a:cubicBezTo>
                  <a:cubicBezTo>
                    <a:pt x="2603" y="12250"/>
                    <a:pt x="633" y="13895"/>
                    <a:pt x="268" y="16085"/>
                  </a:cubicBezTo>
                  <a:cubicBezTo>
                    <a:pt x="1" y="17689"/>
                    <a:pt x="650" y="19372"/>
                    <a:pt x="1785" y="20534"/>
                  </a:cubicBezTo>
                  <a:cubicBezTo>
                    <a:pt x="2923" y="21697"/>
                    <a:pt x="4496" y="22371"/>
                    <a:pt x="6102" y="22613"/>
                  </a:cubicBezTo>
                  <a:cubicBezTo>
                    <a:pt x="6483" y="22670"/>
                    <a:pt x="6865" y="22695"/>
                    <a:pt x="7247" y="22695"/>
                  </a:cubicBezTo>
                  <a:cubicBezTo>
                    <a:pt x="8479" y="22695"/>
                    <a:pt x="9714" y="22437"/>
                    <a:pt x="10929" y="22178"/>
                  </a:cubicBezTo>
                  <a:lnTo>
                    <a:pt x="10929" y="22178"/>
                  </a:lnTo>
                  <a:cubicBezTo>
                    <a:pt x="10136" y="23086"/>
                    <a:pt x="9417" y="24083"/>
                    <a:pt x="9010" y="25216"/>
                  </a:cubicBezTo>
                  <a:cubicBezTo>
                    <a:pt x="8603" y="26348"/>
                    <a:pt x="8532" y="27638"/>
                    <a:pt x="9011" y="28742"/>
                  </a:cubicBezTo>
                  <a:cubicBezTo>
                    <a:pt x="9577" y="30039"/>
                    <a:pt x="10856" y="30941"/>
                    <a:pt x="12230" y="31267"/>
                  </a:cubicBezTo>
                  <a:cubicBezTo>
                    <a:pt x="12701" y="31378"/>
                    <a:pt x="13181" y="31429"/>
                    <a:pt x="13663" y="31429"/>
                  </a:cubicBezTo>
                  <a:cubicBezTo>
                    <a:pt x="14590" y="31429"/>
                    <a:pt x="15524" y="31243"/>
                    <a:pt x="16406" y="30946"/>
                  </a:cubicBezTo>
                  <a:cubicBezTo>
                    <a:pt x="17747" y="30497"/>
                    <a:pt x="19114" y="29690"/>
                    <a:pt x="20348" y="29001"/>
                  </a:cubicBezTo>
                  <a:cubicBezTo>
                    <a:pt x="21803" y="31057"/>
                    <a:pt x="24301" y="32321"/>
                    <a:pt x="26814" y="32321"/>
                  </a:cubicBezTo>
                  <a:cubicBezTo>
                    <a:pt x="27052" y="32321"/>
                    <a:pt x="27291" y="32310"/>
                    <a:pt x="27529" y="32286"/>
                  </a:cubicBezTo>
                  <a:cubicBezTo>
                    <a:pt x="30274" y="32019"/>
                    <a:pt x="32812" y="30193"/>
                    <a:pt x="33942" y="27676"/>
                  </a:cubicBezTo>
                  <a:cubicBezTo>
                    <a:pt x="34504" y="30654"/>
                    <a:pt x="37342" y="33239"/>
                    <a:pt x="40369" y="33440"/>
                  </a:cubicBezTo>
                  <a:cubicBezTo>
                    <a:pt x="40505" y="33449"/>
                    <a:pt x="40642" y="33454"/>
                    <a:pt x="40778" y="33454"/>
                  </a:cubicBezTo>
                  <a:cubicBezTo>
                    <a:pt x="43664" y="33454"/>
                    <a:pt x="46471" y="31463"/>
                    <a:pt x="47377" y="28715"/>
                  </a:cubicBezTo>
                  <a:cubicBezTo>
                    <a:pt x="47887" y="28824"/>
                    <a:pt x="48417" y="28878"/>
                    <a:pt x="48951" y="28878"/>
                  </a:cubicBezTo>
                  <a:cubicBezTo>
                    <a:pt x="50272" y="28878"/>
                    <a:pt x="51616" y="28548"/>
                    <a:pt x="52743" y="27917"/>
                  </a:cubicBezTo>
                  <a:cubicBezTo>
                    <a:pt x="54325" y="27032"/>
                    <a:pt x="55545" y="25481"/>
                    <a:pt x="55929" y="23708"/>
                  </a:cubicBezTo>
                  <a:cubicBezTo>
                    <a:pt x="56315" y="21935"/>
                    <a:pt x="55828" y="19974"/>
                    <a:pt x="54582" y="18655"/>
                  </a:cubicBezTo>
                  <a:cubicBezTo>
                    <a:pt x="53691" y="17710"/>
                    <a:pt x="52467" y="17122"/>
                    <a:pt x="51198" y="16830"/>
                  </a:cubicBezTo>
                  <a:cubicBezTo>
                    <a:pt x="50341" y="16633"/>
                    <a:pt x="49463" y="16565"/>
                    <a:pt x="48583" y="16565"/>
                  </a:cubicBezTo>
                  <a:cubicBezTo>
                    <a:pt x="48161" y="16565"/>
                    <a:pt x="47740" y="16580"/>
                    <a:pt x="47320" y="16605"/>
                  </a:cubicBezTo>
                  <a:cubicBezTo>
                    <a:pt x="48855" y="15615"/>
                    <a:pt x="50249" y="13926"/>
                    <a:pt x="50297" y="12098"/>
                  </a:cubicBezTo>
                  <a:cubicBezTo>
                    <a:pt x="50339" y="10471"/>
                    <a:pt x="49281" y="8922"/>
                    <a:pt x="47834" y="8175"/>
                  </a:cubicBezTo>
                  <a:cubicBezTo>
                    <a:pt x="47042" y="7765"/>
                    <a:pt x="46157" y="7578"/>
                    <a:pt x="45264" y="7578"/>
                  </a:cubicBezTo>
                  <a:cubicBezTo>
                    <a:pt x="44526" y="7578"/>
                    <a:pt x="43784" y="7706"/>
                    <a:pt x="43085" y="7941"/>
                  </a:cubicBezTo>
                  <a:cubicBezTo>
                    <a:pt x="41551" y="8466"/>
                    <a:pt x="40714" y="9439"/>
                    <a:pt x="39591" y="10619"/>
                  </a:cubicBezTo>
                  <a:cubicBezTo>
                    <a:pt x="39758" y="8581"/>
                    <a:pt x="39462" y="6488"/>
                    <a:pt x="38564" y="4651"/>
                  </a:cubicBezTo>
                  <a:cubicBezTo>
                    <a:pt x="37668" y="2818"/>
                    <a:pt x="36141" y="1263"/>
                    <a:pt x="34246" y="501"/>
                  </a:cubicBezTo>
                  <a:cubicBezTo>
                    <a:pt x="33425" y="170"/>
                    <a:pt x="32535" y="0"/>
                    <a:pt x="31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
          <p:cNvGrpSpPr/>
          <p:nvPr/>
        </p:nvGrpSpPr>
        <p:grpSpPr>
          <a:xfrm rot="5750423">
            <a:off x="-335563" y="49776"/>
            <a:ext cx="835147" cy="672550"/>
            <a:chOff x="1981897" y="1546050"/>
            <a:chExt cx="676612" cy="547354"/>
          </a:xfrm>
        </p:grpSpPr>
        <p:grpSp>
          <p:nvGrpSpPr>
            <p:cNvPr id="912" name="Google Shape;912;p3"/>
            <p:cNvGrpSpPr/>
            <p:nvPr/>
          </p:nvGrpSpPr>
          <p:grpSpPr>
            <a:xfrm>
              <a:off x="2240847" y="1546050"/>
              <a:ext cx="258712" cy="250429"/>
              <a:chOff x="1490538" y="753834"/>
              <a:chExt cx="470985" cy="455906"/>
            </a:xfrm>
          </p:grpSpPr>
          <p:sp>
            <p:nvSpPr>
              <p:cNvPr id="913" name="Google Shape;91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
            <p:cNvGrpSpPr/>
            <p:nvPr/>
          </p:nvGrpSpPr>
          <p:grpSpPr>
            <a:xfrm>
              <a:off x="2399797" y="1673288"/>
              <a:ext cx="258712" cy="250429"/>
              <a:chOff x="1490538" y="753834"/>
              <a:chExt cx="470985" cy="455906"/>
            </a:xfrm>
          </p:grpSpPr>
          <p:sp>
            <p:nvSpPr>
              <p:cNvPr id="924" name="Google Shape;924;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
            <p:cNvGrpSpPr/>
            <p:nvPr/>
          </p:nvGrpSpPr>
          <p:grpSpPr>
            <a:xfrm>
              <a:off x="2159535" y="1742038"/>
              <a:ext cx="258712" cy="250429"/>
              <a:chOff x="1490538" y="753834"/>
              <a:chExt cx="470985" cy="455906"/>
            </a:xfrm>
          </p:grpSpPr>
          <p:sp>
            <p:nvSpPr>
              <p:cNvPr id="935" name="Google Shape;935;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
            <p:cNvGrpSpPr/>
            <p:nvPr/>
          </p:nvGrpSpPr>
          <p:grpSpPr>
            <a:xfrm>
              <a:off x="2323985" y="1842975"/>
              <a:ext cx="258712" cy="250429"/>
              <a:chOff x="1490538" y="753834"/>
              <a:chExt cx="470985" cy="455906"/>
            </a:xfrm>
          </p:grpSpPr>
          <p:sp>
            <p:nvSpPr>
              <p:cNvPr id="946" name="Google Shape;946;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
            <p:cNvGrpSpPr/>
            <p:nvPr/>
          </p:nvGrpSpPr>
          <p:grpSpPr>
            <a:xfrm>
              <a:off x="1981897" y="1804075"/>
              <a:ext cx="258712" cy="250429"/>
              <a:chOff x="1490538" y="753834"/>
              <a:chExt cx="470985" cy="455906"/>
            </a:xfrm>
          </p:grpSpPr>
          <p:sp>
            <p:nvSpPr>
              <p:cNvPr id="957" name="Google Shape;957;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3"/>
          <p:cNvGrpSpPr/>
          <p:nvPr/>
        </p:nvGrpSpPr>
        <p:grpSpPr>
          <a:xfrm flipH="1" rot="-7358402">
            <a:off x="-238648" y="346208"/>
            <a:ext cx="817699" cy="1490736"/>
            <a:chOff x="3377730" y="919968"/>
            <a:chExt cx="471039" cy="860470"/>
          </a:xfrm>
        </p:grpSpPr>
        <p:grpSp>
          <p:nvGrpSpPr>
            <p:cNvPr id="968" name="Google Shape;968;p3"/>
            <p:cNvGrpSpPr/>
            <p:nvPr/>
          </p:nvGrpSpPr>
          <p:grpSpPr>
            <a:xfrm>
              <a:off x="3377730" y="919968"/>
              <a:ext cx="408804" cy="692511"/>
              <a:chOff x="3377730" y="919968"/>
              <a:chExt cx="408804" cy="692511"/>
            </a:xfrm>
          </p:grpSpPr>
          <p:sp>
            <p:nvSpPr>
              <p:cNvPr id="969" name="Google Shape;969;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3"/>
            <p:cNvGrpSpPr/>
            <p:nvPr/>
          </p:nvGrpSpPr>
          <p:grpSpPr>
            <a:xfrm>
              <a:off x="3487239" y="1131104"/>
              <a:ext cx="361530" cy="649334"/>
              <a:chOff x="1266852" y="1150479"/>
              <a:chExt cx="361530" cy="649334"/>
            </a:xfrm>
          </p:grpSpPr>
          <p:sp>
            <p:nvSpPr>
              <p:cNvPr id="982" name="Google Shape;982;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
          <p:cNvGrpSpPr/>
          <p:nvPr/>
        </p:nvGrpSpPr>
        <p:grpSpPr>
          <a:xfrm rot="9883771">
            <a:off x="891573" y="49095"/>
            <a:ext cx="899712" cy="886181"/>
            <a:chOff x="3086354" y="1785830"/>
            <a:chExt cx="887833" cy="871102"/>
          </a:xfrm>
        </p:grpSpPr>
        <p:grpSp>
          <p:nvGrpSpPr>
            <p:cNvPr id="991" name="Google Shape;991;p3"/>
            <p:cNvGrpSpPr/>
            <p:nvPr/>
          </p:nvGrpSpPr>
          <p:grpSpPr>
            <a:xfrm rot="-2169427">
              <a:off x="3251277" y="1839739"/>
              <a:ext cx="408803" cy="692509"/>
              <a:chOff x="3377730" y="919968"/>
              <a:chExt cx="408804" cy="692511"/>
            </a:xfrm>
          </p:grpSpPr>
          <p:sp>
            <p:nvSpPr>
              <p:cNvPr id="992" name="Google Shape;992;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
            <p:cNvGrpSpPr/>
            <p:nvPr/>
          </p:nvGrpSpPr>
          <p:grpSpPr>
            <a:xfrm rot="-2169427">
              <a:off x="3455919" y="1963478"/>
              <a:ext cx="361529" cy="649332"/>
              <a:chOff x="1266852" y="1150479"/>
              <a:chExt cx="361530" cy="649334"/>
            </a:xfrm>
          </p:grpSpPr>
          <p:sp>
            <p:nvSpPr>
              <p:cNvPr id="1005" name="Google Shape;1005;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3"/>
          <p:cNvGrpSpPr/>
          <p:nvPr/>
        </p:nvGrpSpPr>
        <p:grpSpPr>
          <a:xfrm rot="5400000">
            <a:off x="1541131" y="-300793"/>
            <a:ext cx="903637" cy="882513"/>
            <a:chOff x="3086354" y="1785830"/>
            <a:chExt cx="887833" cy="871102"/>
          </a:xfrm>
        </p:grpSpPr>
        <p:grpSp>
          <p:nvGrpSpPr>
            <p:cNvPr id="1014" name="Google Shape;1014;p3"/>
            <p:cNvGrpSpPr/>
            <p:nvPr/>
          </p:nvGrpSpPr>
          <p:grpSpPr>
            <a:xfrm rot="-2169427">
              <a:off x="3251277" y="1839739"/>
              <a:ext cx="408803" cy="692509"/>
              <a:chOff x="3377730" y="919968"/>
              <a:chExt cx="408804" cy="692511"/>
            </a:xfrm>
          </p:grpSpPr>
          <p:sp>
            <p:nvSpPr>
              <p:cNvPr id="1015" name="Google Shape;1015;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
            <p:cNvGrpSpPr/>
            <p:nvPr/>
          </p:nvGrpSpPr>
          <p:grpSpPr>
            <a:xfrm rot="-2169427">
              <a:off x="3455919" y="1963478"/>
              <a:ext cx="361529" cy="649332"/>
              <a:chOff x="1266852" y="1150479"/>
              <a:chExt cx="361530" cy="649334"/>
            </a:xfrm>
          </p:grpSpPr>
          <p:sp>
            <p:nvSpPr>
              <p:cNvPr id="1028" name="Google Shape;1028;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3"/>
          <p:cNvGrpSpPr/>
          <p:nvPr/>
        </p:nvGrpSpPr>
        <p:grpSpPr>
          <a:xfrm rot="5400000">
            <a:off x="2521870" y="-294777"/>
            <a:ext cx="585643" cy="1065003"/>
            <a:chOff x="3377730" y="919968"/>
            <a:chExt cx="471039" cy="860470"/>
          </a:xfrm>
        </p:grpSpPr>
        <p:grpSp>
          <p:nvGrpSpPr>
            <p:cNvPr id="1037" name="Google Shape;1037;p3"/>
            <p:cNvGrpSpPr/>
            <p:nvPr/>
          </p:nvGrpSpPr>
          <p:grpSpPr>
            <a:xfrm>
              <a:off x="3377730" y="919968"/>
              <a:ext cx="408804" cy="692511"/>
              <a:chOff x="3377730" y="919968"/>
              <a:chExt cx="408804" cy="692511"/>
            </a:xfrm>
          </p:grpSpPr>
          <p:sp>
            <p:nvSpPr>
              <p:cNvPr id="1038" name="Google Shape;1038;p3"/>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
            <p:cNvGrpSpPr/>
            <p:nvPr/>
          </p:nvGrpSpPr>
          <p:grpSpPr>
            <a:xfrm>
              <a:off x="3487239" y="1131104"/>
              <a:ext cx="361530" cy="649334"/>
              <a:chOff x="1266852" y="1150479"/>
              <a:chExt cx="361530" cy="649334"/>
            </a:xfrm>
          </p:grpSpPr>
          <p:sp>
            <p:nvSpPr>
              <p:cNvPr id="1051" name="Google Shape;1051;p3"/>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
          <p:cNvGrpSpPr/>
          <p:nvPr/>
        </p:nvGrpSpPr>
        <p:grpSpPr>
          <a:xfrm rot="5400000">
            <a:off x="1317829" y="-374"/>
            <a:ext cx="601370" cy="545917"/>
            <a:chOff x="2374102" y="2397733"/>
            <a:chExt cx="590853" cy="538858"/>
          </a:xfrm>
        </p:grpSpPr>
        <p:grpSp>
          <p:nvGrpSpPr>
            <p:cNvPr id="1060" name="Google Shape;1060;p3"/>
            <p:cNvGrpSpPr/>
            <p:nvPr/>
          </p:nvGrpSpPr>
          <p:grpSpPr>
            <a:xfrm>
              <a:off x="2374102" y="2397733"/>
              <a:ext cx="590853" cy="538858"/>
              <a:chOff x="1993102" y="2397733"/>
              <a:chExt cx="590853" cy="538858"/>
            </a:xfrm>
          </p:grpSpPr>
          <p:sp>
            <p:nvSpPr>
              <p:cNvPr id="1061" name="Google Shape;1061;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3"/>
            <p:cNvGrpSpPr/>
            <p:nvPr/>
          </p:nvGrpSpPr>
          <p:grpSpPr>
            <a:xfrm>
              <a:off x="2672051" y="2466803"/>
              <a:ext cx="88776" cy="97630"/>
              <a:chOff x="2291051" y="2466803"/>
              <a:chExt cx="88776" cy="97630"/>
            </a:xfrm>
          </p:grpSpPr>
          <p:sp>
            <p:nvSpPr>
              <p:cNvPr id="1081" name="Google Shape;1081;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
          <p:cNvGrpSpPr/>
          <p:nvPr/>
        </p:nvGrpSpPr>
        <p:grpSpPr>
          <a:xfrm rot="5750266">
            <a:off x="2133686" y="-85827"/>
            <a:ext cx="688505" cy="554444"/>
            <a:chOff x="1981897" y="1546050"/>
            <a:chExt cx="676612" cy="547354"/>
          </a:xfrm>
        </p:grpSpPr>
        <p:grpSp>
          <p:nvGrpSpPr>
            <p:cNvPr id="1118" name="Google Shape;1118;p3"/>
            <p:cNvGrpSpPr/>
            <p:nvPr/>
          </p:nvGrpSpPr>
          <p:grpSpPr>
            <a:xfrm>
              <a:off x="2240847" y="1546050"/>
              <a:ext cx="258712" cy="250429"/>
              <a:chOff x="1490538" y="753834"/>
              <a:chExt cx="470985" cy="455906"/>
            </a:xfrm>
          </p:grpSpPr>
          <p:sp>
            <p:nvSpPr>
              <p:cNvPr id="1119" name="Google Shape;1119;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3"/>
            <p:cNvGrpSpPr/>
            <p:nvPr/>
          </p:nvGrpSpPr>
          <p:grpSpPr>
            <a:xfrm>
              <a:off x="2399797" y="1673288"/>
              <a:ext cx="258712" cy="250429"/>
              <a:chOff x="1490538" y="753834"/>
              <a:chExt cx="470985" cy="455906"/>
            </a:xfrm>
          </p:grpSpPr>
          <p:sp>
            <p:nvSpPr>
              <p:cNvPr id="1130" name="Google Shape;113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3"/>
            <p:cNvGrpSpPr/>
            <p:nvPr/>
          </p:nvGrpSpPr>
          <p:grpSpPr>
            <a:xfrm>
              <a:off x="2159535" y="1742038"/>
              <a:ext cx="258712" cy="250429"/>
              <a:chOff x="1490538" y="753834"/>
              <a:chExt cx="470985" cy="455906"/>
            </a:xfrm>
          </p:grpSpPr>
          <p:sp>
            <p:nvSpPr>
              <p:cNvPr id="1141" name="Google Shape;1141;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3"/>
            <p:cNvGrpSpPr/>
            <p:nvPr/>
          </p:nvGrpSpPr>
          <p:grpSpPr>
            <a:xfrm>
              <a:off x="2323985" y="1842975"/>
              <a:ext cx="258712" cy="250429"/>
              <a:chOff x="1490538" y="753834"/>
              <a:chExt cx="470985" cy="455906"/>
            </a:xfrm>
          </p:grpSpPr>
          <p:sp>
            <p:nvSpPr>
              <p:cNvPr id="1152" name="Google Shape;1152;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
            <p:cNvGrpSpPr/>
            <p:nvPr/>
          </p:nvGrpSpPr>
          <p:grpSpPr>
            <a:xfrm>
              <a:off x="1981897" y="1804075"/>
              <a:ext cx="258712" cy="250429"/>
              <a:chOff x="1490538" y="753834"/>
              <a:chExt cx="470985" cy="455906"/>
            </a:xfrm>
          </p:grpSpPr>
          <p:sp>
            <p:nvSpPr>
              <p:cNvPr id="1163" name="Google Shape;1163;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3"/>
          <p:cNvGrpSpPr/>
          <p:nvPr/>
        </p:nvGrpSpPr>
        <p:grpSpPr>
          <a:xfrm flipH="1" rot="5400000">
            <a:off x="980458" y="-252017"/>
            <a:ext cx="601370" cy="545917"/>
            <a:chOff x="2374102" y="2397733"/>
            <a:chExt cx="590853" cy="538858"/>
          </a:xfrm>
        </p:grpSpPr>
        <p:grpSp>
          <p:nvGrpSpPr>
            <p:cNvPr id="1174" name="Google Shape;1174;p3"/>
            <p:cNvGrpSpPr/>
            <p:nvPr/>
          </p:nvGrpSpPr>
          <p:grpSpPr>
            <a:xfrm>
              <a:off x="2374102" y="2397733"/>
              <a:ext cx="590853" cy="538858"/>
              <a:chOff x="1993102" y="2397733"/>
              <a:chExt cx="590853" cy="538858"/>
            </a:xfrm>
          </p:grpSpPr>
          <p:sp>
            <p:nvSpPr>
              <p:cNvPr id="1175" name="Google Shape;1175;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3"/>
            <p:cNvGrpSpPr/>
            <p:nvPr/>
          </p:nvGrpSpPr>
          <p:grpSpPr>
            <a:xfrm>
              <a:off x="2672051" y="2466803"/>
              <a:ext cx="88776" cy="97630"/>
              <a:chOff x="2291051" y="2466803"/>
              <a:chExt cx="88776" cy="97630"/>
            </a:xfrm>
          </p:grpSpPr>
          <p:sp>
            <p:nvSpPr>
              <p:cNvPr id="1195" name="Google Shape;1195;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
          <p:cNvGrpSpPr/>
          <p:nvPr/>
        </p:nvGrpSpPr>
        <p:grpSpPr>
          <a:xfrm rot="5400000">
            <a:off x="-14220" y="-38044"/>
            <a:ext cx="1342477" cy="1218627"/>
            <a:chOff x="2374102" y="2397733"/>
            <a:chExt cx="590853" cy="538858"/>
          </a:xfrm>
        </p:grpSpPr>
        <p:grpSp>
          <p:nvGrpSpPr>
            <p:cNvPr id="1232" name="Google Shape;1232;p3"/>
            <p:cNvGrpSpPr/>
            <p:nvPr/>
          </p:nvGrpSpPr>
          <p:grpSpPr>
            <a:xfrm>
              <a:off x="2374102" y="2397733"/>
              <a:ext cx="590853" cy="538858"/>
              <a:chOff x="1993102" y="2397733"/>
              <a:chExt cx="590853" cy="538858"/>
            </a:xfrm>
          </p:grpSpPr>
          <p:sp>
            <p:nvSpPr>
              <p:cNvPr id="1233" name="Google Shape;1233;p3"/>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3"/>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3"/>
            <p:cNvGrpSpPr/>
            <p:nvPr/>
          </p:nvGrpSpPr>
          <p:grpSpPr>
            <a:xfrm>
              <a:off x="2672051" y="2466803"/>
              <a:ext cx="88776" cy="97630"/>
              <a:chOff x="2291051" y="2466803"/>
              <a:chExt cx="88776" cy="97630"/>
            </a:xfrm>
          </p:grpSpPr>
          <p:sp>
            <p:nvSpPr>
              <p:cNvPr id="1253" name="Google Shape;1253;p3"/>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3"/>
          <p:cNvGrpSpPr/>
          <p:nvPr/>
        </p:nvGrpSpPr>
        <p:grpSpPr>
          <a:xfrm rot="5400000">
            <a:off x="326521" y="969970"/>
            <a:ext cx="372219" cy="356153"/>
            <a:chOff x="1490538" y="753834"/>
            <a:chExt cx="470985" cy="455906"/>
          </a:xfrm>
        </p:grpSpPr>
        <p:sp>
          <p:nvSpPr>
            <p:cNvPr id="1290" name="Google Shape;1290;p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3"/>
          <p:cNvSpPr/>
          <p:nvPr/>
        </p:nvSpPr>
        <p:spPr>
          <a:xfrm>
            <a:off x="2218503" y="720272"/>
            <a:ext cx="65006" cy="6529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837704" y="851125"/>
            <a:ext cx="32476" cy="32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rot="10800000">
            <a:off x="334347" y="1840353"/>
            <a:ext cx="56389" cy="56608"/>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rot="10800000">
            <a:off x="1968121" y="623444"/>
            <a:ext cx="32503" cy="32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
          <p:cNvGrpSpPr/>
          <p:nvPr/>
        </p:nvGrpSpPr>
        <p:grpSpPr>
          <a:xfrm flipH="1">
            <a:off x="1254975" y="965344"/>
            <a:ext cx="337073" cy="135483"/>
            <a:chOff x="2449294" y="636165"/>
            <a:chExt cx="322588" cy="124262"/>
          </a:xfrm>
        </p:grpSpPr>
        <p:sp>
          <p:nvSpPr>
            <p:cNvPr id="1305" name="Google Shape;1305;p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 name="Google Shape;1314;p3"/>
          <p:cNvSpPr/>
          <p:nvPr/>
        </p:nvSpPr>
        <p:spPr>
          <a:xfrm>
            <a:off x="-800" y="4166049"/>
            <a:ext cx="9144185" cy="977396"/>
          </a:xfrm>
          <a:custGeom>
            <a:rect b="b" l="l" r="r" t="t"/>
            <a:pathLst>
              <a:path extrusionOk="0" h="29033" w="162318">
                <a:moveTo>
                  <a:pt x="0" y="0"/>
                </a:moveTo>
                <a:lnTo>
                  <a:pt x="0" y="29032"/>
                </a:lnTo>
                <a:lnTo>
                  <a:pt x="162317" y="29032"/>
                </a:lnTo>
                <a:lnTo>
                  <a:pt x="162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825" y="4257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825" y="4166050"/>
            <a:ext cx="9144185" cy="91441"/>
          </a:xfrm>
          <a:custGeom>
            <a:rect b="b" l="l" r="r" t="t"/>
            <a:pathLst>
              <a:path extrusionOk="0" h="1250" w="162318">
                <a:moveTo>
                  <a:pt x="0" y="0"/>
                </a:moveTo>
                <a:lnTo>
                  <a:pt x="0" y="1250"/>
                </a:lnTo>
                <a:lnTo>
                  <a:pt x="162317" y="1250"/>
                </a:lnTo>
                <a:lnTo>
                  <a:pt x="162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825" y="5079500"/>
            <a:ext cx="9144185" cy="63950"/>
          </a:xfrm>
          <a:custGeom>
            <a:rect b="b" l="l" r="r" t="t"/>
            <a:pathLst>
              <a:path extrusionOk="0" h="1250" w="162318">
                <a:moveTo>
                  <a:pt x="0" y="0"/>
                </a:moveTo>
                <a:lnTo>
                  <a:pt x="0" y="1250"/>
                </a:lnTo>
                <a:lnTo>
                  <a:pt x="162317" y="1250"/>
                </a:lnTo>
                <a:lnTo>
                  <a:pt x="16231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3"/>
          <p:cNvGrpSpPr/>
          <p:nvPr/>
        </p:nvGrpSpPr>
        <p:grpSpPr>
          <a:xfrm>
            <a:off x="4728303" y="4458340"/>
            <a:ext cx="3464258" cy="516881"/>
            <a:chOff x="1999685" y="3167903"/>
            <a:chExt cx="2059974" cy="307356"/>
          </a:xfrm>
        </p:grpSpPr>
        <p:sp>
          <p:nvSpPr>
            <p:cNvPr id="1319" name="Google Shape;1319;p3"/>
            <p:cNvSpPr/>
            <p:nvPr/>
          </p:nvSpPr>
          <p:spPr>
            <a:xfrm>
              <a:off x="2137693" y="3436156"/>
              <a:ext cx="86020" cy="25030"/>
            </a:xfrm>
            <a:custGeom>
              <a:rect b="b" l="l" r="r" t="t"/>
              <a:pathLst>
                <a:path extrusionOk="0" h="1051" w="3612">
                  <a:moveTo>
                    <a:pt x="1806" y="0"/>
                  </a:moveTo>
                  <a:cubicBezTo>
                    <a:pt x="809" y="0"/>
                    <a:pt x="0" y="235"/>
                    <a:pt x="0" y="525"/>
                  </a:cubicBezTo>
                  <a:cubicBezTo>
                    <a:pt x="0" y="815"/>
                    <a:pt x="809" y="1050"/>
                    <a:pt x="1806" y="1050"/>
                  </a:cubicBezTo>
                  <a:cubicBezTo>
                    <a:pt x="2803" y="1050"/>
                    <a:pt x="3611" y="815"/>
                    <a:pt x="3611" y="525"/>
                  </a:cubicBezTo>
                  <a:cubicBezTo>
                    <a:pt x="3611" y="235"/>
                    <a:pt x="2803" y="0"/>
                    <a:pt x="180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2223642" y="3337800"/>
              <a:ext cx="112026" cy="25506"/>
            </a:xfrm>
            <a:custGeom>
              <a:rect b="b" l="l" r="r" t="t"/>
              <a:pathLst>
                <a:path extrusionOk="0" h="1071" w="4704">
                  <a:moveTo>
                    <a:pt x="2352" y="1"/>
                  </a:moveTo>
                  <a:cubicBezTo>
                    <a:pt x="1052" y="1"/>
                    <a:pt x="1" y="239"/>
                    <a:pt x="1" y="536"/>
                  </a:cubicBezTo>
                  <a:cubicBezTo>
                    <a:pt x="1" y="830"/>
                    <a:pt x="1052" y="1070"/>
                    <a:pt x="2352" y="1070"/>
                  </a:cubicBezTo>
                  <a:cubicBezTo>
                    <a:pt x="3652" y="1070"/>
                    <a:pt x="4704" y="830"/>
                    <a:pt x="4704" y="536"/>
                  </a:cubicBezTo>
                  <a:cubicBezTo>
                    <a:pt x="4704" y="239"/>
                    <a:pt x="3652" y="1"/>
                    <a:pt x="235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999685" y="3198387"/>
              <a:ext cx="106834" cy="21648"/>
            </a:xfrm>
            <a:custGeom>
              <a:rect b="b" l="l" r="r" t="t"/>
              <a:pathLst>
                <a:path extrusionOk="0" h="909" w="4486">
                  <a:moveTo>
                    <a:pt x="2243" y="1"/>
                  </a:moveTo>
                  <a:cubicBezTo>
                    <a:pt x="1005" y="1"/>
                    <a:pt x="0" y="205"/>
                    <a:pt x="0" y="455"/>
                  </a:cubicBezTo>
                  <a:cubicBezTo>
                    <a:pt x="0" y="706"/>
                    <a:pt x="1005" y="909"/>
                    <a:pt x="2243" y="909"/>
                  </a:cubicBezTo>
                  <a:cubicBezTo>
                    <a:pt x="3481" y="909"/>
                    <a:pt x="4486" y="706"/>
                    <a:pt x="4486" y="455"/>
                  </a:cubicBezTo>
                  <a:cubicBezTo>
                    <a:pt x="4486" y="205"/>
                    <a:pt x="3481" y="1"/>
                    <a:pt x="224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82523" y="3167903"/>
              <a:ext cx="75589" cy="18290"/>
            </a:xfrm>
            <a:custGeom>
              <a:rect b="b" l="l" r="r" t="t"/>
              <a:pathLst>
                <a:path extrusionOk="0" h="768" w="3174">
                  <a:moveTo>
                    <a:pt x="1587" y="1"/>
                  </a:moveTo>
                  <a:cubicBezTo>
                    <a:pt x="710" y="1"/>
                    <a:pt x="0" y="174"/>
                    <a:pt x="0" y="385"/>
                  </a:cubicBezTo>
                  <a:cubicBezTo>
                    <a:pt x="0" y="595"/>
                    <a:pt x="712" y="767"/>
                    <a:pt x="1587" y="767"/>
                  </a:cubicBezTo>
                  <a:cubicBezTo>
                    <a:pt x="2464" y="767"/>
                    <a:pt x="3174" y="595"/>
                    <a:pt x="3174" y="385"/>
                  </a:cubicBezTo>
                  <a:cubicBezTo>
                    <a:pt x="3174" y="174"/>
                    <a:pt x="2462" y="1"/>
                    <a:pt x="158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82571" y="3443991"/>
              <a:ext cx="177088" cy="31269"/>
            </a:xfrm>
            <a:custGeom>
              <a:rect b="b" l="l" r="r" t="t"/>
              <a:pathLst>
                <a:path extrusionOk="0" h="1313" w="7436">
                  <a:moveTo>
                    <a:pt x="3718" y="0"/>
                  </a:moveTo>
                  <a:cubicBezTo>
                    <a:pt x="1664" y="0"/>
                    <a:pt x="0" y="293"/>
                    <a:pt x="0" y="656"/>
                  </a:cubicBezTo>
                  <a:cubicBezTo>
                    <a:pt x="0" y="1018"/>
                    <a:pt x="1664" y="1313"/>
                    <a:pt x="3718" y="1313"/>
                  </a:cubicBezTo>
                  <a:cubicBezTo>
                    <a:pt x="5771" y="1313"/>
                    <a:pt x="7436" y="1018"/>
                    <a:pt x="7436" y="656"/>
                  </a:cubicBezTo>
                  <a:cubicBezTo>
                    <a:pt x="7436" y="293"/>
                    <a:pt x="5771" y="0"/>
                    <a:pt x="371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971067" y="3363282"/>
              <a:ext cx="65134" cy="18552"/>
            </a:xfrm>
            <a:custGeom>
              <a:rect b="b" l="l" r="r" t="t"/>
              <a:pathLst>
                <a:path extrusionOk="0" h="779" w="2735">
                  <a:moveTo>
                    <a:pt x="1368" y="0"/>
                  </a:moveTo>
                  <a:cubicBezTo>
                    <a:pt x="611" y="0"/>
                    <a:pt x="0" y="174"/>
                    <a:pt x="0" y="389"/>
                  </a:cubicBezTo>
                  <a:cubicBezTo>
                    <a:pt x="0" y="603"/>
                    <a:pt x="611" y="778"/>
                    <a:pt x="1368" y="778"/>
                  </a:cubicBezTo>
                  <a:cubicBezTo>
                    <a:pt x="2123" y="778"/>
                    <a:pt x="2734" y="603"/>
                    <a:pt x="2734" y="389"/>
                  </a:cubicBezTo>
                  <a:cubicBezTo>
                    <a:pt x="2734" y="174"/>
                    <a:pt x="2123" y="0"/>
                    <a:pt x="1368"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
          <p:cNvSpPr/>
          <p:nvPr/>
        </p:nvSpPr>
        <p:spPr>
          <a:xfrm>
            <a:off x="3626882"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 y="3814518"/>
            <a:ext cx="924500" cy="365690"/>
          </a:xfrm>
          <a:custGeom>
            <a:rect b="b" l="l" r="r" t="t"/>
            <a:pathLst>
              <a:path extrusionOk="0" h="13602" w="34384">
                <a:moveTo>
                  <a:pt x="10673" y="1"/>
                </a:moveTo>
                <a:cubicBezTo>
                  <a:pt x="8329" y="1"/>
                  <a:pt x="3805" y="4078"/>
                  <a:pt x="0" y="13602"/>
                </a:cubicBezTo>
                <a:lnTo>
                  <a:pt x="31747" y="13602"/>
                </a:lnTo>
                <a:cubicBezTo>
                  <a:pt x="34383" y="11782"/>
                  <a:pt x="33640" y="10436"/>
                  <a:pt x="31803" y="10436"/>
                </a:cubicBezTo>
                <a:cubicBezTo>
                  <a:pt x="30806" y="10436"/>
                  <a:pt x="29487" y="10833"/>
                  <a:pt x="28211" y="11766"/>
                </a:cubicBezTo>
                <a:cubicBezTo>
                  <a:pt x="29165" y="9683"/>
                  <a:pt x="28891" y="8814"/>
                  <a:pt x="28045" y="8814"/>
                </a:cubicBezTo>
                <a:cubicBezTo>
                  <a:pt x="27166" y="8814"/>
                  <a:pt x="25670" y="9750"/>
                  <a:pt x="24290" y="11236"/>
                </a:cubicBezTo>
                <a:cubicBezTo>
                  <a:pt x="27333" y="7101"/>
                  <a:pt x="28353" y="3656"/>
                  <a:pt x="26650" y="3656"/>
                </a:cubicBezTo>
                <a:cubicBezTo>
                  <a:pt x="25367" y="3656"/>
                  <a:pt x="22538" y="5612"/>
                  <a:pt x="17865" y="10704"/>
                </a:cubicBezTo>
                <a:cubicBezTo>
                  <a:pt x="18645" y="8772"/>
                  <a:pt x="18241" y="7949"/>
                  <a:pt x="17320" y="7949"/>
                </a:cubicBezTo>
                <a:cubicBezTo>
                  <a:pt x="16258" y="7949"/>
                  <a:pt x="14509" y="9042"/>
                  <a:pt x="13090" y="10793"/>
                </a:cubicBezTo>
                <a:cubicBezTo>
                  <a:pt x="15169" y="7792"/>
                  <a:pt x="15393" y="5595"/>
                  <a:pt x="14133" y="5595"/>
                </a:cubicBezTo>
                <a:cubicBezTo>
                  <a:pt x="13185" y="5595"/>
                  <a:pt x="11400" y="6836"/>
                  <a:pt x="8933" y="9908"/>
                </a:cubicBezTo>
                <a:cubicBezTo>
                  <a:pt x="13159" y="3698"/>
                  <a:pt x="12904" y="1"/>
                  <a:pt x="10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184481"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919351"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2797235"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7604271" y="3847265"/>
            <a:ext cx="1275005" cy="332944"/>
          </a:xfrm>
          <a:custGeom>
            <a:rect b="b" l="l" r="r" t="t"/>
            <a:pathLst>
              <a:path extrusionOk="0" h="12384" w="47420">
                <a:moveTo>
                  <a:pt x="39409" y="0"/>
                </a:moveTo>
                <a:cubicBezTo>
                  <a:pt x="37270" y="0"/>
                  <a:pt x="32493" y="2729"/>
                  <a:pt x="24781" y="9357"/>
                </a:cubicBezTo>
                <a:cubicBezTo>
                  <a:pt x="27563" y="4972"/>
                  <a:pt x="27173" y="2779"/>
                  <a:pt x="25215" y="2779"/>
                </a:cubicBezTo>
                <a:cubicBezTo>
                  <a:pt x="23214" y="2779"/>
                  <a:pt x="19577" y="5068"/>
                  <a:pt x="16014" y="9643"/>
                </a:cubicBezTo>
                <a:cubicBezTo>
                  <a:pt x="17133" y="6845"/>
                  <a:pt x="16794" y="5622"/>
                  <a:pt x="15586" y="5622"/>
                </a:cubicBezTo>
                <a:cubicBezTo>
                  <a:pt x="14118" y="5622"/>
                  <a:pt x="11368" y="7426"/>
                  <a:pt x="8388" y="10405"/>
                </a:cubicBezTo>
                <a:cubicBezTo>
                  <a:pt x="9313" y="8482"/>
                  <a:pt x="8845" y="7682"/>
                  <a:pt x="7699" y="7682"/>
                </a:cubicBezTo>
                <a:cubicBezTo>
                  <a:pt x="5890" y="7682"/>
                  <a:pt x="2391" y="9672"/>
                  <a:pt x="0" y="12384"/>
                </a:cubicBezTo>
                <a:lnTo>
                  <a:pt x="46323" y="12384"/>
                </a:lnTo>
                <a:cubicBezTo>
                  <a:pt x="47419" y="11432"/>
                  <a:pt x="46945" y="9772"/>
                  <a:pt x="45283" y="9772"/>
                </a:cubicBezTo>
                <a:cubicBezTo>
                  <a:pt x="44489" y="9772"/>
                  <a:pt x="43423" y="10151"/>
                  <a:pt x="42129" y="11168"/>
                </a:cubicBezTo>
                <a:cubicBezTo>
                  <a:pt x="44441" y="7281"/>
                  <a:pt x="44163" y="5545"/>
                  <a:pt x="42644" y="5545"/>
                </a:cubicBezTo>
                <a:cubicBezTo>
                  <a:pt x="41221" y="5545"/>
                  <a:pt x="38709" y="7069"/>
                  <a:pt x="36220" y="9773"/>
                </a:cubicBezTo>
                <a:cubicBezTo>
                  <a:pt x="40743" y="3931"/>
                  <a:pt x="41976" y="0"/>
                  <a:pt x="39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5161870" y="3984893"/>
            <a:ext cx="474887" cy="195320"/>
          </a:xfrm>
          <a:custGeom>
            <a:rect b="b" l="l" r="r" t="t"/>
            <a:pathLst>
              <a:path extrusionOk="0" h="7265" w="17662">
                <a:moveTo>
                  <a:pt x="7522" y="0"/>
                </a:moveTo>
                <a:cubicBezTo>
                  <a:pt x="5810" y="0"/>
                  <a:pt x="2651" y="2706"/>
                  <a:pt x="1" y="7265"/>
                </a:cubicBezTo>
                <a:lnTo>
                  <a:pt x="16569" y="7265"/>
                </a:lnTo>
                <a:cubicBezTo>
                  <a:pt x="17662" y="5389"/>
                  <a:pt x="16707" y="4650"/>
                  <a:pt x="15566" y="4650"/>
                </a:cubicBezTo>
                <a:cubicBezTo>
                  <a:pt x="14824" y="4650"/>
                  <a:pt x="14004" y="4963"/>
                  <a:pt x="13616" y="5479"/>
                </a:cubicBezTo>
                <a:cubicBezTo>
                  <a:pt x="14901" y="2948"/>
                  <a:pt x="14560" y="1943"/>
                  <a:pt x="13490" y="1943"/>
                </a:cubicBezTo>
                <a:cubicBezTo>
                  <a:pt x="12168" y="1943"/>
                  <a:pt x="9734" y="3476"/>
                  <a:pt x="7876" y="5560"/>
                </a:cubicBezTo>
                <a:cubicBezTo>
                  <a:pt x="9328" y="1711"/>
                  <a:pt x="8883" y="0"/>
                  <a:pt x="7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5896739" y="3917759"/>
            <a:ext cx="617902" cy="262451"/>
          </a:xfrm>
          <a:custGeom>
            <a:rect b="b" l="l" r="r" t="t"/>
            <a:pathLst>
              <a:path extrusionOk="0" h="9762" w="22981">
                <a:moveTo>
                  <a:pt x="7466" y="1"/>
                </a:moveTo>
                <a:cubicBezTo>
                  <a:pt x="5738" y="1"/>
                  <a:pt x="2603" y="3054"/>
                  <a:pt x="0" y="9762"/>
                </a:cubicBezTo>
                <a:lnTo>
                  <a:pt x="21488" y="9762"/>
                </a:lnTo>
                <a:cubicBezTo>
                  <a:pt x="22981" y="7536"/>
                  <a:pt x="22462" y="5936"/>
                  <a:pt x="21116" y="5936"/>
                </a:cubicBezTo>
                <a:cubicBezTo>
                  <a:pt x="20242" y="5936"/>
                  <a:pt x="19019" y="6610"/>
                  <a:pt x="17770" y="8224"/>
                </a:cubicBezTo>
                <a:cubicBezTo>
                  <a:pt x="18865" y="5896"/>
                  <a:pt x="18289" y="4638"/>
                  <a:pt x="16884" y="4638"/>
                </a:cubicBezTo>
                <a:cubicBezTo>
                  <a:pt x="15516" y="4638"/>
                  <a:pt x="13362" y="5830"/>
                  <a:pt x="11197" y="8388"/>
                </a:cubicBezTo>
                <a:cubicBezTo>
                  <a:pt x="12321" y="5477"/>
                  <a:pt x="12045" y="4474"/>
                  <a:pt x="11207" y="4474"/>
                </a:cubicBezTo>
                <a:cubicBezTo>
                  <a:pt x="10181" y="4474"/>
                  <a:pt x="8311" y="5979"/>
                  <a:pt x="7137" y="7323"/>
                </a:cubicBezTo>
                <a:cubicBezTo>
                  <a:pt x="9459" y="2599"/>
                  <a:pt x="9061" y="1"/>
                  <a:pt x="7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6774623" y="3997664"/>
            <a:ext cx="569665" cy="182549"/>
          </a:xfrm>
          <a:custGeom>
            <a:rect b="b" l="l" r="r" t="t"/>
            <a:pathLst>
              <a:path extrusionOk="0" h="6790" w="21187">
                <a:moveTo>
                  <a:pt x="10844" y="1"/>
                </a:moveTo>
                <a:cubicBezTo>
                  <a:pt x="9743" y="1"/>
                  <a:pt x="7828" y="1402"/>
                  <a:pt x="5250" y="5252"/>
                </a:cubicBezTo>
                <a:cubicBezTo>
                  <a:pt x="5652" y="2516"/>
                  <a:pt x="5384" y="875"/>
                  <a:pt x="4522" y="875"/>
                </a:cubicBezTo>
                <a:cubicBezTo>
                  <a:pt x="3626" y="875"/>
                  <a:pt x="2091" y="2643"/>
                  <a:pt x="1" y="6790"/>
                </a:cubicBezTo>
                <a:lnTo>
                  <a:pt x="19520" y="6790"/>
                </a:lnTo>
                <a:cubicBezTo>
                  <a:pt x="21186" y="4944"/>
                  <a:pt x="20614" y="4060"/>
                  <a:pt x="19375" y="4060"/>
                </a:cubicBezTo>
                <a:cubicBezTo>
                  <a:pt x="18480" y="4060"/>
                  <a:pt x="17237" y="4521"/>
                  <a:pt x="16240" y="5416"/>
                </a:cubicBezTo>
                <a:cubicBezTo>
                  <a:pt x="17050" y="3493"/>
                  <a:pt x="16643" y="2331"/>
                  <a:pt x="15362" y="2331"/>
                </a:cubicBezTo>
                <a:cubicBezTo>
                  <a:pt x="14307" y="2331"/>
                  <a:pt x="12658" y="3120"/>
                  <a:pt x="10608" y="4923"/>
                </a:cubicBezTo>
                <a:cubicBezTo>
                  <a:pt x="12336" y="2448"/>
                  <a:pt x="12300" y="1"/>
                  <a:pt x="10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6812905" y="2012174"/>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5105189" y="1569900"/>
            <a:ext cx="1337976" cy="175463"/>
          </a:xfrm>
          <a:custGeom>
            <a:rect b="b" l="l" r="r" t="t"/>
            <a:pathLst>
              <a:path extrusionOk="0" h="3417" w="26056">
                <a:moveTo>
                  <a:pt x="16660" y="0"/>
                </a:moveTo>
                <a:cubicBezTo>
                  <a:pt x="14805" y="0"/>
                  <a:pt x="13224" y="1609"/>
                  <a:pt x="11375" y="1609"/>
                </a:cubicBezTo>
                <a:cubicBezTo>
                  <a:pt x="11229" y="1609"/>
                  <a:pt x="11081" y="1599"/>
                  <a:pt x="10931" y="1577"/>
                </a:cubicBezTo>
                <a:cubicBezTo>
                  <a:pt x="9997" y="1439"/>
                  <a:pt x="9193" y="852"/>
                  <a:pt x="8270" y="852"/>
                </a:cubicBezTo>
                <a:cubicBezTo>
                  <a:pt x="8196" y="852"/>
                  <a:pt x="8121" y="856"/>
                  <a:pt x="8046" y="864"/>
                </a:cubicBezTo>
                <a:cubicBezTo>
                  <a:pt x="7169" y="955"/>
                  <a:pt x="6603" y="1587"/>
                  <a:pt x="5803" y="1862"/>
                </a:cubicBezTo>
                <a:cubicBezTo>
                  <a:pt x="5416" y="1995"/>
                  <a:pt x="4993" y="2039"/>
                  <a:pt x="4564" y="2039"/>
                </a:cubicBezTo>
                <a:cubicBezTo>
                  <a:pt x="4220" y="2039"/>
                  <a:pt x="3871" y="2011"/>
                  <a:pt x="3532" y="1977"/>
                </a:cubicBezTo>
                <a:cubicBezTo>
                  <a:pt x="3073" y="1933"/>
                  <a:pt x="2603" y="1880"/>
                  <a:pt x="2141" y="1880"/>
                </a:cubicBezTo>
                <a:cubicBezTo>
                  <a:pt x="1836" y="1880"/>
                  <a:pt x="1534" y="1903"/>
                  <a:pt x="1241" y="1966"/>
                </a:cubicBezTo>
                <a:cubicBezTo>
                  <a:pt x="503" y="2123"/>
                  <a:pt x="1" y="2861"/>
                  <a:pt x="111" y="3417"/>
                </a:cubicBezTo>
                <a:lnTo>
                  <a:pt x="25777" y="3417"/>
                </a:lnTo>
                <a:cubicBezTo>
                  <a:pt x="26056" y="3007"/>
                  <a:pt x="25486" y="2371"/>
                  <a:pt x="24930" y="2164"/>
                </a:cubicBezTo>
                <a:cubicBezTo>
                  <a:pt x="24595" y="2041"/>
                  <a:pt x="24224" y="2001"/>
                  <a:pt x="23847" y="2001"/>
                </a:cubicBezTo>
                <a:cubicBezTo>
                  <a:pt x="23593" y="2001"/>
                  <a:pt x="23336" y="2019"/>
                  <a:pt x="23085" y="2042"/>
                </a:cubicBezTo>
                <a:cubicBezTo>
                  <a:pt x="22678" y="2080"/>
                  <a:pt x="22265" y="2130"/>
                  <a:pt x="21858" y="2130"/>
                </a:cubicBezTo>
                <a:cubicBezTo>
                  <a:pt x="21643" y="2130"/>
                  <a:pt x="21429" y="2116"/>
                  <a:pt x="21218" y="2080"/>
                </a:cubicBezTo>
                <a:cubicBezTo>
                  <a:pt x="19573" y="1793"/>
                  <a:pt x="18750" y="258"/>
                  <a:pt x="17087" y="29"/>
                </a:cubicBezTo>
                <a:cubicBezTo>
                  <a:pt x="16943" y="10"/>
                  <a:pt x="16801" y="0"/>
                  <a:pt x="1666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6615490" y="93996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3"/>
          <p:cNvGrpSpPr/>
          <p:nvPr/>
        </p:nvGrpSpPr>
        <p:grpSpPr>
          <a:xfrm>
            <a:off x="4956287" y="3203953"/>
            <a:ext cx="1432938" cy="1333902"/>
            <a:chOff x="609112" y="1844266"/>
            <a:chExt cx="1432938" cy="1333902"/>
          </a:xfrm>
        </p:grpSpPr>
        <p:grpSp>
          <p:nvGrpSpPr>
            <p:cNvPr id="1338" name="Google Shape;1338;p3"/>
            <p:cNvGrpSpPr/>
            <p:nvPr/>
          </p:nvGrpSpPr>
          <p:grpSpPr>
            <a:xfrm>
              <a:off x="609112" y="1844266"/>
              <a:ext cx="1432938" cy="1333902"/>
              <a:chOff x="609112" y="1844266"/>
              <a:chExt cx="1432938" cy="1333902"/>
            </a:xfrm>
          </p:grpSpPr>
          <p:sp>
            <p:nvSpPr>
              <p:cNvPr id="1339" name="Google Shape;1339;p3"/>
              <p:cNvSpPr/>
              <p:nvPr/>
            </p:nvSpPr>
            <p:spPr>
              <a:xfrm>
                <a:off x="1520350" y="2642500"/>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398627" y="2749069"/>
                <a:ext cx="12551" cy="42367"/>
              </a:xfrm>
              <a:custGeom>
                <a:rect b="b" l="l" r="r" t="t"/>
                <a:pathLst>
                  <a:path extrusionOk="0" h="1779" w="527">
                    <a:moveTo>
                      <a:pt x="0" y="1"/>
                    </a:moveTo>
                    <a:cubicBezTo>
                      <a:pt x="122" y="399"/>
                      <a:pt x="242" y="808"/>
                      <a:pt x="364" y="1224"/>
                    </a:cubicBezTo>
                    <a:lnTo>
                      <a:pt x="364" y="1224"/>
                    </a:lnTo>
                    <a:cubicBezTo>
                      <a:pt x="242" y="808"/>
                      <a:pt x="123" y="400"/>
                      <a:pt x="3" y="1"/>
                    </a:cubicBezTo>
                    <a:close/>
                    <a:moveTo>
                      <a:pt x="364" y="1224"/>
                    </a:moveTo>
                    <a:cubicBezTo>
                      <a:pt x="418" y="1407"/>
                      <a:pt x="472" y="1592"/>
                      <a:pt x="527" y="1778"/>
                    </a:cubicBezTo>
                    <a:cubicBezTo>
                      <a:pt x="472" y="1592"/>
                      <a:pt x="418" y="1408"/>
                      <a:pt x="364" y="1224"/>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426610" y="2919442"/>
                <a:ext cx="44129" cy="46606"/>
              </a:xfrm>
              <a:custGeom>
                <a:rect b="b" l="l" r="r" t="t"/>
                <a:pathLst>
                  <a:path extrusionOk="0" h="1957" w="1853">
                    <a:moveTo>
                      <a:pt x="1230" y="0"/>
                    </a:moveTo>
                    <a:lnTo>
                      <a:pt x="729" y="2"/>
                    </a:lnTo>
                    <a:cubicBezTo>
                      <a:pt x="614" y="488"/>
                      <a:pt x="357" y="916"/>
                      <a:pt x="0" y="1241"/>
                    </a:cubicBezTo>
                    <a:cubicBezTo>
                      <a:pt x="300" y="1378"/>
                      <a:pt x="462" y="1601"/>
                      <a:pt x="519" y="1674"/>
                    </a:cubicBezTo>
                    <a:cubicBezTo>
                      <a:pt x="585" y="1760"/>
                      <a:pt x="850" y="1957"/>
                      <a:pt x="1167" y="1957"/>
                    </a:cubicBezTo>
                    <a:cubicBezTo>
                      <a:pt x="1253" y="1957"/>
                      <a:pt x="1342" y="1942"/>
                      <a:pt x="1433" y="1908"/>
                    </a:cubicBezTo>
                    <a:cubicBezTo>
                      <a:pt x="1780" y="1773"/>
                      <a:pt x="1852" y="1546"/>
                      <a:pt x="1848" y="1316"/>
                    </a:cubicBezTo>
                    <a:cubicBezTo>
                      <a:pt x="1835" y="1274"/>
                      <a:pt x="1815" y="1233"/>
                      <a:pt x="1796" y="1191"/>
                    </a:cubicBezTo>
                    <a:cubicBezTo>
                      <a:pt x="1595" y="797"/>
                      <a:pt x="1407" y="400"/>
                      <a:pt x="1230"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248259" y="2624517"/>
                <a:ext cx="54346" cy="116074"/>
              </a:xfrm>
              <a:custGeom>
                <a:rect b="b" l="l" r="r" t="t"/>
                <a:pathLst>
                  <a:path extrusionOk="0" h="4874" w="2282">
                    <a:moveTo>
                      <a:pt x="0" y="1"/>
                    </a:moveTo>
                    <a:lnTo>
                      <a:pt x="0" y="1"/>
                    </a:lnTo>
                    <a:cubicBezTo>
                      <a:pt x="318" y="941"/>
                      <a:pt x="1209" y="2793"/>
                      <a:pt x="2282" y="4874"/>
                    </a:cubicBezTo>
                    <a:cubicBezTo>
                      <a:pt x="1214" y="2793"/>
                      <a:pt x="321" y="944"/>
                      <a:pt x="2" y="4"/>
                    </a:cubicBezTo>
                    <a:cubicBezTo>
                      <a:pt x="2" y="4"/>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414131" y="2801319"/>
                <a:ext cx="834" cy="2810"/>
              </a:xfrm>
              <a:custGeom>
                <a:rect b="b" l="l" r="r" t="t"/>
                <a:pathLst>
                  <a:path extrusionOk="0" h="118" w="35">
                    <a:moveTo>
                      <a:pt x="1" y="1"/>
                    </a:moveTo>
                    <a:cubicBezTo>
                      <a:pt x="12" y="41"/>
                      <a:pt x="22" y="79"/>
                      <a:pt x="35" y="118"/>
                    </a:cubicBezTo>
                    <a:cubicBezTo>
                      <a:pt x="22" y="77"/>
                      <a:pt x="12" y="38"/>
                      <a:pt x="1"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437708" y="2876479"/>
                <a:ext cx="6787" cy="15527"/>
              </a:xfrm>
              <a:custGeom>
                <a:rect b="b" l="l" r="r" t="t"/>
                <a:pathLst>
                  <a:path extrusionOk="0" h="652" w="285">
                    <a:moveTo>
                      <a:pt x="36" y="0"/>
                    </a:moveTo>
                    <a:cubicBezTo>
                      <a:pt x="27" y="7"/>
                      <a:pt x="12" y="10"/>
                      <a:pt x="1" y="16"/>
                    </a:cubicBezTo>
                    <a:cubicBezTo>
                      <a:pt x="114" y="213"/>
                      <a:pt x="202" y="428"/>
                      <a:pt x="255" y="652"/>
                    </a:cubicBezTo>
                    <a:lnTo>
                      <a:pt x="284" y="652"/>
                    </a:lnTo>
                    <a:cubicBezTo>
                      <a:pt x="199" y="436"/>
                      <a:pt x="118" y="219"/>
                      <a:pt x="36"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288816" y="2422542"/>
                <a:ext cx="50535" cy="76446"/>
              </a:xfrm>
              <a:custGeom>
                <a:rect b="b" l="l" r="r" t="t"/>
                <a:pathLst>
                  <a:path extrusionOk="0" h="3210" w="2122">
                    <a:moveTo>
                      <a:pt x="2122" y="1"/>
                    </a:moveTo>
                    <a:cubicBezTo>
                      <a:pt x="1352" y="1040"/>
                      <a:pt x="621" y="2130"/>
                      <a:pt x="0" y="3210"/>
                    </a:cubicBezTo>
                    <a:cubicBezTo>
                      <a:pt x="621" y="2130"/>
                      <a:pt x="1352" y="1041"/>
                      <a:pt x="2122"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247473" y="2591366"/>
                <a:ext cx="2072" cy="10169"/>
              </a:xfrm>
              <a:custGeom>
                <a:rect b="b" l="l" r="r" t="t"/>
                <a:pathLst>
                  <a:path extrusionOk="0" h="427" w="87">
                    <a:moveTo>
                      <a:pt x="87" y="1"/>
                    </a:moveTo>
                    <a:cubicBezTo>
                      <a:pt x="51" y="143"/>
                      <a:pt x="23" y="287"/>
                      <a:pt x="1" y="427"/>
                    </a:cubicBezTo>
                    <a:cubicBezTo>
                      <a:pt x="23" y="287"/>
                      <a:pt x="51" y="146"/>
                      <a:pt x="87"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462570" y="2465313"/>
                <a:ext cx="42843" cy="33674"/>
              </a:xfrm>
              <a:custGeom>
                <a:rect b="b" l="l" r="r" t="t"/>
                <a:pathLst>
                  <a:path extrusionOk="0" h="1414" w="1799">
                    <a:moveTo>
                      <a:pt x="1799" y="1"/>
                    </a:moveTo>
                    <a:cubicBezTo>
                      <a:pt x="1195" y="469"/>
                      <a:pt x="588" y="938"/>
                      <a:pt x="1" y="1414"/>
                    </a:cubicBezTo>
                    <a:cubicBezTo>
                      <a:pt x="591" y="938"/>
                      <a:pt x="1195" y="469"/>
                      <a:pt x="1799"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245711" y="2617682"/>
                <a:ext cx="2572" cy="6835"/>
              </a:xfrm>
              <a:custGeom>
                <a:rect b="b" l="l" r="r" t="t"/>
                <a:pathLst>
                  <a:path extrusionOk="0" h="287" w="108">
                    <a:moveTo>
                      <a:pt x="0" y="1"/>
                    </a:moveTo>
                    <a:cubicBezTo>
                      <a:pt x="10" y="103"/>
                      <a:pt x="49" y="197"/>
                      <a:pt x="107" y="286"/>
                    </a:cubicBezTo>
                    <a:cubicBezTo>
                      <a:pt x="107" y="285"/>
                      <a:pt x="107" y="285"/>
                      <a:pt x="105" y="283"/>
                    </a:cubicBezTo>
                    <a:cubicBezTo>
                      <a:pt x="49" y="195"/>
                      <a:pt x="11" y="103"/>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649637" y="2207063"/>
                <a:ext cx="13694" cy="31603"/>
              </a:xfrm>
              <a:custGeom>
                <a:rect b="b" l="l" r="r" t="t"/>
                <a:pathLst>
                  <a:path extrusionOk="0" h="1327" w="575">
                    <a:moveTo>
                      <a:pt x="1" y="1"/>
                    </a:moveTo>
                    <a:lnTo>
                      <a:pt x="14" y="25"/>
                    </a:lnTo>
                    <a:cubicBezTo>
                      <a:pt x="168" y="293"/>
                      <a:pt x="296" y="555"/>
                      <a:pt x="399" y="813"/>
                    </a:cubicBezTo>
                    <a:lnTo>
                      <a:pt x="399" y="813"/>
                    </a:lnTo>
                    <a:cubicBezTo>
                      <a:pt x="293" y="546"/>
                      <a:pt x="161" y="276"/>
                      <a:pt x="1" y="1"/>
                    </a:cubicBezTo>
                    <a:close/>
                    <a:moveTo>
                      <a:pt x="399" y="813"/>
                    </a:moveTo>
                    <a:lnTo>
                      <a:pt x="399" y="813"/>
                    </a:lnTo>
                    <a:cubicBezTo>
                      <a:pt x="468" y="986"/>
                      <a:pt x="527" y="1157"/>
                      <a:pt x="574" y="1327"/>
                    </a:cubicBezTo>
                    <a:cubicBezTo>
                      <a:pt x="574" y="1325"/>
                      <a:pt x="573" y="1320"/>
                      <a:pt x="573" y="1319"/>
                    </a:cubicBezTo>
                    <a:cubicBezTo>
                      <a:pt x="525" y="1152"/>
                      <a:pt x="467" y="983"/>
                      <a:pt x="399" y="813"/>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350521" y="2526566"/>
                <a:ext cx="79352" cy="94093"/>
              </a:xfrm>
              <a:custGeom>
                <a:rect b="b" l="l" r="r" t="t"/>
                <a:pathLst>
                  <a:path extrusionOk="0" h="3951" w="3332">
                    <a:moveTo>
                      <a:pt x="3331" y="0"/>
                    </a:moveTo>
                    <a:cubicBezTo>
                      <a:pt x="1928" y="1239"/>
                      <a:pt x="721" y="2535"/>
                      <a:pt x="1" y="3950"/>
                    </a:cubicBezTo>
                    <a:cubicBezTo>
                      <a:pt x="721" y="2539"/>
                      <a:pt x="1928" y="1239"/>
                      <a:pt x="3331" y="0"/>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248259" y="2624445"/>
                <a:ext cx="48" cy="71"/>
              </a:xfrm>
              <a:custGeom>
                <a:rect b="b" l="l" r="r" t="t"/>
                <a:pathLst>
                  <a:path extrusionOk="0" h="3" w="2">
                    <a:moveTo>
                      <a:pt x="0" y="1"/>
                    </a:moveTo>
                    <a:cubicBezTo>
                      <a:pt x="0" y="1"/>
                      <a:pt x="0" y="2"/>
                      <a:pt x="2" y="2"/>
                    </a:cubicBezTo>
                    <a:cubicBezTo>
                      <a:pt x="2" y="2"/>
                      <a:pt x="2" y="1"/>
                      <a:pt x="0" y="1"/>
                    </a:cubicBezTo>
                    <a:close/>
                  </a:path>
                </a:pathLst>
              </a:custGeom>
              <a:solidFill>
                <a:srgbClr val="82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245616" y="2601607"/>
                <a:ext cx="1858" cy="16099"/>
              </a:xfrm>
              <a:custGeom>
                <a:rect b="b" l="l" r="r" t="t"/>
                <a:pathLst>
                  <a:path extrusionOk="0" h="676" w="78">
                    <a:moveTo>
                      <a:pt x="77" y="0"/>
                    </a:moveTo>
                    <a:cubicBezTo>
                      <a:pt x="48" y="164"/>
                      <a:pt x="24" y="326"/>
                      <a:pt x="10" y="484"/>
                    </a:cubicBezTo>
                    <a:lnTo>
                      <a:pt x="10" y="484"/>
                    </a:lnTo>
                    <a:cubicBezTo>
                      <a:pt x="25" y="326"/>
                      <a:pt x="50" y="163"/>
                      <a:pt x="77" y="0"/>
                    </a:cubicBezTo>
                    <a:close/>
                    <a:moveTo>
                      <a:pt x="10" y="484"/>
                    </a:moveTo>
                    <a:cubicBezTo>
                      <a:pt x="7" y="513"/>
                      <a:pt x="5" y="542"/>
                      <a:pt x="3" y="571"/>
                    </a:cubicBezTo>
                    <a:cubicBezTo>
                      <a:pt x="1" y="587"/>
                      <a:pt x="0" y="604"/>
                      <a:pt x="0" y="620"/>
                    </a:cubicBezTo>
                    <a:lnTo>
                      <a:pt x="0" y="620"/>
                    </a:lnTo>
                    <a:cubicBezTo>
                      <a:pt x="0" y="604"/>
                      <a:pt x="1" y="588"/>
                      <a:pt x="3" y="572"/>
                    </a:cubicBezTo>
                    <a:cubicBezTo>
                      <a:pt x="5" y="543"/>
                      <a:pt x="7" y="513"/>
                      <a:pt x="10" y="484"/>
                    </a:cubicBezTo>
                    <a:close/>
                    <a:moveTo>
                      <a:pt x="0" y="620"/>
                    </a:moveTo>
                    <a:cubicBezTo>
                      <a:pt x="0" y="639"/>
                      <a:pt x="1" y="658"/>
                      <a:pt x="4" y="676"/>
                    </a:cubicBezTo>
                    <a:cubicBezTo>
                      <a:pt x="1" y="657"/>
                      <a:pt x="0" y="639"/>
                      <a:pt x="0" y="620"/>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411154" y="2791412"/>
                <a:ext cx="3001" cy="9978"/>
              </a:xfrm>
              <a:custGeom>
                <a:rect b="b" l="l" r="r" t="t"/>
                <a:pathLst>
                  <a:path extrusionOk="0" h="419" w="126">
                    <a:moveTo>
                      <a:pt x="1" y="1"/>
                    </a:moveTo>
                    <a:lnTo>
                      <a:pt x="1" y="1"/>
                    </a:lnTo>
                    <a:cubicBezTo>
                      <a:pt x="41" y="139"/>
                      <a:pt x="82" y="276"/>
                      <a:pt x="126" y="418"/>
                    </a:cubicBezTo>
                    <a:cubicBezTo>
                      <a:pt x="85" y="279"/>
                      <a:pt x="41" y="13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1505461" y="2410229"/>
                <a:ext cx="69183" cy="55084"/>
              </a:xfrm>
              <a:custGeom>
                <a:rect b="b" l="l" r="r" t="t"/>
                <a:pathLst>
                  <a:path extrusionOk="0" h="2313" w="2905">
                    <a:moveTo>
                      <a:pt x="2904" y="1"/>
                    </a:moveTo>
                    <a:cubicBezTo>
                      <a:pt x="1995" y="772"/>
                      <a:pt x="1000" y="1539"/>
                      <a:pt x="0" y="2312"/>
                    </a:cubicBezTo>
                    <a:cubicBezTo>
                      <a:pt x="1000" y="1539"/>
                      <a:pt x="1995" y="774"/>
                      <a:pt x="290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1428872" y="2848449"/>
                <a:ext cx="9788" cy="28078"/>
              </a:xfrm>
              <a:custGeom>
                <a:rect b="b" l="l" r="r" t="t"/>
                <a:pathLst>
                  <a:path extrusionOk="0" h="1179" w="411">
                    <a:moveTo>
                      <a:pt x="2" y="1"/>
                    </a:moveTo>
                    <a:lnTo>
                      <a:pt x="1" y="4"/>
                    </a:lnTo>
                    <a:cubicBezTo>
                      <a:pt x="130" y="393"/>
                      <a:pt x="266" y="787"/>
                      <a:pt x="411" y="1179"/>
                    </a:cubicBezTo>
                    <a:cubicBezTo>
                      <a:pt x="266" y="785"/>
                      <a:pt x="132" y="391"/>
                      <a:pt x="2"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1414988" y="2804106"/>
                <a:ext cx="1667" cy="5549"/>
              </a:xfrm>
              <a:custGeom>
                <a:rect b="b" l="l" r="r" t="t"/>
                <a:pathLst>
                  <a:path extrusionOk="0" h="233" w="70">
                    <a:moveTo>
                      <a:pt x="0" y="1"/>
                    </a:moveTo>
                    <a:lnTo>
                      <a:pt x="0" y="1"/>
                    </a:lnTo>
                    <a:cubicBezTo>
                      <a:pt x="23" y="77"/>
                      <a:pt x="46" y="155"/>
                      <a:pt x="70" y="232"/>
                    </a:cubicBezTo>
                    <a:cubicBezTo>
                      <a:pt x="47" y="155"/>
                      <a:pt x="23" y="75"/>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1325396" y="2784268"/>
                <a:ext cx="37032" cy="68921"/>
              </a:xfrm>
              <a:custGeom>
                <a:rect b="b" l="l" r="r" t="t"/>
                <a:pathLst>
                  <a:path extrusionOk="0" h="2894" w="1555">
                    <a:moveTo>
                      <a:pt x="1" y="1"/>
                    </a:moveTo>
                    <a:cubicBezTo>
                      <a:pt x="518" y="979"/>
                      <a:pt x="1048" y="1965"/>
                      <a:pt x="1555" y="2893"/>
                    </a:cubicBezTo>
                    <a:lnTo>
                      <a:pt x="1555" y="2893"/>
                    </a:lnTo>
                    <a:cubicBezTo>
                      <a:pt x="1048" y="1965"/>
                      <a:pt x="518" y="979"/>
                      <a:pt x="1"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245592" y="2615181"/>
                <a:ext cx="2691" cy="9288"/>
              </a:xfrm>
              <a:custGeom>
                <a:rect b="b" l="l" r="r" t="t"/>
                <a:pathLst>
                  <a:path extrusionOk="0" h="390" w="113">
                    <a:moveTo>
                      <a:pt x="4" y="1"/>
                    </a:moveTo>
                    <a:lnTo>
                      <a:pt x="4" y="1"/>
                    </a:lnTo>
                    <a:cubicBezTo>
                      <a:pt x="0" y="38"/>
                      <a:pt x="0" y="72"/>
                      <a:pt x="5" y="106"/>
                    </a:cubicBezTo>
                    <a:cubicBezTo>
                      <a:pt x="16" y="205"/>
                      <a:pt x="54" y="300"/>
                      <a:pt x="112" y="390"/>
                    </a:cubicBezTo>
                    <a:cubicBezTo>
                      <a:pt x="60" y="234"/>
                      <a:pt x="23" y="104"/>
                      <a:pt x="4"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649995" y="2207730"/>
                <a:ext cx="13336" cy="30745"/>
              </a:xfrm>
              <a:custGeom>
                <a:rect b="b" l="l" r="r" t="t"/>
                <a:pathLst>
                  <a:path extrusionOk="0" h="1291" w="560">
                    <a:moveTo>
                      <a:pt x="0" y="1"/>
                    </a:moveTo>
                    <a:lnTo>
                      <a:pt x="0" y="1"/>
                    </a:lnTo>
                    <a:cubicBezTo>
                      <a:pt x="242" y="449"/>
                      <a:pt x="425" y="879"/>
                      <a:pt x="559" y="1291"/>
                    </a:cubicBezTo>
                    <a:cubicBezTo>
                      <a:pt x="438" y="871"/>
                      <a:pt x="255" y="441"/>
                      <a:pt x="0" y="1"/>
                    </a:cubicBezTo>
                    <a:close/>
                  </a:path>
                </a:pathLst>
              </a:custGeom>
              <a:solidFill>
                <a:srgbClr val="1E2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1267478" y="2795270"/>
                <a:ext cx="89211" cy="80376"/>
              </a:xfrm>
              <a:custGeom>
                <a:rect b="b" l="l" r="r" t="t"/>
                <a:pathLst>
                  <a:path extrusionOk="0" h="3375" w="3746">
                    <a:moveTo>
                      <a:pt x="1186" y="0"/>
                    </a:moveTo>
                    <a:lnTo>
                      <a:pt x="0" y="446"/>
                    </a:lnTo>
                    <a:lnTo>
                      <a:pt x="2930" y="3375"/>
                    </a:lnTo>
                    <a:cubicBezTo>
                      <a:pt x="3133" y="3042"/>
                      <a:pt x="3413" y="2762"/>
                      <a:pt x="3745" y="2558"/>
                    </a:cubicBezTo>
                    <a:lnTo>
                      <a:pt x="1186" y="0"/>
                    </a:lnTo>
                    <a:close/>
                  </a:path>
                </a:pathLst>
              </a:custGeom>
              <a:solidFill>
                <a:srgbClr val="494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859432" y="2355240"/>
                <a:ext cx="409499" cy="561558"/>
              </a:xfrm>
              <a:custGeom>
                <a:rect b="b" l="l" r="r" t="t"/>
                <a:pathLst>
                  <a:path extrusionOk="0" h="23580" w="17195">
                    <a:moveTo>
                      <a:pt x="749" y="1"/>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8"/>
                    </a:lnTo>
                    <a:lnTo>
                      <a:pt x="839" y="21393"/>
                    </a:lnTo>
                    <a:lnTo>
                      <a:pt x="665" y="21999"/>
                    </a:lnTo>
                    <a:lnTo>
                      <a:pt x="435" y="22819"/>
                    </a:lnTo>
                    <a:cubicBezTo>
                      <a:pt x="356" y="23096"/>
                      <a:pt x="476" y="23404"/>
                      <a:pt x="737" y="23524"/>
                    </a:cubicBezTo>
                    <a:cubicBezTo>
                      <a:pt x="818" y="23561"/>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cubicBezTo>
                      <a:pt x="16795" y="18542"/>
                      <a:pt x="16826" y="18521"/>
                      <a:pt x="16860" y="18507"/>
                    </a:cubicBezTo>
                    <a:lnTo>
                      <a:pt x="16872" y="18502"/>
                    </a:lnTo>
                    <a:cubicBezTo>
                      <a:pt x="16860" y="18453"/>
                      <a:pt x="16854" y="18409"/>
                      <a:pt x="16846" y="18364"/>
                    </a:cubicBezTo>
                    <a:cubicBezTo>
                      <a:pt x="16846" y="18363"/>
                      <a:pt x="16846" y="18363"/>
                      <a:pt x="16845" y="18363"/>
                    </a:cubicBezTo>
                    <a:cubicBezTo>
                      <a:pt x="16844" y="18363"/>
                      <a:pt x="16840" y="18364"/>
                      <a:pt x="16836" y="18364"/>
                    </a:cubicBezTo>
                    <a:cubicBezTo>
                      <a:pt x="16804" y="18364"/>
                      <a:pt x="16773" y="18345"/>
                      <a:pt x="16758" y="18312"/>
                    </a:cubicBezTo>
                    <a:cubicBezTo>
                      <a:pt x="16742" y="18268"/>
                      <a:pt x="16763" y="18223"/>
                      <a:pt x="16805" y="18207"/>
                    </a:cubicBezTo>
                    <a:lnTo>
                      <a:pt x="16831" y="18195"/>
                    </a:lnTo>
                    <a:cubicBezTo>
                      <a:pt x="16821" y="17871"/>
                      <a:pt x="16951" y="17606"/>
                      <a:pt x="17194" y="17356"/>
                    </a:cubicBezTo>
                    <a:lnTo>
                      <a:pt x="8245" y="8417"/>
                    </a:lnTo>
                    <a:cubicBezTo>
                      <a:pt x="7791" y="7964"/>
                      <a:pt x="8112" y="7190"/>
                      <a:pt x="8752" y="7190"/>
                    </a:cubicBezTo>
                    <a:lnTo>
                      <a:pt x="13943" y="7190"/>
                    </a:lnTo>
                    <a:cubicBezTo>
                      <a:pt x="13598" y="6798"/>
                      <a:pt x="13262" y="6410"/>
                      <a:pt x="12940" y="6037"/>
                    </a:cubicBezTo>
                    <a:lnTo>
                      <a:pt x="6384" y="6037"/>
                    </a:lnTo>
                    <a:lnTo>
                      <a:pt x="7772" y="1133"/>
                    </a:lnTo>
                    <a:cubicBezTo>
                      <a:pt x="7856" y="843"/>
                      <a:pt x="7720" y="519"/>
                      <a:pt x="7438" y="411"/>
                    </a:cubicBezTo>
                    <a:cubicBezTo>
                      <a:pt x="7367" y="383"/>
                      <a:pt x="7295" y="370"/>
                      <a:pt x="7225" y="370"/>
                    </a:cubicBezTo>
                    <a:cubicBezTo>
                      <a:pt x="6974" y="370"/>
                      <a:pt x="6743" y="535"/>
                      <a:pt x="6670" y="788"/>
                    </a:cubicBezTo>
                    <a:lnTo>
                      <a:pt x="6521" y="1315"/>
                    </a:lnTo>
                    <a:lnTo>
                      <a:pt x="7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276385" y="2403013"/>
                <a:ext cx="521691" cy="516547"/>
              </a:xfrm>
              <a:custGeom>
                <a:rect b="b" l="l" r="r" t="t"/>
                <a:pathLst>
                  <a:path extrusionOk="0" h="21690" w="21906">
                    <a:moveTo>
                      <a:pt x="14479" y="1"/>
                    </a:moveTo>
                    <a:cubicBezTo>
                      <a:pt x="14257" y="100"/>
                      <a:pt x="13987" y="173"/>
                      <a:pt x="13687" y="225"/>
                    </a:cubicBezTo>
                    <a:lnTo>
                      <a:pt x="12627" y="2513"/>
                    </a:lnTo>
                    <a:cubicBezTo>
                      <a:pt x="12197" y="3438"/>
                      <a:pt x="11272" y="4031"/>
                      <a:pt x="10251" y="4031"/>
                    </a:cubicBezTo>
                    <a:lnTo>
                      <a:pt x="1" y="4031"/>
                    </a:lnTo>
                    <a:cubicBezTo>
                      <a:pt x="90" y="4182"/>
                      <a:pt x="179" y="4331"/>
                      <a:pt x="268" y="4485"/>
                    </a:cubicBezTo>
                    <a:cubicBezTo>
                      <a:pt x="401" y="4714"/>
                      <a:pt x="539" y="4949"/>
                      <a:pt x="675" y="5184"/>
                    </a:cubicBezTo>
                    <a:lnTo>
                      <a:pt x="10732" y="5184"/>
                    </a:lnTo>
                    <a:cubicBezTo>
                      <a:pt x="11040" y="5184"/>
                      <a:pt x="11243" y="5503"/>
                      <a:pt x="11115" y="5782"/>
                    </a:cubicBezTo>
                    <a:lnTo>
                      <a:pt x="5890" y="17074"/>
                    </a:lnTo>
                    <a:lnTo>
                      <a:pt x="5890" y="17076"/>
                    </a:lnTo>
                    <a:lnTo>
                      <a:pt x="5130" y="18716"/>
                    </a:lnTo>
                    <a:cubicBezTo>
                      <a:pt x="5519" y="18794"/>
                      <a:pt x="5875" y="18964"/>
                      <a:pt x="6175" y="19202"/>
                    </a:cubicBezTo>
                    <a:lnTo>
                      <a:pt x="6404" y="18711"/>
                    </a:lnTo>
                    <a:lnTo>
                      <a:pt x="6405" y="18706"/>
                    </a:lnTo>
                    <a:lnTo>
                      <a:pt x="11945" y="6740"/>
                    </a:lnTo>
                    <a:cubicBezTo>
                      <a:pt x="12029" y="6558"/>
                      <a:pt x="12202" y="6465"/>
                      <a:pt x="12376" y="6465"/>
                    </a:cubicBezTo>
                    <a:cubicBezTo>
                      <a:pt x="12538" y="6465"/>
                      <a:pt x="12701" y="6547"/>
                      <a:pt x="12791" y="6712"/>
                    </a:cubicBezTo>
                    <a:lnTo>
                      <a:pt x="15317" y="11313"/>
                    </a:lnTo>
                    <a:lnTo>
                      <a:pt x="15906" y="12383"/>
                    </a:lnTo>
                    <a:lnTo>
                      <a:pt x="16141" y="12809"/>
                    </a:lnTo>
                    <a:lnTo>
                      <a:pt x="19967" y="19781"/>
                    </a:lnTo>
                    <a:cubicBezTo>
                      <a:pt x="20140" y="20097"/>
                      <a:pt x="19912" y="20481"/>
                      <a:pt x="19554" y="20483"/>
                    </a:cubicBezTo>
                    <a:lnTo>
                      <a:pt x="11645" y="20518"/>
                    </a:lnTo>
                    <a:lnTo>
                      <a:pt x="11157" y="20520"/>
                    </a:lnTo>
                    <a:lnTo>
                      <a:pt x="9938" y="20526"/>
                    </a:lnTo>
                    <a:lnTo>
                      <a:pt x="7062" y="20538"/>
                    </a:lnTo>
                    <a:lnTo>
                      <a:pt x="7034" y="20538"/>
                    </a:lnTo>
                    <a:cubicBezTo>
                      <a:pt x="7081" y="20726"/>
                      <a:pt x="7109" y="20923"/>
                      <a:pt x="7109" y="21126"/>
                    </a:cubicBezTo>
                    <a:cubicBezTo>
                      <a:pt x="7109" y="21320"/>
                      <a:pt x="7084" y="21508"/>
                      <a:pt x="7041" y="21690"/>
                    </a:cubicBezTo>
                    <a:lnTo>
                      <a:pt x="7540" y="21688"/>
                    </a:lnTo>
                    <a:lnTo>
                      <a:pt x="9943" y="21679"/>
                    </a:lnTo>
                    <a:lnTo>
                      <a:pt x="11165" y="21672"/>
                    </a:lnTo>
                    <a:lnTo>
                      <a:pt x="11653" y="21670"/>
                    </a:lnTo>
                    <a:lnTo>
                      <a:pt x="19865" y="21633"/>
                    </a:lnTo>
                    <a:lnTo>
                      <a:pt x="20487" y="21632"/>
                    </a:lnTo>
                    <a:lnTo>
                      <a:pt x="21327" y="21628"/>
                    </a:lnTo>
                    <a:cubicBezTo>
                      <a:pt x="21370" y="21628"/>
                      <a:pt x="21412" y="21622"/>
                      <a:pt x="21456" y="21612"/>
                    </a:cubicBezTo>
                    <a:cubicBezTo>
                      <a:pt x="21468" y="21609"/>
                      <a:pt x="21477" y="21604"/>
                      <a:pt x="21490" y="21601"/>
                    </a:cubicBezTo>
                    <a:cubicBezTo>
                      <a:pt x="21523" y="21591"/>
                      <a:pt x="21553" y="21580"/>
                      <a:pt x="21583" y="21565"/>
                    </a:cubicBezTo>
                    <a:cubicBezTo>
                      <a:pt x="21589" y="21560"/>
                      <a:pt x="21596" y="21560"/>
                      <a:pt x="21604" y="21557"/>
                    </a:cubicBezTo>
                    <a:cubicBezTo>
                      <a:pt x="21612" y="21552"/>
                      <a:pt x="21618" y="21547"/>
                      <a:pt x="21626" y="21542"/>
                    </a:cubicBezTo>
                    <a:cubicBezTo>
                      <a:pt x="21644" y="21533"/>
                      <a:pt x="21660" y="21520"/>
                      <a:pt x="21677" y="21508"/>
                    </a:cubicBezTo>
                    <a:cubicBezTo>
                      <a:pt x="21691" y="21495"/>
                      <a:pt x="21704" y="21486"/>
                      <a:pt x="21719" y="21474"/>
                    </a:cubicBezTo>
                    <a:cubicBezTo>
                      <a:pt x="21733" y="21461"/>
                      <a:pt x="21745" y="21447"/>
                      <a:pt x="21758" y="21434"/>
                    </a:cubicBezTo>
                    <a:cubicBezTo>
                      <a:pt x="21769" y="21419"/>
                      <a:pt x="21782" y="21405"/>
                      <a:pt x="21793" y="21388"/>
                    </a:cubicBezTo>
                    <a:cubicBezTo>
                      <a:pt x="21805" y="21374"/>
                      <a:pt x="21814" y="21358"/>
                      <a:pt x="21824" y="21341"/>
                    </a:cubicBezTo>
                    <a:cubicBezTo>
                      <a:pt x="21834" y="21325"/>
                      <a:pt x="21842" y="21309"/>
                      <a:pt x="21850" y="21293"/>
                    </a:cubicBezTo>
                    <a:cubicBezTo>
                      <a:pt x="21858" y="21275"/>
                      <a:pt x="21865" y="21259"/>
                      <a:pt x="21871" y="21241"/>
                    </a:cubicBezTo>
                    <a:cubicBezTo>
                      <a:pt x="21878" y="21225"/>
                      <a:pt x="21882" y="21207"/>
                      <a:pt x="21887" y="21187"/>
                    </a:cubicBezTo>
                    <a:cubicBezTo>
                      <a:pt x="21891" y="21170"/>
                      <a:pt x="21895" y="21152"/>
                      <a:pt x="21897" y="21134"/>
                    </a:cubicBezTo>
                    <a:cubicBezTo>
                      <a:pt x="21899" y="21113"/>
                      <a:pt x="21902" y="21093"/>
                      <a:pt x="21904" y="21074"/>
                    </a:cubicBezTo>
                    <a:cubicBezTo>
                      <a:pt x="21904" y="21066"/>
                      <a:pt x="21905" y="21056"/>
                      <a:pt x="21905" y="21048"/>
                    </a:cubicBezTo>
                    <a:cubicBezTo>
                      <a:pt x="21897" y="21037"/>
                      <a:pt x="21895" y="21029"/>
                      <a:pt x="21895" y="21017"/>
                    </a:cubicBezTo>
                    <a:cubicBezTo>
                      <a:pt x="21895" y="20998"/>
                      <a:pt x="21891" y="20977"/>
                      <a:pt x="21889" y="20957"/>
                    </a:cubicBezTo>
                    <a:cubicBezTo>
                      <a:pt x="21887" y="20940"/>
                      <a:pt x="21882" y="20920"/>
                      <a:pt x="21878" y="20902"/>
                    </a:cubicBezTo>
                    <a:cubicBezTo>
                      <a:pt x="21873" y="20884"/>
                      <a:pt x="21866" y="20868"/>
                      <a:pt x="21861" y="20852"/>
                    </a:cubicBezTo>
                    <a:cubicBezTo>
                      <a:pt x="21853" y="20831"/>
                      <a:pt x="21845" y="20813"/>
                      <a:pt x="21837" y="20794"/>
                    </a:cubicBezTo>
                    <a:cubicBezTo>
                      <a:pt x="21832" y="20786"/>
                      <a:pt x="21831" y="20777"/>
                      <a:pt x="21826" y="20769"/>
                    </a:cubicBezTo>
                    <a:lnTo>
                      <a:pt x="21372" y="19944"/>
                    </a:lnTo>
                    <a:lnTo>
                      <a:pt x="21080" y="19413"/>
                    </a:lnTo>
                    <a:lnTo>
                      <a:pt x="17140" y="12238"/>
                    </a:lnTo>
                    <a:lnTo>
                      <a:pt x="16905" y="11810"/>
                    </a:lnTo>
                    <a:lnTo>
                      <a:pt x="16320" y="10742"/>
                    </a:lnTo>
                    <a:lnTo>
                      <a:pt x="13379" y="5385"/>
                    </a:lnTo>
                    <a:cubicBezTo>
                      <a:pt x="13103" y="4882"/>
                      <a:pt x="13081" y="4276"/>
                      <a:pt x="13322" y="3756"/>
                    </a:cubicBezTo>
                    <a:lnTo>
                      <a:pt x="14953" y="233"/>
                    </a:lnTo>
                    <a:cubicBezTo>
                      <a:pt x="14782" y="171"/>
                      <a:pt x="14622" y="93"/>
                      <a:pt x="144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123183" y="2053981"/>
                <a:ext cx="8145" cy="4834"/>
              </a:xfrm>
              <a:custGeom>
                <a:rect b="b" l="l" r="r" t="t"/>
                <a:pathLst>
                  <a:path extrusionOk="0" h="203" w="342">
                    <a:moveTo>
                      <a:pt x="0" y="0"/>
                    </a:moveTo>
                    <a:lnTo>
                      <a:pt x="0" y="0"/>
                    </a:lnTo>
                    <a:cubicBezTo>
                      <a:pt x="115" y="65"/>
                      <a:pt x="230" y="131"/>
                      <a:pt x="342" y="202"/>
                    </a:cubicBezTo>
                    <a:cubicBezTo>
                      <a:pt x="230" y="130"/>
                      <a:pt x="115" y="65"/>
                      <a:pt x="0"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120230" y="2007422"/>
                <a:ext cx="18790" cy="51393"/>
              </a:xfrm>
              <a:custGeom>
                <a:rect b="b" l="l" r="r" t="t"/>
                <a:pathLst>
                  <a:path extrusionOk="0" h="2158" w="789">
                    <a:moveTo>
                      <a:pt x="524" y="0"/>
                    </a:moveTo>
                    <a:cubicBezTo>
                      <a:pt x="487" y="33"/>
                      <a:pt x="449" y="64"/>
                      <a:pt x="409" y="94"/>
                    </a:cubicBezTo>
                    <a:cubicBezTo>
                      <a:pt x="409" y="115"/>
                      <a:pt x="407" y="137"/>
                      <a:pt x="406" y="159"/>
                    </a:cubicBezTo>
                    <a:lnTo>
                      <a:pt x="406" y="164"/>
                    </a:lnTo>
                    <a:cubicBezTo>
                      <a:pt x="399" y="239"/>
                      <a:pt x="391" y="320"/>
                      <a:pt x="381" y="402"/>
                    </a:cubicBezTo>
                    <a:lnTo>
                      <a:pt x="381" y="407"/>
                    </a:lnTo>
                    <a:cubicBezTo>
                      <a:pt x="326" y="833"/>
                      <a:pt x="198" y="1371"/>
                      <a:pt x="0" y="1882"/>
                    </a:cubicBezTo>
                    <a:cubicBezTo>
                      <a:pt x="43" y="1903"/>
                      <a:pt x="81" y="1932"/>
                      <a:pt x="124" y="1955"/>
                    </a:cubicBezTo>
                    <a:cubicBezTo>
                      <a:pt x="239" y="2020"/>
                      <a:pt x="354" y="2086"/>
                      <a:pt x="466" y="2157"/>
                    </a:cubicBezTo>
                    <a:cubicBezTo>
                      <a:pt x="650" y="1495"/>
                      <a:pt x="788" y="605"/>
                      <a:pt x="524" y="0"/>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27304" y="2055076"/>
                <a:ext cx="8883" cy="5620"/>
              </a:xfrm>
              <a:custGeom>
                <a:rect b="b" l="l" r="r" t="t"/>
                <a:pathLst>
                  <a:path extrusionOk="0" h="236" w="373">
                    <a:moveTo>
                      <a:pt x="312" y="1"/>
                    </a:moveTo>
                    <a:cubicBezTo>
                      <a:pt x="259" y="1"/>
                      <a:pt x="1" y="195"/>
                      <a:pt x="55" y="229"/>
                    </a:cubicBezTo>
                    <a:cubicBezTo>
                      <a:pt x="62" y="234"/>
                      <a:pt x="71" y="236"/>
                      <a:pt x="82" y="236"/>
                    </a:cubicBezTo>
                    <a:cubicBezTo>
                      <a:pt x="171" y="236"/>
                      <a:pt x="373" y="102"/>
                      <a:pt x="321" y="4"/>
                    </a:cubicBezTo>
                    <a:cubicBezTo>
                      <a:pt x="319" y="2"/>
                      <a:pt x="316" y="1"/>
                      <a:pt x="312" y="1"/>
                    </a:cubicBezTo>
                    <a:close/>
                  </a:path>
                </a:pathLst>
              </a:custGeom>
              <a:solidFill>
                <a:srgbClr val="632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73981" y="2006113"/>
                <a:ext cx="3477" cy="1715"/>
              </a:xfrm>
              <a:custGeom>
                <a:rect b="b" l="l" r="r" t="t"/>
                <a:pathLst>
                  <a:path extrusionOk="0" h="72" w="146">
                    <a:moveTo>
                      <a:pt x="1" y="0"/>
                    </a:moveTo>
                    <a:cubicBezTo>
                      <a:pt x="17" y="18"/>
                      <a:pt x="32" y="36"/>
                      <a:pt x="50" y="55"/>
                    </a:cubicBezTo>
                    <a:cubicBezTo>
                      <a:pt x="62" y="67"/>
                      <a:pt x="75" y="72"/>
                      <a:pt x="92" y="72"/>
                    </a:cubicBezTo>
                    <a:cubicBezTo>
                      <a:pt x="108" y="72"/>
                      <a:pt x="124" y="65"/>
                      <a:pt x="137" y="52"/>
                    </a:cubicBezTo>
                    <a:cubicBezTo>
                      <a:pt x="144" y="47"/>
                      <a:pt x="144" y="39"/>
                      <a:pt x="145" y="33"/>
                    </a:cubicBezTo>
                    <a:lnTo>
                      <a:pt x="1" y="0"/>
                    </a:ln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64360" y="1977011"/>
                <a:ext cx="6692" cy="24577"/>
              </a:xfrm>
              <a:custGeom>
                <a:rect b="b" l="l" r="r" t="t"/>
                <a:pathLst>
                  <a:path extrusionOk="0" h="1032" w="281">
                    <a:moveTo>
                      <a:pt x="199" y="0"/>
                    </a:moveTo>
                    <a:lnTo>
                      <a:pt x="65" y="34"/>
                    </a:lnTo>
                    <a:cubicBezTo>
                      <a:pt x="0" y="372"/>
                      <a:pt x="71" y="732"/>
                      <a:pt x="253" y="1024"/>
                    </a:cubicBezTo>
                    <a:lnTo>
                      <a:pt x="253" y="1024"/>
                    </a:lnTo>
                    <a:cubicBezTo>
                      <a:pt x="248" y="1016"/>
                      <a:pt x="244" y="1006"/>
                      <a:pt x="244" y="995"/>
                    </a:cubicBezTo>
                    <a:cubicBezTo>
                      <a:pt x="251" y="934"/>
                      <a:pt x="262" y="876"/>
                      <a:pt x="280" y="819"/>
                    </a:cubicBezTo>
                    <a:cubicBezTo>
                      <a:pt x="163" y="564"/>
                      <a:pt x="131" y="273"/>
                      <a:pt x="199" y="0"/>
                    </a:cubicBezTo>
                    <a:close/>
                    <a:moveTo>
                      <a:pt x="253" y="1024"/>
                    </a:moveTo>
                    <a:cubicBezTo>
                      <a:pt x="254" y="1026"/>
                      <a:pt x="256" y="1029"/>
                      <a:pt x="257" y="1031"/>
                    </a:cubicBezTo>
                    <a:cubicBezTo>
                      <a:pt x="256" y="1029"/>
                      <a:pt x="254" y="1026"/>
                      <a:pt x="253" y="1024"/>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70671" y="2000349"/>
                <a:ext cx="6978" cy="6525"/>
              </a:xfrm>
              <a:custGeom>
                <a:rect b="b" l="l" r="r" t="t"/>
                <a:pathLst>
                  <a:path extrusionOk="0" h="274" w="293">
                    <a:moveTo>
                      <a:pt x="107" y="1"/>
                    </a:moveTo>
                    <a:cubicBezTo>
                      <a:pt x="107" y="9"/>
                      <a:pt x="106" y="15"/>
                      <a:pt x="104" y="24"/>
                    </a:cubicBezTo>
                    <a:cubicBezTo>
                      <a:pt x="99" y="56"/>
                      <a:pt x="73" y="80"/>
                      <a:pt x="43" y="80"/>
                    </a:cubicBezTo>
                    <a:lnTo>
                      <a:pt x="36" y="80"/>
                    </a:lnTo>
                    <a:cubicBezTo>
                      <a:pt x="23" y="79"/>
                      <a:pt x="9" y="71"/>
                      <a:pt x="1" y="59"/>
                    </a:cubicBezTo>
                    <a:lnTo>
                      <a:pt x="1" y="59"/>
                    </a:lnTo>
                    <a:cubicBezTo>
                      <a:pt x="41" y="124"/>
                      <a:pt x="88" y="186"/>
                      <a:pt x="140" y="241"/>
                    </a:cubicBezTo>
                    <a:lnTo>
                      <a:pt x="284" y="273"/>
                    </a:lnTo>
                    <a:cubicBezTo>
                      <a:pt x="292" y="250"/>
                      <a:pt x="292" y="226"/>
                      <a:pt x="274" y="208"/>
                    </a:cubicBezTo>
                    <a:cubicBezTo>
                      <a:pt x="210" y="145"/>
                      <a:pt x="156" y="75"/>
                      <a:pt x="107" y="1"/>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70528" y="2001516"/>
                <a:ext cx="167" cy="262"/>
              </a:xfrm>
              <a:custGeom>
                <a:rect b="b" l="l" r="r" t="t"/>
                <a:pathLst>
                  <a:path extrusionOk="0" h="11" w="7">
                    <a:moveTo>
                      <a:pt x="0" y="0"/>
                    </a:moveTo>
                    <a:cubicBezTo>
                      <a:pt x="0" y="5"/>
                      <a:pt x="2" y="9"/>
                      <a:pt x="7" y="10"/>
                    </a:cubicBezTo>
                    <a:cubicBezTo>
                      <a:pt x="3" y="7"/>
                      <a:pt x="2" y="5"/>
                      <a:pt x="0"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70933" y="1985393"/>
                <a:ext cx="10264" cy="15027"/>
              </a:xfrm>
              <a:custGeom>
                <a:rect b="b" l="l" r="r" t="t"/>
                <a:pathLst>
                  <a:path extrusionOk="0" h="631" w="431">
                    <a:moveTo>
                      <a:pt x="361" y="0"/>
                    </a:moveTo>
                    <a:cubicBezTo>
                      <a:pt x="351" y="0"/>
                      <a:pt x="340" y="3"/>
                      <a:pt x="330" y="10"/>
                    </a:cubicBezTo>
                    <a:cubicBezTo>
                      <a:pt x="179" y="92"/>
                      <a:pt x="61" y="266"/>
                      <a:pt x="1" y="467"/>
                    </a:cubicBezTo>
                    <a:cubicBezTo>
                      <a:pt x="28" y="524"/>
                      <a:pt x="58" y="579"/>
                      <a:pt x="93" y="630"/>
                    </a:cubicBezTo>
                    <a:cubicBezTo>
                      <a:pt x="121" y="408"/>
                      <a:pt x="241" y="199"/>
                      <a:pt x="390" y="115"/>
                    </a:cubicBezTo>
                    <a:cubicBezTo>
                      <a:pt x="421" y="97"/>
                      <a:pt x="430" y="62"/>
                      <a:pt x="413" y="31"/>
                    </a:cubicBezTo>
                    <a:cubicBezTo>
                      <a:pt x="402" y="12"/>
                      <a:pt x="382" y="0"/>
                      <a:pt x="361"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70171" y="1996539"/>
                <a:ext cx="3025" cy="5763"/>
              </a:xfrm>
              <a:custGeom>
                <a:rect b="b" l="l" r="r" t="t"/>
                <a:pathLst>
                  <a:path extrusionOk="0" h="242" w="127">
                    <a:moveTo>
                      <a:pt x="36" y="0"/>
                    </a:moveTo>
                    <a:cubicBezTo>
                      <a:pt x="20" y="57"/>
                      <a:pt x="7" y="117"/>
                      <a:pt x="0" y="177"/>
                    </a:cubicBezTo>
                    <a:cubicBezTo>
                      <a:pt x="0" y="187"/>
                      <a:pt x="7" y="200"/>
                      <a:pt x="13" y="211"/>
                    </a:cubicBezTo>
                    <a:cubicBezTo>
                      <a:pt x="15" y="216"/>
                      <a:pt x="17" y="218"/>
                      <a:pt x="20" y="222"/>
                    </a:cubicBezTo>
                    <a:cubicBezTo>
                      <a:pt x="30" y="232"/>
                      <a:pt x="41" y="240"/>
                      <a:pt x="56" y="242"/>
                    </a:cubicBezTo>
                    <a:lnTo>
                      <a:pt x="62" y="242"/>
                    </a:lnTo>
                    <a:cubicBezTo>
                      <a:pt x="93" y="242"/>
                      <a:pt x="120" y="218"/>
                      <a:pt x="122" y="187"/>
                    </a:cubicBezTo>
                    <a:cubicBezTo>
                      <a:pt x="122" y="179"/>
                      <a:pt x="125" y="171"/>
                      <a:pt x="127" y="166"/>
                    </a:cubicBezTo>
                    <a:cubicBezTo>
                      <a:pt x="93" y="112"/>
                      <a:pt x="62" y="57"/>
                      <a:pt x="36" y="0"/>
                    </a:cubicBezTo>
                    <a:close/>
                  </a:path>
                </a:pathLst>
              </a:custGeom>
              <a:solidFill>
                <a:srgbClr val="752B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874221" y="1992085"/>
                <a:ext cx="490232" cy="351152"/>
              </a:xfrm>
              <a:custGeom>
                <a:rect b="b" l="l" r="r" t="t"/>
                <a:pathLst>
                  <a:path extrusionOk="0" h="14745" w="20585">
                    <a:moveTo>
                      <a:pt x="12259" y="2589"/>
                    </a:moveTo>
                    <a:cubicBezTo>
                      <a:pt x="12267" y="2589"/>
                      <a:pt x="12275" y="2591"/>
                      <a:pt x="12283" y="2594"/>
                    </a:cubicBezTo>
                    <a:cubicBezTo>
                      <a:pt x="12285" y="2594"/>
                      <a:pt x="12285" y="2597"/>
                      <a:pt x="12285" y="2597"/>
                    </a:cubicBezTo>
                    <a:cubicBezTo>
                      <a:pt x="12311" y="2610"/>
                      <a:pt x="12324" y="2643"/>
                      <a:pt x="12311" y="2670"/>
                    </a:cubicBezTo>
                    <a:cubicBezTo>
                      <a:pt x="12197" y="2921"/>
                      <a:pt x="12037" y="3362"/>
                      <a:pt x="11823" y="4020"/>
                    </a:cubicBezTo>
                    <a:cubicBezTo>
                      <a:pt x="11815" y="4045"/>
                      <a:pt x="11792" y="4061"/>
                      <a:pt x="11768" y="4061"/>
                    </a:cubicBezTo>
                    <a:cubicBezTo>
                      <a:pt x="11761" y="4059"/>
                      <a:pt x="11757" y="4059"/>
                      <a:pt x="11750" y="4057"/>
                    </a:cubicBezTo>
                    <a:cubicBezTo>
                      <a:pt x="11719" y="4048"/>
                      <a:pt x="11703" y="4015"/>
                      <a:pt x="11713" y="3985"/>
                    </a:cubicBezTo>
                    <a:cubicBezTo>
                      <a:pt x="11930" y="3323"/>
                      <a:pt x="12090" y="2878"/>
                      <a:pt x="12206" y="2623"/>
                    </a:cubicBezTo>
                    <a:cubicBezTo>
                      <a:pt x="12216" y="2602"/>
                      <a:pt x="12237" y="2589"/>
                      <a:pt x="12259" y="2589"/>
                    </a:cubicBezTo>
                    <a:close/>
                    <a:moveTo>
                      <a:pt x="15116" y="0"/>
                    </a:moveTo>
                    <a:cubicBezTo>
                      <a:pt x="14476" y="0"/>
                      <a:pt x="13976" y="58"/>
                      <a:pt x="13641" y="153"/>
                    </a:cubicBezTo>
                    <a:cubicBezTo>
                      <a:pt x="13573" y="174"/>
                      <a:pt x="13510" y="194"/>
                      <a:pt x="13453" y="218"/>
                    </a:cubicBezTo>
                    <a:cubicBezTo>
                      <a:pt x="13431" y="228"/>
                      <a:pt x="13410" y="243"/>
                      <a:pt x="13387" y="252"/>
                    </a:cubicBezTo>
                    <a:cubicBezTo>
                      <a:pt x="13350" y="272"/>
                      <a:pt x="13314" y="290"/>
                      <a:pt x="13280" y="312"/>
                    </a:cubicBezTo>
                    <a:cubicBezTo>
                      <a:pt x="13251" y="330"/>
                      <a:pt x="13223" y="353"/>
                      <a:pt x="13194" y="372"/>
                    </a:cubicBezTo>
                    <a:cubicBezTo>
                      <a:pt x="13162" y="395"/>
                      <a:pt x="13131" y="419"/>
                      <a:pt x="13102" y="443"/>
                    </a:cubicBezTo>
                    <a:cubicBezTo>
                      <a:pt x="13073" y="465"/>
                      <a:pt x="13047" y="492"/>
                      <a:pt x="13017" y="516"/>
                    </a:cubicBezTo>
                    <a:cubicBezTo>
                      <a:pt x="12985" y="546"/>
                      <a:pt x="12953" y="576"/>
                      <a:pt x="12920" y="609"/>
                    </a:cubicBezTo>
                    <a:cubicBezTo>
                      <a:pt x="12896" y="636"/>
                      <a:pt x="12872" y="662"/>
                      <a:pt x="12846" y="688"/>
                    </a:cubicBezTo>
                    <a:cubicBezTo>
                      <a:pt x="12808" y="729"/>
                      <a:pt x="12774" y="769"/>
                      <a:pt x="12739" y="813"/>
                    </a:cubicBezTo>
                    <a:cubicBezTo>
                      <a:pt x="12718" y="837"/>
                      <a:pt x="12700" y="860"/>
                      <a:pt x="12680" y="884"/>
                    </a:cubicBezTo>
                    <a:cubicBezTo>
                      <a:pt x="12633" y="946"/>
                      <a:pt x="12585" y="1011"/>
                      <a:pt x="12539" y="1076"/>
                    </a:cubicBezTo>
                    <a:cubicBezTo>
                      <a:pt x="12534" y="1084"/>
                      <a:pt x="12528" y="1092"/>
                      <a:pt x="12522" y="1101"/>
                    </a:cubicBezTo>
                    <a:cubicBezTo>
                      <a:pt x="12074" y="1758"/>
                      <a:pt x="11721" y="2615"/>
                      <a:pt x="11619" y="3218"/>
                    </a:cubicBezTo>
                    <a:cubicBezTo>
                      <a:pt x="11614" y="3246"/>
                      <a:pt x="11611" y="3270"/>
                      <a:pt x="11607" y="3296"/>
                    </a:cubicBezTo>
                    <a:cubicBezTo>
                      <a:pt x="11580" y="3497"/>
                      <a:pt x="11580" y="3667"/>
                      <a:pt x="11619" y="3782"/>
                    </a:cubicBezTo>
                    <a:cubicBezTo>
                      <a:pt x="11654" y="3889"/>
                      <a:pt x="11695" y="3994"/>
                      <a:pt x="11734" y="4098"/>
                    </a:cubicBezTo>
                    <a:cubicBezTo>
                      <a:pt x="11040" y="6223"/>
                      <a:pt x="10026" y="9756"/>
                      <a:pt x="9384" y="11378"/>
                    </a:cubicBezTo>
                    <a:cubicBezTo>
                      <a:pt x="9390" y="11381"/>
                      <a:pt x="9395" y="11381"/>
                      <a:pt x="9400" y="11384"/>
                    </a:cubicBezTo>
                    <a:cubicBezTo>
                      <a:pt x="9418" y="11399"/>
                      <a:pt x="9433" y="11417"/>
                      <a:pt x="9450" y="11433"/>
                    </a:cubicBezTo>
                    <a:cubicBezTo>
                      <a:pt x="9629" y="11597"/>
                      <a:pt x="9779" y="11790"/>
                      <a:pt x="9886" y="12005"/>
                    </a:cubicBezTo>
                    <a:cubicBezTo>
                      <a:pt x="9909" y="12047"/>
                      <a:pt x="9922" y="12093"/>
                      <a:pt x="9941" y="12138"/>
                    </a:cubicBezTo>
                    <a:cubicBezTo>
                      <a:pt x="9958" y="12177"/>
                      <a:pt x="9975" y="12216"/>
                      <a:pt x="9988" y="12253"/>
                    </a:cubicBezTo>
                    <a:cubicBezTo>
                      <a:pt x="10000" y="12284"/>
                      <a:pt x="9984" y="12316"/>
                      <a:pt x="9953" y="12326"/>
                    </a:cubicBezTo>
                    <a:cubicBezTo>
                      <a:pt x="9946" y="12329"/>
                      <a:pt x="9940" y="12331"/>
                      <a:pt x="9935" y="12331"/>
                    </a:cubicBezTo>
                    <a:cubicBezTo>
                      <a:pt x="9911" y="12331"/>
                      <a:pt x="9888" y="12315"/>
                      <a:pt x="9880" y="12292"/>
                    </a:cubicBezTo>
                    <a:cubicBezTo>
                      <a:pt x="9864" y="12242"/>
                      <a:pt x="9841" y="12195"/>
                      <a:pt x="9820" y="12146"/>
                    </a:cubicBezTo>
                    <a:cubicBezTo>
                      <a:pt x="9817" y="12144"/>
                      <a:pt x="9817" y="12140"/>
                      <a:pt x="9815" y="12138"/>
                    </a:cubicBezTo>
                    <a:cubicBezTo>
                      <a:pt x="9708" y="11893"/>
                      <a:pt x="9548" y="11673"/>
                      <a:pt x="9345" y="11495"/>
                    </a:cubicBezTo>
                    <a:cubicBezTo>
                      <a:pt x="9337" y="11488"/>
                      <a:pt x="9330" y="11480"/>
                      <a:pt x="9326" y="11474"/>
                    </a:cubicBezTo>
                    <a:cubicBezTo>
                      <a:pt x="9318" y="11465"/>
                      <a:pt x="9313" y="11456"/>
                      <a:pt x="9311" y="11446"/>
                    </a:cubicBezTo>
                    <a:cubicBezTo>
                      <a:pt x="7998" y="11600"/>
                      <a:pt x="2367" y="12729"/>
                      <a:pt x="610" y="12934"/>
                    </a:cubicBezTo>
                    <a:cubicBezTo>
                      <a:pt x="0" y="13005"/>
                      <a:pt x="124" y="14705"/>
                      <a:pt x="987" y="14744"/>
                    </a:cubicBezTo>
                    <a:lnTo>
                      <a:pt x="1046" y="14744"/>
                    </a:lnTo>
                    <a:cubicBezTo>
                      <a:pt x="1055" y="14744"/>
                      <a:pt x="1064" y="14744"/>
                      <a:pt x="1074" y="14744"/>
                    </a:cubicBezTo>
                    <a:cubicBezTo>
                      <a:pt x="2118" y="14744"/>
                      <a:pt x="8247" y="14238"/>
                      <a:pt x="10428" y="13848"/>
                    </a:cubicBezTo>
                    <a:cubicBezTo>
                      <a:pt x="10776" y="13785"/>
                      <a:pt x="11027" y="13726"/>
                      <a:pt x="11134" y="13671"/>
                    </a:cubicBezTo>
                    <a:cubicBezTo>
                      <a:pt x="11248" y="13635"/>
                      <a:pt x="11377" y="13540"/>
                      <a:pt x="11522" y="13399"/>
                    </a:cubicBezTo>
                    <a:cubicBezTo>
                      <a:pt x="12397" y="12540"/>
                      <a:pt x="13761" y="9918"/>
                      <a:pt x="14669" y="7526"/>
                    </a:cubicBezTo>
                    <a:lnTo>
                      <a:pt x="14667" y="7526"/>
                    </a:lnTo>
                    <a:cubicBezTo>
                      <a:pt x="14651" y="7519"/>
                      <a:pt x="14641" y="7505"/>
                      <a:pt x="14636" y="7488"/>
                    </a:cubicBezTo>
                    <a:cubicBezTo>
                      <a:pt x="14633" y="7477"/>
                      <a:pt x="14630" y="7462"/>
                      <a:pt x="14636" y="7451"/>
                    </a:cubicBezTo>
                    <a:cubicBezTo>
                      <a:pt x="15157" y="6189"/>
                      <a:pt x="15487" y="4779"/>
                      <a:pt x="15534" y="4092"/>
                    </a:cubicBezTo>
                    <a:cubicBezTo>
                      <a:pt x="15536" y="4063"/>
                      <a:pt x="15562" y="4039"/>
                      <a:pt x="15588" y="4039"/>
                    </a:cubicBezTo>
                    <a:cubicBezTo>
                      <a:pt x="15589" y="4039"/>
                      <a:pt x="15591" y="4039"/>
                      <a:pt x="15593" y="4040"/>
                    </a:cubicBezTo>
                    <a:lnTo>
                      <a:pt x="15594" y="4040"/>
                    </a:lnTo>
                    <a:cubicBezTo>
                      <a:pt x="15627" y="4041"/>
                      <a:pt x="15651" y="4069"/>
                      <a:pt x="15648" y="4100"/>
                    </a:cubicBezTo>
                    <a:cubicBezTo>
                      <a:pt x="15593" y="4918"/>
                      <a:pt x="15202" y="6378"/>
                      <a:pt x="14742" y="7495"/>
                    </a:cubicBezTo>
                    <a:cubicBezTo>
                      <a:pt x="14734" y="7513"/>
                      <a:pt x="14717" y="7524"/>
                      <a:pt x="14700" y="7527"/>
                    </a:cubicBezTo>
                    <a:cubicBezTo>
                      <a:pt x="15025" y="7722"/>
                      <a:pt x="15356" y="7890"/>
                      <a:pt x="15683" y="8038"/>
                    </a:cubicBezTo>
                    <a:cubicBezTo>
                      <a:pt x="16111" y="8231"/>
                      <a:pt x="16534" y="8386"/>
                      <a:pt x="16936" y="8516"/>
                    </a:cubicBezTo>
                    <a:cubicBezTo>
                      <a:pt x="18639" y="6249"/>
                      <a:pt x="19892" y="3638"/>
                      <a:pt x="20584" y="888"/>
                    </a:cubicBezTo>
                    <a:cubicBezTo>
                      <a:pt x="18327" y="241"/>
                      <a:pt x="16428" y="0"/>
                      <a:pt x="15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299938" y="2201372"/>
                <a:ext cx="35103" cy="8550"/>
              </a:xfrm>
              <a:custGeom>
                <a:rect b="b" l="l" r="r" t="t"/>
                <a:pathLst>
                  <a:path extrusionOk="0" h="359" w="1474">
                    <a:moveTo>
                      <a:pt x="0" y="0"/>
                    </a:moveTo>
                    <a:cubicBezTo>
                      <a:pt x="655" y="167"/>
                      <a:pt x="1183" y="269"/>
                      <a:pt x="1473" y="358"/>
                    </a:cubicBezTo>
                    <a:cubicBezTo>
                      <a:pt x="1183" y="268"/>
                      <a:pt x="655" y="165"/>
                      <a:pt x="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356475" y="2054695"/>
                <a:ext cx="293234" cy="190377"/>
              </a:xfrm>
              <a:custGeom>
                <a:rect b="b" l="l" r="r" t="t"/>
                <a:pathLst>
                  <a:path extrusionOk="0" h="7994" w="12313">
                    <a:moveTo>
                      <a:pt x="4841" y="1"/>
                    </a:moveTo>
                    <a:cubicBezTo>
                      <a:pt x="3908" y="2727"/>
                      <a:pt x="2227" y="5175"/>
                      <a:pt x="0" y="6999"/>
                    </a:cubicBezTo>
                    <a:cubicBezTo>
                      <a:pt x="689" y="7391"/>
                      <a:pt x="1299" y="7717"/>
                      <a:pt x="1838" y="7994"/>
                    </a:cubicBezTo>
                    <a:cubicBezTo>
                      <a:pt x="2571" y="7812"/>
                      <a:pt x="3302" y="7640"/>
                      <a:pt x="4021" y="7488"/>
                    </a:cubicBezTo>
                    <a:cubicBezTo>
                      <a:pt x="7175" y="6807"/>
                      <a:pt x="10113" y="6398"/>
                      <a:pt x="11990" y="6398"/>
                    </a:cubicBezTo>
                    <a:cubicBezTo>
                      <a:pt x="12101" y="6398"/>
                      <a:pt x="12209" y="6399"/>
                      <a:pt x="12312" y="6402"/>
                    </a:cubicBezTo>
                    <a:cubicBezTo>
                      <a:pt x="11338" y="4500"/>
                      <a:pt x="8447" y="1840"/>
                      <a:pt x="48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337637" y="2210731"/>
                <a:ext cx="4263" cy="2310"/>
              </a:xfrm>
              <a:custGeom>
                <a:rect b="b" l="l" r="r" t="t"/>
                <a:pathLst>
                  <a:path extrusionOk="0" h="97" w="179">
                    <a:moveTo>
                      <a:pt x="1" y="1"/>
                    </a:moveTo>
                    <a:cubicBezTo>
                      <a:pt x="19" y="9"/>
                      <a:pt x="36" y="17"/>
                      <a:pt x="51" y="23"/>
                    </a:cubicBezTo>
                    <a:lnTo>
                      <a:pt x="51" y="23"/>
                    </a:lnTo>
                    <a:cubicBezTo>
                      <a:pt x="36" y="16"/>
                      <a:pt x="20" y="9"/>
                      <a:pt x="1" y="1"/>
                    </a:cubicBezTo>
                    <a:close/>
                    <a:moveTo>
                      <a:pt x="51" y="23"/>
                    </a:moveTo>
                    <a:lnTo>
                      <a:pt x="51" y="23"/>
                    </a:lnTo>
                    <a:cubicBezTo>
                      <a:pt x="59" y="27"/>
                      <a:pt x="67" y="31"/>
                      <a:pt x="73" y="35"/>
                    </a:cubicBezTo>
                    <a:cubicBezTo>
                      <a:pt x="83" y="40"/>
                      <a:pt x="93" y="46"/>
                      <a:pt x="102" y="51"/>
                    </a:cubicBezTo>
                    <a:lnTo>
                      <a:pt x="102" y="51"/>
                    </a:lnTo>
                    <a:cubicBezTo>
                      <a:pt x="94" y="46"/>
                      <a:pt x="85" y="41"/>
                      <a:pt x="77" y="35"/>
                    </a:cubicBezTo>
                    <a:cubicBezTo>
                      <a:pt x="69" y="31"/>
                      <a:pt x="60" y="27"/>
                      <a:pt x="51" y="23"/>
                    </a:cubicBezTo>
                    <a:close/>
                    <a:moveTo>
                      <a:pt x="102" y="51"/>
                    </a:moveTo>
                    <a:cubicBezTo>
                      <a:pt x="128" y="67"/>
                      <a:pt x="153" y="81"/>
                      <a:pt x="179" y="97"/>
                    </a:cubicBezTo>
                    <a:cubicBezTo>
                      <a:pt x="152" y="80"/>
                      <a:pt x="128" y="66"/>
                      <a:pt x="102" y="5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994630" y="1884180"/>
                <a:ext cx="2429" cy="2763"/>
              </a:xfrm>
              <a:custGeom>
                <a:rect b="b" l="l" r="r" t="t"/>
                <a:pathLst>
                  <a:path extrusionOk="0" h="116" w="102">
                    <a:moveTo>
                      <a:pt x="101" y="1"/>
                    </a:moveTo>
                    <a:cubicBezTo>
                      <a:pt x="78" y="28"/>
                      <a:pt x="55" y="55"/>
                      <a:pt x="32" y="81"/>
                    </a:cubicBezTo>
                    <a:lnTo>
                      <a:pt x="32" y="81"/>
                    </a:lnTo>
                    <a:cubicBezTo>
                      <a:pt x="35" y="78"/>
                      <a:pt x="38" y="74"/>
                      <a:pt x="41" y="70"/>
                    </a:cubicBezTo>
                    <a:cubicBezTo>
                      <a:pt x="64" y="48"/>
                      <a:pt x="82" y="23"/>
                      <a:pt x="101" y="1"/>
                    </a:cubicBezTo>
                    <a:close/>
                    <a:moveTo>
                      <a:pt x="32" y="81"/>
                    </a:moveTo>
                    <a:cubicBezTo>
                      <a:pt x="21" y="93"/>
                      <a:pt x="12" y="103"/>
                      <a:pt x="1" y="116"/>
                    </a:cubicBezTo>
                    <a:cubicBezTo>
                      <a:pt x="11" y="104"/>
                      <a:pt x="21" y="93"/>
                      <a:pt x="32" y="8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999607" y="1878369"/>
                <a:ext cx="3001" cy="3167"/>
              </a:xfrm>
              <a:custGeom>
                <a:rect b="b" l="l" r="r" t="t"/>
                <a:pathLst>
                  <a:path extrusionOk="0" h="133" w="126">
                    <a:moveTo>
                      <a:pt x="126" y="0"/>
                    </a:moveTo>
                    <a:lnTo>
                      <a:pt x="126" y="0"/>
                    </a:lnTo>
                    <a:cubicBezTo>
                      <a:pt x="119" y="6"/>
                      <a:pt x="112" y="13"/>
                      <a:pt x="105" y="20"/>
                    </a:cubicBezTo>
                    <a:lnTo>
                      <a:pt x="105" y="20"/>
                    </a:lnTo>
                    <a:cubicBezTo>
                      <a:pt x="112" y="14"/>
                      <a:pt x="119" y="7"/>
                      <a:pt x="126" y="0"/>
                    </a:cubicBezTo>
                    <a:close/>
                    <a:moveTo>
                      <a:pt x="105" y="20"/>
                    </a:moveTo>
                    <a:cubicBezTo>
                      <a:pt x="70" y="57"/>
                      <a:pt x="35" y="95"/>
                      <a:pt x="1" y="133"/>
                    </a:cubicBezTo>
                    <a:cubicBezTo>
                      <a:pt x="27" y="105"/>
                      <a:pt x="54" y="76"/>
                      <a:pt x="82" y="49"/>
                    </a:cubicBezTo>
                    <a:cubicBezTo>
                      <a:pt x="89" y="39"/>
                      <a:pt x="97" y="30"/>
                      <a:pt x="105"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997487" y="1883370"/>
                <a:ext cx="333" cy="405"/>
              </a:xfrm>
              <a:custGeom>
                <a:rect b="b" l="l" r="r" t="t"/>
                <a:pathLst>
                  <a:path extrusionOk="0" h="17" w="14">
                    <a:moveTo>
                      <a:pt x="14" y="1"/>
                    </a:moveTo>
                    <a:cubicBezTo>
                      <a:pt x="13" y="1"/>
                      <a:pt x="13" y="2"/>
                      <a:pt x="13" y="2"/>
                    </a:cubicBezTo>
                    <a:lnTo>
                      <a:pt x="13" y="2"/>
                    </a:lnTo>
                    <a:cubicBezTo>
                      <a:pt x="13" y="2"/>
                      <a:pt x="14" y="1"/>
                      <a:pt x="14" y="1"/>
                    </a:cubicBezTo>
                    <a:close/>
                    <a:moveTo>
                      <a:pt x="13" y="2"/>
                    </a:moveTo>
                    <a:lnTo>
                      <a:pt x="13" y="2"/>
                    </a:lnTo>
                    <a:cubicBezTo>
                      <a:pt x="13" y="2"/>
                      <a:pt x="12" y="2"/>
                      <a:pt x="12" y="2"/>
                    </a:cubicBezTo>
                    <a:cubicBezTo>
                      <a:pt x="11" y="4"/>
                      <a:pt x="11" y="5"/>
                      <a:pt x="10" y="6"/>
                    </a:cubicBezTo>
                    <a:lnTo>
                      <a:pt x="10" y="6"/>
                    </a:lnTo>
                    <a:cubicBezTo>
                      <a:pt x="11" y="5"/>
                      <a:pt x="12" y="4"/>
                      <a:pt x="13" y="2"/>
                    </a:cubicBezTo>
                    <a:close/>
                    <a:moveTo>
                      <a:pt x="10" y="6"/>
                    </a:moveTo>
                    <a:cubicBezTo>
                      <a:pt x="7" y="10"/>
                      <a:pt x="3" y="13"/>
                      <a:pt x="1" y="17"/>
                    </a:cubicBezTo>
                    <a:cubicBezTo>
                      <a:pt x="3" y="13"/>
                      <a:pt x="7" y="10"/>
                      <a:pt x="10" y="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62" y="1891443"/>
                <a:ext cx="1000" cy="1215"/>
              </a:xfrm>
              <a:custGeom>
                <a:rect b="b" l="l" r="r" t="t"/>
                <a:pathLst>
                  <a:path extrusionOk="0" h="51" w="42">
                    <a:moveTo>
                      <a:pt x="41" y="0"/>
                    </a:moveTo>
                    <a:cubicBezTo>
                      <a:pt x="34" y="8"/>
                      <a:pt x="28" y="16"/>
                      <a:pt x="22" y="24"/>
                    </a:cubicBezTo>
                    <a:lnTo>
                      <a:pt x="22" y="24"/>
                    </a:lnTo>
                    <a:lnTo>
                      <a:pt x="41" y="0"/>
                    </a:lnTo>
                    <a:close/>
                    <a:moveTo>
                      <a:pt x="22" y="24"/>
                    </a:moveTo>
                    <a:lnTo>
                      <a:pt x="17" y="30"/>
                    </a:lnTo>
                    <a:cubicBezTo>
                      <a:pt x="10" y="36"/>
                      <a:pt x="6" y="44"/>
                      <a:pt x="1" y="51"/>
                    </a:cubicBezTo>
                    <a:cubicBezTo>
                      <a:pt x="8" y="42"/>
                      <a:pt x="14" y="33"/>
                      <a:pt x="22" y="2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86223" y="1894635"/>
                <a:ext cx="2120" cy="2739"/>
              </a:xfrm>
              <a:custGeom>
                <a:rect b="b" l="l" r="r" t="t"/>
                <a:pathLst>
                  <a:path extrusionOk="0" h="115" w="89">
                    <a:moveTo>
                      <a:pt x="88" y="1"/>
                    </a:moveTo>
                    <a:lnTo>
                      <a:pt x="41" y="64"/>
                    </a:lnTo>
                    <a:lnTo>
                      <a:pt x="41" y="64"/>
                    </a:lnTo>
                    <a:cubicBezTo>
                      <a:pt x="57" y="43"/>
                      <a:pt x="73" y="22"/>
                      <a:pt x="88" y="1"/>
                    </a:cubicBezTo>
                    <a:close/>
                    <a:moveTo>
                      <a:pt x="41" y="64"/>
                    </a:moveTo>
                    <a:cubicBezTo>
                      <a:pt x="27" y="81"/>
                      <a:pt x="14" y="98"/>
                      <a:pt x="1" y="114"/>
                    </a:cubicBezTo>
                    <a:cubicBezTo>
                      <a:pt x="12" y="101"/>
                      <a:pt x="22" y="88"/>
                      <a:pt x="33" y="74"/>
                    </a:cubicBezTo>
                    <a:lnTo>
                      <a:pt x="41" y="64"/>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970005" y="1919545"/>
                <a:ext cx="2072" cy="3882"/>
              </a:xfrm>
              <a:custGeom>
                <a:rect b="b" l="l" r="r" t="t"/>
                <a:pathLst>
                  <a:path extrusionOk="0" h="163" w="87">
                    <a:moveTo>
                      <a:pt x="87" y="0"/>
                    </a:moveTo>
                    <a:lnTo>
                      <a:pt x="87" y="0"/>
                    </a:lnTo>
                    <a:cubicBezTo>
                      <a:pt x="84" y="5"/>
                      <a:pt x="82" y="9"/>
                      <a:pt x="80" y="13"/>
                    </a:cubicBezTo>
                    <a:lnTo>
                      <a:pt x="80" y="13"/>
                    </a:lnTo>
                    <a:cubicBezTo>
                      <a:pt x="82" y="9"/>
                      <a:pt x="84" y="5"/>
                      <a:pt x="87" y="0"/>
                    </a:cubicBezTo>
                    <a:close/>
                    <a:moveTo>
                      <a:pt x="80" y="13"/>
                    </a:moveTo>
                    <a:cubicBezTo>
                      <a:pt x="79" y="16"/>
                      <a:pt x="78" y="18"/>
                      <a:pt x="76" y="20"/>
                    </a:cubicBezTo>
                    <a:lnTo>
                      <a:pt x="76" y="20"/>
                    </a:lnTo>
                    <a:cubicBezTo>
                      <a:pt x="77" y="20"/>
                      <a:pt x="77" y="20"/>
                      <a:pt x="77" y="20"/>
                    </a:cubicBezTo>
                    <a:cubicBezTo>
                      <a:pt x="78" y="18"/>
                      <a:pt x="79" y="15"/>
                      <a:pt x="80" y="13"/>
                    </a:cubicBezTo>
                    <a:close/>
                    <a:moveTo>
                      <a:pt x="76" y="20"/>
                    </a:moveTo>
                    <a:cubicBezTo>
                      <a:pt x="74" y="22"/>
                      <a:pt x="74" y="23"/>
                      <a:pt x="72" y="28"/>
                    </a:cubicBezTo>
                    <a:cubicBezTo>
                      <a:pt x="48" y="72"/>
                      <a:pt x="24" y="119"/>
                      <a:pt x="1" y="162"/>
                    </a:cubicBezTo>
                    <a:cubicBezTo>
                      <a:pt x="27" y="117"/>
                      <a:pt x="51" y="69"/>
                      <a:pt x="76" y="2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981293" y="1900636"/>
                <a:ext cx="2596" cy="3787"/>
              </a:xfrm>
              <a:custGeom>
                <a:rect b="b" l="l" r="r" t="t"/>
                <a:pathLst>
                  <a:path extrusionOk="0" h="159" w="109">
                    <a:moveTo>
                      <a:pt x="109" y="0"/>
                    </a:moveTo>
                    <a:cubicBezTo>
                      <a:pt x="79" y="40"/>
                      <a:pt x="52" y="80"/>
                      <a:pt x="25" y="120"/>
                    </a:cubicBezTo>
                    <a:lnTo>
                      <a:pt x="25" y="120"/>
                    </a:lnTo>
                    <a:cubicBezTo>
                      <a:pt x="52" y="80"/>
                      <a:pt x="80" y="41"/>
                      <a:pt x="109" y="0"/>
                    </a:cubicBezTo>
                    <a:close/>
                    <a:moveTo>
                      <a:pt x="25" y="120"/>
                    </a:moveTo>
                    <a:cubicBezTo>
                      <a:pt x="19" y="130"/>
                      <a:pt x="12" y="140"/>
                      <a:pt x="5" y="151"/>
                    </a:cubicBezTo>
                    <a:cubicBezTo>
                      <a:pt x="4" y="152"/>
                      <a:pt x="3" y="154"/>
                      <a:pt x="2" y="156"/>
                    </a:cubicBezTo>
                    <a:lnTo>
                      <a:pt x="2" y="156"/>
                    </a:lnTo>
                    <a:cubicBezTo>
                      <a:pt x="10" y="144"/>
                      <a:pt x="18" y="132"/>
                      <a:pt x="25" y="120"/>
                    </a:cubicBezTo>
                    <a:close/>
                    <a:moveTo>
                      <a:pt x="2" y="156"/>
                    </a:moveTo>
                    <a:lnTo>
                      <a:pt x="2" y="156"/>
                    </a:lnTo>
                    <a:cubicBezTo>
                      <a:pt x="1" y="157"/>
                      <a:pt x="1" y="158"/>
                      <a:pt x="0" y="159"/>
                    </a:cubicBezTo>
                    <a:cubicBezTo>
                      <a:pt x="1" y="158"/>
                      <a:pt x="1" y="157"/>
                      <a:pt x="2" y="156"/>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010538" y="1868486"/>
                <a:ext cx="2643" cy="2334"/>
              </a:xfrm>
              <a:custGeom>
                <a:rect b="b" l="l" r="r" t="t"/>
                <a:pathLst>
                  <a:path extrusionOk="0" h="98" w="111">
                    <a:moveTo>
                      <a:pt x="111" y="0"/>
                    </a:moveTo>
                    <a:cubicBezTo>
                      <a:pt x="87" y="17"/>
                      <a:pt x="64" y="39"/>
                      <a:pt x="42" y="61"/>
                    </a:cubicBezTo>
                    <a:lnTo>
                      <a:pt x="42" y="61"/>
                    </a:lnTo>
                    <a:lnTo>
                      <a:pt x="111" y="0"/>
                    </a:lnTo>
                    <a:close/>
                    <a:moveTo>
                      <a:pt x="42" y="61"/>
                    </a:moveTo>
                    <a:lnTo>
                      <a:pt x="7" y="91"/>
                    </a:lnTo>
                    <a:lnTo>
                      <a:pt x="7" y="91"/>
                    </a:lnTo>
                    <a:cubicBezTo>
                      <a:pt x="14" y="86"/>
                      <a:pt x="22" y="81"/>
                      <a:pt x="28" y="75"/>
                    </a:cubicBezTo>
                    <a:cubicBezTo>
                      <a:pt x="33" y="70"/>
                      <a:pt x="37" y="65"/>
                      <a:pt x="42" y="61"/>
                    </a:cubicBezTo>
                    <a:close/>
                    <a:moveTo>
                      <a:pt x="7" y="91"/>
                    </a:moveTo>
                    <a:cubicBezTo>
                      <a:pt x="5" y="93"/>
                      <a:pt x="3" y="95"/>
                      <a:pt x="1" y="97"/>
                    </a:cubicBezTo>
                    <a:lnTo>
                      <a:pt x="7" y="91"/>
                    </a:ln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1026161" y="1858055"/>
                <a:ext cx="691" cy="452"/>
              </a:xfrm>
              <a:custGeom>
                <a:rect b="b" l="l" r="r" t="t"/>
                <a:pathLst>
                  <a:path extrusionOk="0" h="19" w="29">
                    <a:moveTo>
                      <a:pt x="28" y="1"/>
                    </a:moveTo>
                    <a:cubicBezTo>
                      <a:pt x="23" y="2"/>
                      <a:pt x="18" y="5"/>
                      <a:pt x="15" y="9"/>
                    </a:cubicBezTo>
                    <a:lnTo>
                      <a:pt x="15" y="9"/>
                    </a:lnTo>
                    <a:cubicBezTo>
                      <a:pt x="20" y="6"/>
                      <a:pt x="25" y="3"/>
                      <a:pt x="28" y="1"/>
                    </a:cubicBezTo>
                    <a:close/>
                    <a:moveTo>
                      <a:pt x="15" y="9"/>
                    </a:moveTo>
                    <a:cubicBezTo>
                      <a:pt x="10" y="12"/>
                      <a:pt x="5" y="15"/>
                      <a:pt x="1" y="18"/>
                    </a:cubicBezTo>
                    <a:cubicBezTo>
                      <a:pt x="6" y="17"/>
                      <a:pt x="9" y="12"/>
                      <a:pt x="14" y="10"/>
                    </a:cubicBezTo>
                    <a:cubicBezTo>
                      <a:pt x="14" y="10"/>
                      <a:pt x="15" y="9"/>
                      <a:pt x="15" y="9"/>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1022493" y="1860103"/>
                <a:ext cx="1310" cy="953"/>
              </a:xfrm>
              <a:custGeom>
                <a:rect b="b" l="l" r="r" t="t"/>
                <a:pathLst>
                  <a:path extrusionOk="0" h="40" w="55">
                    <a:moveTo>
                      <a:pt x="54" y="0"/>
                    </a:moveTo>
                    <a:lnTo>
                      <a:pt x="54" y="0"/>
                    </a:lnTo>
                    <a:cubicBezTo>
                      <a:pt x="46" y="6"/>
                      <a:pt x="37" y="12"/>
                      <a:pt x="29" y="19"/>
                    </a:cubicBezTo>
                    <a:lnTo>
                      <a:pt x="29" y="19"/>
                    </a:lnTo>
                    <a:cubicBezTo>
                      <a:pt x="38" y="13"/>
                      <a:pt x="46" y="7"/>
                      <a:pt x="54" y="0"/>
                    </a:cubicBezTo>
                    <a:close/>
                    <a:moveTo>
                      <a:pt x="29" y="19"/>
                    </a:moveTo>
                    <a:lnTo>
                      <a:pt x="29" y="19"/>
                    </a:lnTo>
                    <a:cubicBezTo>
                      <a:pt x="22" y="24"/>
                      <a:pt x="15" y="29"/>
                      <a:pt x="7" y="35"/>
                    </a:cubicBezTo>
                    <a:lnTo>
                      <a:pt x="7" y="35"/>
                    </a:lnTo>
                    <a:cubicBezTo>
                      <a:pt x="13" y="31"/>
                      <a:pt x="18" y="28"/>
                      <a:pt x="24" y="23"/>
                    </a:cubicBezTo>
                    <a:cubicBezTo>
                      <a:pt x="25" y="22"/>
                      <a:pt x="27" y="20"/>
                      <a:pt x="29" y="19"/>
                    </a:cubicBezTo>
                    <a:close/>
                    <a:moveTo>
                      <a:pt x="7" y="35"/>
                    </a:moveTo>
                    <a:lnTo>
                      <a:pt x="7" y="35"/>
                    </a:lnTo>
                    <a:cubicBezTo>
                      <a:pt x="5" y="36"/>
                      <a:pt x="3" y="38"/>
                      <a:pt x="1" y="39"/>
                    </a:cubicBezTo>
                    <a:cubicBezTo>
                      <a:pt x="3" y="38"/>
                      <a:pt x="5" y="36"/>
                      <a:pt x="7" y="3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1016516" y="1864080"/>
                <a:ext cx="1929" cy="1572"/>
              </a:xfrm>
              <a:custGeom>
                <a:rect b="b" l="l" r="r" t="t"/>
                <a:pathLst>
                  <a:path extrusionOk="0" h="66" w="81">
                    <a:moveTo>
                      <a:pt x="80" y="0"/>
                    </a:moveTo>
                    <a:lnTo>
                      <a:pt x="80" y="0"/>
                    </a:lnTo>
                    <a:cubicBezTo>
                      <a:pt x="54" y="20"/>
                      <a:pt x="28" y="43"/>
                      <a:pt x="1" y="65"/>
                    </a:cubicBezTo>
                    <a:cubicBezTo>
                      <a:pt x="9" y="59"/>
                      <a:pt x="20" y="51"/>
                      <a:pt x="28" y="44"/>
                    </a:cubicBezTo>
                    <a:cubicBezTo>
                      <a:pt x="46" y="31"/>
                      <a:pt x="62" y="15"/>
                      <a:pt x="80" y="0"/>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28447" y="1856507"/>
                <a:ext cx="643" cy="405"/>
              </a:xfrm>
              <a:custGeom>
                <a:rect b="b" l="l" r="r" t="t"/>
                <a:pathLst>
                  <a:path extrusionOk="0" h="17" w="27">
                    <a:moveTo>
                      <a:pt x="26" y="1"/>
                    </a:moveTo>
                    <a:lnTo>
                      <a:pt x="26" y="1"/>
                    </a:lnTo>
                    <a:cubicBezTo>
                      <a:pt x="25" y="2"/>
                      <a:pt x="23" y="3"/>
                      <a:pt x="22" y="4"/>
                    </a:cubicBezTo>
                    <a:lnTo>
                      <a:pt x="22" y="4"/>
                    </a:lnTo>
                    <a:cubicBezTo>
                      <a:pt x="24" y="3"/>
                      <a:pt x="25" y="2"/>
                      <a:pt x="26" y="1"/>
                    </a:cubicBezTo>
                    <a:close/>
                    <a:moveTo>
                      <a:pt x="22" y="4"/>
                    </a:moveTo>
                    <a:lnTo>
                      <a:pt x="22" y="4"/>
                    </a:lnTo>
                    <a:cubicBezTo>
                      <a:pt x="21" y="4"/>
                      <a:pt x="20" y="4"/>
                      <a:pt x="18" y="4"/>
                    </a:cubicBezTo>
                    <a:lnTo>
                      <a:pt x="1" y="17"/>
                    </a:lnTo>
                    <a:cubicBezTo>
                      <a:pt x="8" y="12"/>
                      <a:pt x="15" y="8"/>
                      <a:pt x="22" y="4"/>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93200" y="1853030"/>
                <a:ext cx="1000" cy="524"/>
              </a:xfrm>
              <a:custGeom>
                <a:rect b="b" l="l" r="r" t="t"/>
                <a:pathLst>
                  <a:path extrusionOk="0" h="22" w="42">
                    <a:moveTo>
                      <a:pt x="1" y="1"/>
                    </a:moveTo>
                    <a:lnTo>
                      <a:pt x="1" y="1"/>
                    </a:lnTo>
                    <a:cubicBezTo>
                      <a:pt x="7" y="6"/>
                      <a:pt x="15" y="9"/>
                      <a:pt x="23" y="13"/>
                    </a:cubicBezTo>
                    <a:lnTo>
                      <a:pt x="23" y="13"/>
                    </a:lnTo>
                    <a:cubicBezTo>
                      <a:pt x="16" y="8"/>
                      <a:pt x="8" y="4"/>
                      <a:pt x="1" y="1"/>
                    </a:cubicBezTo>
                    <a:close/>
                    <a:moveTo>
                      <a:pt x="23" y="13"/>
                    </a:moveTo>
                    <a:cubicBezTo>
                      <a:pt x="28" y="16"/>
                      <a:pt x="32" y="19"/>
                      <a:pt x="37" y="22"/>
                    </a:cubicBezTo>
                    <a:lnTo>
                      <a:pt x="41" y="22"/>
                    </a:lnTo>
                    <a:cubicBezTo>
                      <a:pt x="35" y="19"/>
                      <a:pt x="29" y="16"/>
                      <a:pt x="23" y="1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89008" y="1850791"/>
                <a:ext cx="4215" cy="2262"/>
              </a:xfrm>
              <a:custGeom>
                <a:rect b="b" l="l" r="r" t="t"/>
                <a:pathLst>
                  <a:path extrusionOk="0" h="95" w="177">
                    <a:moveTo>
                      <a:pt x="177" y="95"/>
                    </a:moveTo>
                    <a:cubicBezTo>
                      <a:pt x="117" y="62"/>
                      <a:pt x="59" y="32"/>
                      <a:pt x="0" y="1"/>
                    </a:cubicBezTo>
                    <a:cubicBezTo>
                      <a:pt x="59" y="32"/>
                      <a:pt x="117" y="62"/>
                      <a:pt x="177" y="95"/>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80292" y="1847171"/>
                <a:ext cx="6454" cy="2620"/>
              </a:xfrm>
              <a:custGeom>
                <a:rect b="b" l="l" r="r" t="t"/>
                <a:pathLst>
                  <a:path extrusionOk="0" h="110" w="271">
                    <a:moveTo>
                      <a:pt x="0" y="1"/>
                    </a:moveTo>
                    <a:cubicBezTo>
                      <a:pt x="91" y="31"/>
                      <a:pt x="182" y="69"/>
                      <a:pt x="271" y="109"/>
                    </a:cubicBezTo>
                    <a:cubicBezTo>
                      <a:pt x="182" y="69"/>
                      <a:pt x="92" y="31"/>
                      <a:pt x="0"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86722" y="1849719"/>
                <a:ext cx="2262" cy="1143"/>
              </a:xfrm>
              <a:custGeom>
                <a:rect b="b" l="l" r="r" t="t"/>
                <a:pathLst>
                  <a:path extrusionOk="0" h="48" w="95">
                    <a:moveTo>
                      <a:pt x="1" y="1"/>
                    </a:moveTo>
                    <a:cubicBezTo>
                      <a:pt x="31" y="15"/>
                      <a:pt x="64" y="31"/>
                      <a:pt x="95" y="48"/>
                    </a:cubicBezTo>
                    <a:cubicBezTo>
                      <a:pt x="64" y="31"/>
                      <a:pt x="33" y="15"/>
                      <a:pt x="1"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31733" y="1853339"/>
                <a:ext cx="2572" cy="1572"/>
              </a:xfrm>
              <a:custGeom>
                <a:rect b="b" l="l" r="r" t="t"/>
                <a:pathLst>
                  <a:path extrusionOk="0" h="66" w="108">
                    <a:moveTo>
                      <a:pt x="107" y="1"/>
                    </a:moveTo>
                    <a:lnTo>
                      <a:pt x="107" y="1"/>
                    </a:lnTo>
                    <a:cubicBezTo>
                      <a:pt x="72" y="22"/>
                      <a:pt x="34" y="45"/>
                      <a:pt x="0" y="66"/>
                    </a:cubicBezTo>
                    <a:cubicBezTo>
                      <a:pt x="23" y="53"/>
                      <a:pt x="47" y="38"/>
                      <a:pt x="70" y="25"/>
                    </a:cubicBezTo>
                    <a:cubicBezTo>
                      <a:pt x="81" y="17"/>
                      <a:pt x="96" y="9"/>
                      <a:pt x="107" y="1"/>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991462" y="1888943"/>
                <a:ext cx="1548" cy="1786"/>
              </a:xfrm>
              <a:custGeom>
                <a:rect b="b" l="l" r="r" t="t"/>
                <a:pathLst>
                  <a:path extrusionOk="0" h="75" w="65">
                    <a:moveTo>
                      <a:pt x="64" y="0"/>
                    </a:moveTo>
                    <a:lnTo>
                      <a:pt x="64" y="0"/>
                    </a:lnTo>
                    <a:cubicBezTo>
                      <a:pt x="57" y="7"/>
                      <a:pt x="51" y="15"/>
                      <a:pt x="45" y="23"/>
                    </a:cubicBezTo>
                    <a:lnTo>
                      <a:pt x="45" y="23"/>
                    </a:lnTo>
                    <a:cubicBezTo>
                      <a:pt x="52" y="15"/>
                      <a:pt x="58" y="8"/>
                      <a:pt x="64" y="0"/>
                    </a:cubicBezTo>
                    <a:close/>
                    <a:moveTo>
                      <a:pt x="45" y="23"/>
                    </a:moveTo>
                    <a:lnTo>
                      <a:pt x="45" y="23"/>
                    </a:lnTo>
                    <a:cubicBezTo>
                      <a:pt x="31" y="40"/>
                      <a:pt x="15" y="57"/>
                      <a:pt x="1" y="75"/>
                    </a:cubicBezTo>
                    <a:lnTo>
                      <a:pt x="38" y="32"/>
                    </a:lnTo>
                    <a:cubicBezTo>
                      <a:pt x="41" y="29"/>
                      <a:pt x="43" y="26"/>
                      <a:pt x="45" y="23"/>
                    </a:cubicBezTo>
                    <a:close/>
                  </a:path>
                </a:pathLst>
              </a:custGeom>
              <a:solidFill>
                <a:srgbClr val="5F6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961408" y="1853506"/>
                <a:ext cx="192616" cy="146153"/>
              </a:xfrm>
              <a:custGeom>
                <a:rect b="b" l="l" r="r" t="t"/>
                <a:pathLst>
                  <a:path extrusionOk="0" h="6137" w="8088">
                    <a:moveTo>
                      <a:pt x="4425" y="464"/>
                    </a:moveTo>
                    <a:lnTo>
                      <a:pt x="4425" y="464"/>
                    </a:lnTo>
                    <a:cubicBezTo>
                      <a:pt x="4425" y="464"/>
                      <a:pt x="4425" y="464"/>
                      <a:pt x="4425" y="464"/>
                    </a:cubicBezTo>
                    <a:lnTo>
                      <a:pt x="4425" y="464"/>
                    </a:lnTo>
                    <a:cubicBezTo>
                      <a:pt x="4425" y="464"/>
                      <a:pt x="4425" y="464"/>
                      <a:pt x="4425" y="464"/>
                    </a:cubicBezTo>
                    <a:close/>
                    <a:moveTo>
                      <a:pt x="2856" y="1571"/>
                    </a:moveTo>
                    <a:lnTo>
                      <a:pt x="2856" y="1571"/>
                    </a:lnTo>
                    <a:cubicBezTo>
                      <a:pt x="2856" y="1571"/>
                      <a:pt x="2856" y="1571"/>
                      <a:pt x="2856" y="1571"/>
                    </a:cubicBezTo>
                    <a:lnTo>
                      <a:pt x="2856" y="1571"/>
                    </a:lnTo>
                    <a:cubicBezTo>
                      <a:pt x="2856" y="1571"/>
                      <a:pt x="2856" y="1571"/>
                      <a:pt x="2856" y="1571"/>
                    </a:cubicBezTo>
                    <a:close/>
                    <a:moveTo>
                      <a:pt x="1467" y="2806"/>
                    </a:moveTo>
                    <a:lnTo>
                      <a:pt x="1467" y="2806"/>
                    </a:lnTo>
                    <a:cubicBezTo>
                      <a:pt x="1467" y="2806"/>
                      <a:pt x="1467" y="2806"/>
                      <a:pt x="1467" y="2806"/>
                    </a:cubicBezTo>
                    <a:lnTo>
                      <a:pt x="1467" y="2806"/>
                    </a:lnTo>
                    <a:cubicBezTo>
                      <a:pt x="1467" y="2806"/>
                      <a:pt x="1467" y="2806"/>
                      <a:pt x="1467" y="2806"/>
                    </a:cubicBezTo>
                    <a:close/>
                    <a:moveTo>
                      <a:pt x="4425" y="464"/>
                    </a:moveTo>
                    <a:cubicBezTo>
                      <a:pt x="4426" y="467"/>
                      <a:pt x="4428" y="467"/>
                      <a:pt x="4430" y="469"/>
                    </a:cubicBezTo>
                    <a:cubicBezTo>
                      <a:pt x="4428" y="467"/>
                      <a:pt x="4427" y="465"/>
                      <a:pt x="4426" y="464"/>
                    </a:cubicBezTo>
                    <a:lnTo>
                      <a:pt x="4426" y="464"/>
                    </a:lnTo>
                    <a:cubicBezTo>
                      <a:pt x="4523" y="493"/>
                      <a:pt x="4620" y="529"/>
                      <a:pt x="4713" y="566"/>
                    </a:cubicBezTo>
                    <a:cubicBezTo>
                      <a:pt x="4718" y="568"/>
                      <a:pt x="4725" y="569"/>
                      <a:pt x="4728" y="572"/>
                    </a:cubicBezTo>
                    <a:cubicBezTo>
                      <a:pt x="5067" y="705"/>
                      <a:pt x="5392" y="888"/>
                      <a:pt x="5686" y="1109"/>
                    </a:cubicBezTo>
                    <a:cubicBezTo>
                      <a:pt x="6042" y="1376"/>
                      <a:pt x="6353" y="1702"/>
                      <a:pt x="6588" y="2072"/>
                    </a:cubicBezTo>
                    <a:cubicBezTo>
                      <a:pt x="6750" y="2324"/>
                      <a:pt x="6875" y="2598"/>
                      <a:pt x="6955" y="2885"/>
                    </a:cubicBezTo>
                    <a:lnTo>
                      <a:pt x="6953" y="2885"/>
                    </a:lnTo>
                    <a:lnTo>
                      <a:pt x="6953" y="2887"/>
                    </a:lnTo>
                    <a:cubicBezTo>
                      <a:pt x="6913" y="2869"/>
                      <a:pt x="6874" y="2846"/>
                      <a:pt x="6833" y="2828"/>
                    </a:cubicBezTo>
                    <a:cubicBezTo>
                      <a:pt x="6759" y="2794"/>
                      <a:pt x="6682" y="2759"/>
                      <a:pt x="6608" y="2721"/>
                    </a:cubicBezTo>
                    <a:lnTo>
                      <a:pt x="6606" y="2718"/>
                    </a:lnTo>
                    <a:cubicBezTo>
                      <a:pt x="5684" y="2229"/>
                      <a:pt x="4919" y="1451"/>
                      <a:pt x="4449" y="519"/>
                    </a:cubicBezTo>
                    <a:lnTo>
                      <a:pt x="4449" y="517"/>
                    </a:lnTo>
                    <a:cubicBezTo>
                      <a:pt x="4443" y="499"/>
                      <a:pt x="4433" y="483"/>
                      <a:pt x="4425" y="464"/>
                    </a:cubicBezTo>
                    <a:close/>
                    <a:moveTo>
                      <a:pt x="2856" y="1571"/>
                    </a:moveTo>
                    <a:lnTo>
                      <a:pt x="2856" y="1571"/>
                    </a:lnTo>
                    <a:cubicBezTo>
                      <a:pt x="2858" y="1572"/>
                      <a:pt x="2858" y="1572"/>
                      <a:pt x="2861" y="1572"/>
                    </a:cubicBezTo>
                    <a:cubicBezTo>
                      <a:pt x="2861" y="1572"/>
                      <a:pt x="2860" y="1572"/>
                      <a:pt x="2860" y="1572"/>
                    </a:cubicBezTo>
                    <a:lnTo>
                      <a:pt x="2860" y="1572"/>
                    </a:lnTo>
                    <a:cubicBezTo>
                      <a:pt x="3233" y="1684"/>
                      <a:pt x="3596" y="1868"/>
                      <a:pt x="3916" y="2109"/>
                    </a:cubicBezTo>
                    <a:cubicBezTo>
                      <a:pt x="4222" y="2339"/>
                      <a:pt x="4490" y="2616"/>
                      <a:pt x="4692" y="2932"/>
                    </a:cubicBezTo>
                    <a:cubicBezTo>
                      <a:pt x="4830" y="3148"/>
                      <a:pt x="4937" y="3379"/>
                      <a:pt x="5005" y="3624"/>
                    </a:cubicBezTo>
                    <a:lnTo>
                      <a:pt x="5003" y="3624"/>
                    </a:lnTo>
                    <a:lnTo>
                      <a:pt x="5003" y="3626"/>
                    </a:lnTo>
                    <a:cubicBezTo>
                      <a:pt x="4969" y="3613"/>
                      <a:pt x="4937" y="3593"/>
                      <a:pt x="4905" y="3577"/>
                    </a:cubicBezTo>
                    <a:cubicBezTo>
                      <a:pt x="4840" y="3548"/>
                      <a:pt x="4775" y="3519"/>
                      <a:pt x="4712" y="3485"/>
                    </a:cubicBezTo>
                    <a:lnTo>
                      <a:pt x="4712" y="3483"/>
                    </a:lnTo>
                    <a:cubicBezTo>
                      <a:pt x="3914" y="3060"/>
                      <a:pt x="3253" y="2383"/>
                      <a:pt x="2856" y="1571"/>
                    </a:cubicBezTo>
                    <a:close/>
                    <a:moveTo>
                      <a:pt x="1467" y="2806"/>
                    </a:moveTo>
                    <a:cubicBezTo>
                      <a:pt x="1469" y="2809"/>
                      <a:pt x="1469" y="2809"/>
                      <a:pt x="1470" y="2809"/>
                    </a:cubicBezTo>
                    <a:cubicBezTo>
                      <a:pt x="1470" y="2808"/>
                      <a:pt x="1470" y="2807"/>
                      <a:pt x="1470" y="2806"/>
                    </a:cubicBezTo>
                    <a:lnTo>
                      <a:pt x="1470" y="2806"/>
                    </a:lnTo>
                    <a:cubicBezTo>
                      <a:pt x="1762" y="2894"/>
                      <a:pt x="2046" y="3038"/>
                      <a:pt x="2297" y="3224"/>
                    </a:cubicBezTo>
                    <a:cubicBezTo>
                      <a:pt x="2548" y="3407"/>
                      <a:pt x="2767" y="3635"/>
                      <a:pt x="2931" y="3891"/>
                    </a:cubicBezTo>
                    <a:cubicBezTo>
                      <a:pt x="3041" y="4065"/>
                      <a:pt x="3128" y="4250"/>
                      <a:pt x="3180" y="4446"/>
                    </a:cubicBezTo>
                    <a:lnTo>
                      <a:pt x="3179" y="4446"/>
                    </a:lnTo>
                    <a:cubicBezTo>
                      <a:pt x="3153" y="4433"/>
                      <a:pt x="3125" y="4418"/>
                      <a:pt x="3098" y="4407"/>
                    </a:cubicBezTo>
                    <a:cubicBezTo>
                      <a:pt x="3047" y="4383"/>
                      <a:pt x="2994" y="4360"/>
                      <a:pt x="2944" y="4334"/>
                    </a:cubicBezTo>
                    <a:lnTo>
                      <a:pt x="2944" y="4332"/>
                    </a:lnTo>
                    <a:cubicBezTo>
                      <a:pt x="2312" y="3994"/>
                      <a:pt x="1783" y="3454"/>
                      <a:pt x="1467" y="2806"/>
                    </a:cubicBezTo>
                    <a:close/>
                    <a:moveTo>
                      <a:pt x="5571" y="0"/>
                    </a:moveTo>
                    <a:cubicBezTo>
                      <a:pt x="4984" y="13"/>
                      <a:pt x="4404" y="193"/>
                      <a:pt x="3858" y="462"/>
                    </a:cubicBezTo>
                    <a:cubicBezTo>
                      <a:pt x="2540" y="1112"/>
                      <a:pt x="1414" y="2282"/>
                      <a:pt x="804" y="2906"/>
                    </a:cubicBezTo>
                    <a:cubicBezTo>
                      <a:pt x="592" y="3305"/>
                      <a:pt x="419" y="3708"/>
                      <a:pt x="297" y="4097"/>
                    </a:cubicBezTo>
                    <a:lnTo>
                      <a:pt x="297" y="4102"/>
                    </a:lnTo>
                    <a:cubicBezTo>
                      <a:pt x="60" y="4865"/>
                      <a:pt x="0" y="5582"/>
                      <a:pt x="124" y="6128"/>
                    </a:cubicBezTo>
                    <a:cubicBezTo>
                      <a:pt x="125" y="6131"/>
                      <a:pt x="127" y="6134"/>
                      <a:pt x="130" y="6136"/>
                    </a:cubicBezTo>
                    <a:lnTo>
                      <a:pt x="605" y="5946"/>
                    </a:lnTo>
                    <a:lnTo>
                      <a:pt x="1017" y="5783"/>
                    </a:lnTo>
                    <a:lnTo>
                      <a:pt x="2169" y="5322"/>
                    </a:lnTo>
                    <a:lnTo>
                      <a:pt x="2879" y="5039"/>
                    </a:lnTo>
                    <a:lnTo>
                      <a:pt x="3059" y="4968"/>
                    </a:lnTo>
                    <a:lnTo>
                      <a:pt x="7498" y="3195"/>
                    </a:lnTo>
                    <a:lnTo>
                      <a:pt x="7499" y="3195"/>
                    </a:lnTo>
                    <a:lnTo>
                      <a:pt x="8087" y="2960"/>
                    </a:lnTo>
                    <a:cubicBezTo>
                      <a:pt x="7528" y="1890"/>
                      <a:pt x="6637" y="626"/>
                      <a:pt x="5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050881" y="1973676"/>
                <a:ext cx="79090" cy="109882"/>
              </a:xfrm>
              <a:custGeom>
                <a:rect b="b" l="l" r="r" t="t"/>
                <a:pathLst>
                  <a:path extrusionOk="0" h="4614" w="3321">
                    <a:moveTo>
                      <a:pt x="1305" y="1"/>
                    </a:moveTo>
                    <a:lnTo>
                      <a:pt x="763" y="142"/>
                    </a:lnTo>
                    <a:cubicBezTo>
                      <a:pt x="697" y="416"/>
                      <a:pt x="729" y="708"/>
                      <a:pt x="844" y="960"/>
                    </a:cubicBezTo>
                    <a:cubicBezTo>
                      <a:pt x="901" y="761"/>
                      <a:pt x="1023" y="588"/>
                      <a:pt x="1173" y="503"/>
                    </a:cubicBezTo>
                    <a:cubicBezTo>
                      <a:pt x="1183" y="498"/>
                      <a:pt x="1194" y="496"/>
                      <a:pt x="1204" y="496"/>
                    </a:cubicBezTo>
                    <a:cubicBezTo>
                      <a:pt x="1225" y="496"/>
                      <a:pt x="1245" y="506"/>
                      <a:pt x="1256" y="526"/>
                    </a:cubicBezTo>
                    <a:cubicBezTo>
                      <a:pt x="1272" y="554"/>
                      <a:pt x="1263" y="593"/>
                      <a:pt x="1233" y="609"/>
                    </a:cubicBezTo>
                    <a:cubicBezTo>
                      <a:pt x="1083" y="693"/>
                      <a:pt x="964" y="902"/>
                      <a:pt x="938" y="1122"/>
                    </a:cubicBezTo>
                    <a:cubicBezTo>
                      <a:pt x="987" y="1199"/>
                      <a:pt x="1042" y="1268"/>
                      <a:pt x="1104" y="1330"/>
                    </a:cubicBezTo>
                    <a:cubicBezTo>
                      <a:pt x="1123" y="1348"/>
                      <a:pt x="1123" y="1372"/>
                      <a:pt x="1115" y="1395"/>
                    </a:cubicBezTo>
                    <a:cubicBezTo>
                      <a:pt x="1112" y="1401"/>
                      <a:pt x="1112" y="1409"/>
                      <a:pt x="1107" y="1414"/>
                    </a:cubicBezTo>
                    <a:cubicBezTo>
                      <a:pt x="1094" y="1427"/>
                      <a:pt x="1078" y="1434"/>
                      <a:pt x="1062" y="1434"/>
                    </a:cubicBezTo>
                    <a:cubicBezTo>
                      <a:pt x="1045" y="1434"/>
                      <a:pt x="1031" y="1427"/>
                      <a:pt x="1020" y="1417"/>
                    </a:cubicBezTo>
                    <a:cubicBezTo>
                      <a:pt x="1002" y="1400"/>
                      <a:pt x="987" y="1380"/>
                      <a:pt x="971" y="1362"/>
                    </a:cubicBezTo>
                    <a:cubicBezTo>
                      <a:pt x="917" y="1306"/>
                      <a:pt x="872" y="1244"/>
                      <a:pt x="832" y="1182"/>
                    </a:cubicBezTo>
                    <a:cubicBezTo>
                      <a:pt x="828" y="1179"/>
                      <a:pt x="827" y="1176"/>
                      <a:pt x="825" y="1171"/>
                    </a:cubicBezTo>
                    <a:cubicBezTo>
                      <a:pt x="640" y="878"/>
                      <a:pt x="567" y="515"/>
                      <a:pt x="632" y="174"/>
                    </a:cubicBezTo>
                    <a:lnTo>
                      <a:pt x="632" y="174"/>
                    </a:lnTo>
                    <a:lnTo>
                      <a:pt x="13" y="336"/>
                    </a:lnTo>
                    <a:cubicBezTo>
                      <a:pt x="0" y="576"/>
                      <a:pt x="73" y="834"/>
                      <a:pt x="204" y="1016"/>
                    </a:cubicBezTo>
                    <a:cubicBezTo>
                      <a:pt x="253" y="1085"/>
                      <a:pt x="318" y="1158"/>
                      <a:pt x="389" y="1231"/>
                    </a:cubicBezTo>
                    <a:cubicBezTo>
                      <a:pt x="366" y="1280"/>
                      <a:pt x="340" y="1323"/>
                      <a:pt x="315" y="1364"/>
                    </a:cubicBezTo>
                    <a:cubicBezTo>
                      <a:pt x="1036" y="2487"/>
                      <a:pt x="1846" y="3897"/>
                      <a:pt x="2105" y="4613"/>
                    </a:cubicBezTo>
                    <a:cubicBezTo>
                      <a:pt x="2447" y="4286"/>
                      <a:pt x="2716" y="3805"/>
                      <a:pt x="2914" y="3301"/>
                    </a:cubicBezTo>
                    <a:cubicBezTo>
                      <a:pt x="2955" y="3323"/>
                      <a:pt x="2993" y="3348"/>
                      <a:pt x="3036" y="3372"/>
                    </a:cubicBezTo>
                    <a:cubicBezTo>
                      <a:pt x="2995" y="3348"/>
                      <a:pt x="2955" y="3322"/>
                      <a:pt x="2912" y="3299"/>
                    </a:cubicBezTo>
                    <a:cubicBezTo>
                      <a:pt x="3112" y="2787"/>
                      <a:pt x="3238" y="2252"/>
                      <a:pt x="3293" y="1824"/>
                    </a:cubicBezTo>
                    <a:lnTo>
                      <a:pt x="3293" y="1819"/>
                    </a:lnTo>
                    <a:cubicBezTo>
                      <a:pt x="3303" y="1735"/>
                      <a:pt x="3311" y="1656"/>
                      <a:pt x="3318" y="1581"/>
                    </a:cubicBezTo>
                    <a:lnTo>
                      <a:pt x="3318" y="1576"/>
                    </a:lnTo>
                    <a:cubicBezTo>
                      <a:pt x="3319" y="1555"/>
                      <a:pt x="3319" y="1534"/>
                      <a:pt x="3321" y="1511"/>
                    </a:cubicBezTo>
                    <a:lnTo>
                      <a:pt x="3321" y="1511"/>
                    </a:lnTo>
                    <a:cubicBezTo>
                      <a:pt x="3321" y="1511"/>
                      <a:pt x="3319" y="1511"/>
                      <a:pt x="3319" y="1515"/>
                    </a:cubicBezTo>
                    <a:cubicBezTo>
                      <a:pt x="3186" y="1617"/>
                      <a:pt x="3049" y="1709"/>
                      <a:pt x="2914" y="1782"/>
                    </a:cubicBezTo>
                    <a:cubicBezTo>
                      <a:pt x="2704" y="1892"/>
                      <a:pt x="2496" y="1956"/>
                      <a:pt x="2311" y="1956"/>
                    </a:cubicBezTo>
                    <a:cubicBezTo>
                      <a:pt x="2285" y="1956"/>
                      <a:pt x="2260" y="1955"/>
                      <a:pt x="2235" y="1952"/>
                    </a:cubicBezTo>
                    <a:cubicBezTo>
                      <a:pt x="1945" y="1921"/>
                      <a:pt x="1540" y="1494"/>
                      <a:pt x="1540" y="1494"/>
                    </a:cubicBezTo>
                    <a:lnTo>
                      <a:pt x="1538" y="1494"/>
                    </a:lnTo>
                    <a:cubicBezTo>
                      <a:pt x="2026" y="1069"/>
                      <a:pt x="1820" y="383"/>
                      <a:pt x="1305"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131351" y="1971152"/>
                <a:ext cx="67825" cy="101595"/>
              </a:xfrm>
              <a:custGeom>
                <a:rect b="b" l="l" r="r" t="t"/>
                <a:pathLst>
                  <a:path extrusionOk="0" h="4266" w="2848">
                    <a:moveTo>
                      <a:pt x="900" y="0"/>
                    </a:moveTo>
                    <a:lnTo>
                      <a:pt x="900" y="0"/>
                    </a:lnTo>
                    <a:cubicBezTo>
                      <a:pt x="963" y="464"/>
                      <a:pt x="566" y="1086"/>
                      <a:pt x="60" y="1527"/>
                    </a:cubicBezTo>
                    <a:cubicBezTo>
                      <a:pt x="321" y="2134"/>
                      <a:pt x="185" y="3023"/>
                      <a:pt x="0" y="3684"/>
                    </a:cubicBezTo>
                    <a:cubicBezTo>
                      <a:pt x="279" y="3859"/>
                      <a:pt x="548" y="4053"/>
                      <a:pt x="801" y="4266"/>
                    </a:cubicBezTo>
                    <a:cubicBezTo>
                      <a:pt x="802" y="4238"/>
                      <a:pt x="809" y="4207"/>
                      <a:pt x="814" y="4178"/>
                    </a:cubicBezTo>
                    <a:cubicBezTo>
                      <a:pt x="817" y="4152"/>
                      <a:pt x="819" y="4128"/>
                      <a:pt x="823" y="4102"/>
                    </a:cubicBezTo>
                    <a:cubicBezTo>
                      <a:pt x="927" y="3496"/>
                      <a:pt x="1279" y="2638"/>
                      <a:pt x="1726" y="1984"/>
                    </a:cubicBezTo>
                    <a:cubicBezTo>
                      <a:pt x="1733" y="1976"/>
                      <a:pt x="1739" y="1967"/>
                      <a:pt x="1746" y="1958"/>
                    </a:cubicBezTo>
                    <a:cubicBezTo>
                      <a:pt x="1791" y="1891"/>
                      <a:pt x="1838" y="1828"/>
                      <a:pt x="1885" y="1768"/>
                    </a:cubicBezTo>
                    <a:cubicBezTo>
                      <a:pt x="1903" y="1744"/>
                      <a:pt x="1924" y="1720"/>
                      <a:pt x="1943" y="1697"/>
                    </a:cubicBezTo>
                    <a:cubicBezTo>
                      <a:pt x="1977" y="1655"/>
                      <a:pt x="2015" y="1611"/>
                      <a:pt x="2050" y="1570"/>
                    </a:cubicBezTo>
                    <a:cubicBezTo>
                      <a:pt x="2075" y="1543"/>
                      <a:pt x="2099" y="1519"/>
                      <a:pt x="2126" y="1493"/>
                    </a:cubicBezTo>
                    <a:cubicBezTo>
                      <a:pt x="2159" y="1460"/>
                      <a:pt x="2190" y="1429"/>
                      <a:pt x="2224" y="1399"/>
                    </a:cubicBezTo>
                    <a:cubicBezTo>
                      <a:pt x="2250" y="1373"/>
                      <a:pt x="2277" y="1348"/>
                      <a:pt x="2306" y="1326"/>
                    </a:cubicBezTo>
                    <a:cubicBezTo>
                      <a:pt x="2337" y="1300"/>
                      <a:pt x="2370" y="1277"/>
                      <a:pt x="2399" y="1254"/>
                    </a:cubicBezTo>
                    <a:cubicBezTo>
                      <a:pt x="2428" y="1235"/>
                      <a:pt x="2455" y="1212"/>
                      <a:pt x="2485" y="1194"/>
                    </a:cubicBezTo>
                    <a:cubicBezTo>
                      <a:pt x="2520" y="1172"/>
                      <a:pt x="2558" y="1154"/>
                      <a:pt x="2592" y="1136"/>
                    </a:cubicBezTo>
                    <a:cubicBezTo>
                      <a:pt x="2614" y="1125"/>
                      <a:pt x="2637" y="1112"/>
                      <a:pt x="2658" y="1100"/>
                    </a:cubicBezTo>
                    <a:cubicBezTo>
                      <a:pt x="2715" y="1078"/>
                      <a:pt x="2776" y="1057"/>
                      <a:pt x="2848" y="1037"/>
                    </a:cubicBezTo>
                    <a:cubicBezTo>
                      <a:pt x="2164" y="758"/>
                      <a:pt x="1507" y="412"/>
                      <a:pt x="90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044808" y="2075581"/>
                <a:ext cx="4882" cy="4453"/>
              </a:xfrm>
              <a:custGeom>
                <a:rect b="b" l="l" r="r" t="t"/>
                <a:pathLst>
                  <a:path extrusionOk="0" h="187" w="205">
                    <a:moveTo>
                      <a:pt x="1" y="0"/>
                    </a:moveTo>
                    <a:cubicBezTo>
                      <a:pt x="66" y="65"/>
                      <a:pt x="134" y="125"/>
                      <a:pt x="205" y="187"/>
                    </a:cubicBezTo>
                    <a:cubicBezTo>
                      <a:pt x="134" y="125"/>
                      <a:pt x="67" y="64"/>
                      <a:pt x="1"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980674" y="1989942"/>
                <a:ext cx="116884" cy="103833"/>
              </a:xfrm>
              <a:custGeom>
                <a:rect b="b" l="l" r="r" t="t"/>
                <a:pathLst>
                  <a:path extrusionOk="0" h="4360" w="4908">
                    <a:moveTo>
                      <a:pt x="1281" y="248"/>
                    </a:moveTo>
                    <a:cubicBezTo>
                      <a:pt x="1437" y="248"/>
                      <a:pt x="1594" y="302"/>
                      <a:pt x="1715" y="402"/>
                    </a:cubicBezTo>
                    <a:cubicBezTo>
                      <a:pt x="1762" y="439"/>
                      <a:pt x="1737" y="532"/>
                      <a:pt x="1703" y="580"/>
                    </a:cubicBezTo>
                    <a:cubicBezTo>
                      <a:pt x="1652" y="572"/>
                      <a:pt x="1599" y="567"/>
                      <a:pt x="1544" y="567"/>
                    </a:cubicBezTo>
                    <a:cubicBezTo>
                      <a:pt x="1478" y="567"/>
                      <a:pt x="1412" y="574"/>
                      <a:pt x="1350" y="590"/>
                    </a:cubicBezTo>
                    <a:cubicBezTo>
                      <a:pt x="1206" y="626"/>
                      <a:pt x="1050" y="770"/>
                      <a:pt x="1010" y="913"/>
                    </a:cubicBezTo>
                    <a:cubicBezTo>
                      <a:pt x="866" y="888"/>
                      <a:pt x="734" y="799"/>
                      <a:pt x="658" y="674"/>
                    </a:cubicBezTo>
                    <a:cubicBezTo>
                      <a:pt x="733" y="477"/>
                      <a:pt x="911" y="324"/>
                      <a:pt x="1115" y="269"/>
                    </a:cubicBezTo>
                    <a:cubicBezTo>
                      <a:pt x="1169" y="255"/>
                      <a:pt x="1225" y="248"/>
                      <a:pt x="1281" y="248"/>
                    </a:cubicBezTo>
                    <a:close/>
                    <a:moveTo>
                      <a:pt x="1586" y="1152"/>
                    </a:moveTo>
                    <a:cubicBezTo>
                      <a:pt x="1758" y="1152"/>
                      <a:pt x="2010" y="1440"/>
                      <a:pt x="1874" y="1566"/>
                    </a:cubicBezTo>
                    <a:cubicBezTo>
                      <a:pt x="1837" y="1600"/>
                      <a:pt x="1797" y="1614"/>
                      <a:pt x="1758" y="1614"/>
                    </a:cubicBezTo>
                    <a:cubicBezTo>
                      <a:pt x="1573" y="1614"/>
                      <a:pt x="1389" y="1295"/>
                      <a:pt x="1501" y="1185"/>
                    </a:cubicBezTo>
                    <a:cubicBezTo>
                      <a:pt x="1524" y="1162"/>
                      <a:pt x="1554" y="1152"/>
                      <a:pt x="1586" y="1152"/>
                    </a:cubicBezTo>
                    <a:close/>
                    <a:moveTo>
                      <a:pt x="2271" y="2736"/>
                    </a:moveTo>
                    <a:cubicBezTo>
                      <a:pt x="2275" y="2736"/>
                      <a:pt x="2277" y="2737"/>
                      <a:pt x="2279" y="2739"/>
                    </a:cubicBezTo>
                    <a:cubicBezTo>
                      <a:pt x="2329" y="2837"/>
                      <a:pt x="2129" y="2971"/>
                      <a:pt x="2040" y="2971"/>
                    </a:cubicBezTo>
                    <a:cubicBezTo>
                      <a:pt x="2029" y="2971"/>
                      <a:pt x="2020" y="2969"/>
                      <a:pt x="2013" y="2964"/>
                    </a:cubicBezTo>
                    <a:cubicBezTo>
                      <a:pt x="1959" y="2930"/>
                      <a:pt x="2218" y="2736"/>
                      <a:pt x="2271" y="2736"/>
                    </a:cubicBezTo>
                    <a:close/>
                    <a:moveTo>
                      <a:pt x="2914" y="3802"/>
                    </a:moveTo>
                    <a:lnTo>
                      <a:pt x="2914" y="3802"/>
                    </a:lnTo>
                    <a:cubicBezTo>
                      <a:pt x="2915" y="3803"/>
                      <a:pt x="2916" y="3804"/>
                      <a:pt x="2918" y="3805"/>
                    </a:cubicBezTo>
                    <a:lnTo>
                      <a:pt x="2918" y="3805"/>
                    </a:lnTo>
                    <a:cubicBezTo>
                      <a:pt x="2916" y="3804"/>
                      <a:pt x="2915" y="3803"/>
                      <a:pt x="2914" y="3802"/>
                    </a:cubicBezTo>
                    <a:close/>
                    <a:moveTo>
                      <a:pt x="1635" y="0"/>
                    </a:moveTo>
                    <a:lnTo>
                      <a:pt x="33" y="422"/>
                    </a:lnTo>
                    <a:cubicBezTo>
                      <a:pt x="8" y="517"/>
                      <a:pt x="0" y="608"/>
                      <a:pt x="16" y="691"/>
                    </a:cubicBezTo>
                    <a:lnTo>
                      <a:pt x="15" y="689"/>
                    </a:lnTo>
                    <a:lnTo>
                      <a:pt x="15" y="689"/>
                    </a:lnTo>
                    <a:cubicBezTo>
                      <a:pt x="185" y="1020"/>
                      <a:pt x="353" y="1266"/>
                      <a:pt x="451" y="1336"/>
                    </a:cubicBezTo>
                    <a:cubicBezTo>
                      <a:pt x="712" y="1520"/>
                      <a:pt x="1114" y="1550"/>
                      <a:pt x="1114" y="1550"/>
                    </a:cubicBezTo>
                    <a:cubicBezTo>
                      <a:pt x="1546" y="2084"/>
                      <a:pt x="1438" y="2744"/>
                      <a:pt x="1637" y="3138"/>
                    </a:cubicBezTo>
                    <a:cubicBezTo>
                      <a:pt x="1653" y="3169"/>
                      <a:pt x="1704" y="3186"/>
                      <a:pt x="1774" y="3186"/>
                    </a:cubicBezTo>
                    <a:cubicBezTo>
                      <a:pt x="1886" y="3186"/>
                      <a:pt x="2045" y="3143"/>
                      <a:pt x="2180" y="3047"/>
                    </a:cubicBezTo>
                    <a:cubicBezTo>
                      <a:pt x="2326" y="3222"/>
                      <a:pt x="2499" y="3413"/>
                      <a:pt x="2687" y="3595"/>
                    </a:cubicBezTo>
                    <a:cubicBezTo>
                      <a:pt x="2793" y="3515"/>
                      <a:pt x="3075" y="3250"/>
                      <a:pt x="3322" y="2935"/>
                    </a:cubicBezTo>
                    <a:lnTo>
                      <a:pt x="3322" y="2935"/>
                    </a:lnTo>
                    <a:cubicBezTo>
                      <a:pt x="3467" y="3340"/>
                      <a:pt x="3301" y="3736"/>
                      <a:pt x="3143" y="3979"/>
                    </a:cubicBezTo>
                    <a:cubicBezTo>
                      <a:pt x="3068" y="3925"/>
                      <a:pt x="2991" y="3867"/>
                      <a:pt x="2918" y="3805"/>
                    </a:cubicBezTo>
                    <a:lnTo>
                      <a:pt x="2918" y="3805"/>
                    </a:lnTo>
                    <a:cubicBezTo>
                      <a:pt x="3288" y="4118"/>
                      <a:pt x="3701" y="4360"/>
                      <a:pt x="4089" y="4360"/>
                    </a:cubicBezTo>
                    <a:cubicBezTo>
                      <a:pt x="4395" y="4360"/>
                      <a:pt x="4666" y="4246"/>
                      <a:pt x="4907" y="4057"/>
                    </a:cubicBezTo>
                    <a:cubicBezTo>
                      <a:pt x="4904" y="4045"/>
                      <a:pt x="4896" y="4037"/>
                      <a:pt x="4891" y="4028"/>
                    </a:cubicBezTo>
                    <a:cubicBezTo>
                      <a:pt x="4661" y="3361"/>
                      <a:pt x="3854" y="1958"/>
                      <a:pt x="3138" y="832"/>
                    </a:cubicBezTo>
                    <a:cubicBezTo>
                      <a:pt x="3049" y="914"/>
                      <a:pt x="2944" y="963"/>
                      <a:pt x="2819" y="963"/>
                    </a:cubicBezTo>
                    <a:cubicBezTo>
                      <a:pt x="2534" y="963"/>
                      <a:pt x="2149" y="705"/>
                      <a:pt x="1635"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044689" y="2075462"/>
                <a:ext cx="143" cy="143"/>
              </a:xfrm>
              <a:custGeom>
                <a:rect b="b" l="l" r="r" t="t"/>
                <a:pathLst>
                  <a:path extrusionOk="0" h="6" w="6">
                    <a:moveTo>
                      <a:pt x="1" y="1"/>
                    </a:moveTo>
                    <a:lnTo>
                      <a:pt x="1" y="1"/>
                    </a:lnTo>
                    <a:cubicBezTo>
                      <a:pt x="1" y="4"/>
                      <a:pt x="4" y="5"/>
                      <a:pt x="6" y="5"/>
                    </a:cubicBezTo>
                    <a:lnTo>
                      <a:pt x="1" y="1"/>
                    </a:ln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808039" y="2270030"/>
                <a:ext cx="89759" cy="92093"/>
              </a:xfrm>
              <a:custGeom>
                <a:rect b="b" l="l" r="r" t="t"/>
                <a:pathLst>
                  <a:path extrusionOk="0" h="3867" w="3769">
                    <a:moveTo>
                      <a:pt x="1117" y="1"/>
                    </a:moveTo>
                    <a:cubicBezTo>
                      <a:pt x="1063" y="1"/>
                      <a:pt x="1009" y="1"/>
                      <a:pt x="956" y="3"/>
                    </a:cubicBezTo>
                    <a:cubicBezTo>
                      <a:pt x="652" y="13"/>
                      <a:pt x="381" y="55"/>
                      <a:pt x="371" y="149"/>
                    </a:cubicBezTo>
                    <a:cubicBezTo>
                      <a:pt x="355" y="290"/>
                      <a:pt x="689" y="399"/>
                      <a:pt x="989" y="477"/>
                    </a:cubicBezTo>
                    <a:cubicBezTo>
                      <a:pt x="1175" y="527"/>
                      <a:pt x="1345" y="567"/>
                      <a:pt x="1408" y="601"/>
                    </a:cubicBezTo>
                    <a:cubicBezTo>
                      <a:pt x="1468" y="634"/>
                      <a:pt x="1501" y="733"/>
                      <a:pt x="1540" y="845"/>
                    </a:cubicBezTo>
                    <a:cubicBezTo>
                      <a:pt x="1353" y="825"/>
                      <a:pt x="1175" y="814"/>
                      <a:pt x="1011" y="807"/>
                    </a:cubicBezTo>
                    <a:cubicBezTo>
                      <a:pt x="925" y="804"/>
                      <a:pt x="843" y="802"/>
                      <a:pt x="767" y="802"/>
                    </a:cubicBezTo>
                    <a:cubicBezTo>
                      <a:pt x="505" y="802"/>
                      <a:pt x="313" y="822"/>
                      <a:pt x="246" y="861"/>
                    </a:cubicBezTo>
                    <a:cubicBezTo>
                      <a:pt x="0" y="1003"/>
                      <a:pt x="165" y="1462"/>
                      <a:pt x="360" y="1648"/>
                    </a:cubicBezTo>
                    <a:cubicBezTo>
                      <a:pt x="233" y="1961"/>
                      <a:pt x="383" y="2292"/>
                      <a:pt x="579" y="2441"/>
                    </a:cubicBezTo>
                    <a:cubicBezTo>
                      <a:pt x="417" y="2807"/>
                      <a:pt x="687" y="3078"/>
                      <a:pt x="966" y="3151"/>
                    </a:cubicBezTo>
                    <a:cubicBezTo>
                      <a:pt x="851" y="3439"/>
                      <a:pt x="966" y="3741"/>
                      <a:pt x="1243" y="3844"/>
                    </a:cubicBezTo>
                    <a:cubicBezTo>
                      <a:pt x="1246" y="3846"/>
                      <a:pt x="1248" y="3846"/>
                      <a:pt x="1251" y="3848"/>
                    </a:cubicBezTo>
                    <a:cubicBezTo>
                      <a:pt x="1274" y="3856"/>
                      <a:pt x="1311" y="3861"/>
                      <a:pt x="1352" y="3864"/>
                    </a:cubicBezTo>
                    <a:cubicBezTo>
                      <a:pt x="1377" y="3866"/>
                      <a:pt x="1407" y="3867"/>
                      <a:pt x="1439" y="3867"/>
                    </a:cubicBezTo>
                    <a:cubicBezTo>
                      <a:pt x="1613" y="3867"/>
                      <a:pt x="1875" y="3837"/>
                      <a:pt x="2164" y="3780"/>
                    </a:cubicBezTo>
                    <a:cubicBezTo>
                      <a:pt x="2407" y="3731"/>
                      <a:pt x="2666" y="3661"/>
                      <a:pt x="2911" y="3572"/>
                    </a:cubicBezTo>
                    <a:cubicBezTo>
                      <a:pt x="3267" y="3446"/>
                      <a:pt x="3590" y="3277"/>
                      <a:pt x="3768" y="3070"/>
                    </a:cubicBezTo>
                    <a:cubicBezTo>
                      <a:pt x="2907" y="3037"/>
                      <a:pt x="2781" y="1336"/>
                      <a:pt x="3394" y="1266"/>
                    </a:cubicBezTo>
                    <a:cubicBezTo>
                      <a:pt x="3037" y="658"/>
                      <a:pt x="2353" y="263"/>
                      <a:pt x="1886" y="102"/>
                    </a:cubicBezTo>
                    <a:cubicBezTo>
                      <a:pt x="1765" y="60"/>
                      <a:pt x="1656" y="34"/>
                      <a:pt x="1574" y="23"/>
                    </a:cubicBezTo>
                    <a:cubicBezTo>
                      <a:pt x="1449" y="9"/>
                      <a:pt x="1284" y="1"/>
                      <a:pt x="1117"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30731" y="2423947"/>
                <a:ext cx="90902" cy="4501"/>
              </a:xfrm>
              <a:custGeom>
                <a:rect b="b" l="l" r="r" t="t"/>
                <a:pathLst>
                  <a:path extrusionOk="0" h="189" w="3817">
                    <a:moveTo>
                      <a:pt x="3817" y="0"/>
                    </a:moveTo>
                    <a:lnTo>
                      <a:pt x="3817" y="0"/>
                    </a:lnTo>
                    <a:cubicBezTo>
                      <a:pt x="2309" y="116"/>
                      <a:pt x="1008" y="188"/>
                      <a:pt x="235" y="188"/>
                    </a:cubicBezTo>
                    <a:cubicBezTo>
                      <a:pt x="150" y="188"/>
                      <a:pt x="72" y="187"/>
                      <a:pt x="0" y="185"/>
                    </a:cubicBezTo>
                    <a:lnTo>
                      <a:pt x="0" y="185"/>
                    </a:lnTo>
                    <a:cubicBezTo>
                      <a:pt x="76" y="187"/>
                      <a:pt x="159" y="188"/>
                      <a:pt x="250" y="188"/>
                    </a:cubicBezTo>
                    <a:cubicBezTo>
                      <a:pt x="1026" y="188"/>
                      <a:pt x="2320" y="115"/>
                      <a:pt x="3817"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648065" y="2215375"/>
                <a:ext cx="25292" cy="126958"/>
              </a:xfrm>
              <a:custGeom>
                <a:rect b="b" l="l" r="r" t="t"/>
                <a:pathLst>
                  <a:path extrusionOk="0" h="5331" w="1062">
                    <a:moveTo>
                      <a:pt x="247" y="0"/>
                    </a:moveTo>
                    <a:cubicBezTo>
                      <a:pt x="409" y="338"/>
                      <a:pt x="538" y="663"/>
                      <a:pt x="642" y="978"/>
                    </a:cubicBezTo>
                    <a:cubicBezTo>
                      <a:pt x="642" y="976"/>
                      <a:pt x="640" y="971"/>
                      <a:pt x="640" y="970"/>
                    </a:cubicBezTo>
                    <a:cubicBezTo>
                      <a:pt x="538" y="657"/>
                      <a:pt x="409" y="336"/>
                      <a:pt x="247" y="0"/>
                    </a:cubicBezTo>
                    <a:close/>
                    <a:moveTo>
                      <a:pt x="642" y="978"/>
                    </a:moveTo>
                    <a:cubicBezTo>
                      <a:pt x="642" y="979"/>
                      <a:pt x="642" y="981"/>
                      <a:pt x="644" y="986"/>
                    </a:cubicBezTo>
                    <a:cubicBezTo>
                      <a:pt x="754" y="1328"/>
                      <a:pt x="829" y="1657"/>
                      <a:pt x="873" y="1973"/>
                    </a:cubicBezTo>
                    <a:lnTo>
                      <a:pt x="873" y="1973"/>
                    </a:lnTo>
                    <a:cubicBezTo>
                      <a:pt x="829" y="1654"/>
                      <a:pt x="753" y="1323"/>
                      <a:pt x="642" y="978"/>
                    </a:cubicBezTo>
                    <a:close/>
                    <a:moveTo>
                      <a:pt x="873" y="1973"/>
                    </a:moveTo>
                    <a:cubicBezTo>
                      <a:pt x="1060" y="3337"/>
                      <a:pt x="664" y="4454"/>
                      <a:pt x="0" y="5331"/>
                    </a:cubicBezTo>
                    <a:cubicBezTo>
                      <a:pt x="665" y="4454"/>
                      <a:pt x="1061" y="3337"/>
                      <a:pt x="873" y="197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1452235" y="2207040"/>
                <a:ext cx="200760" cy="26006"/>
              </a:xfrm>
              <a:custGeom>
                <a:rect b="b" l="l" r="r" t="t"/>
                <a:pathLst>
                  <a:path extrusionOk="0" h="1092" w="8430">
                    <a:moveTo>
                      <a:pt x="7970" y="1"/>
                    </a:moveTo>
                    <a:cubicBezTo>
                      <a:pt x="7970" y="1"/>
                      <a:pt x="7970" y="1"/>
                      <a:pt x="7969" y="1"/>
                    </a:cubicBezTo>
                    <a:lnTo>
                      <a:pt x="7969" y="1"/>
                    </a:lnTo>
                    <a:cubicBezTo>
                      <a:pt x="8080" y="1"/>
                      <a:pt x="8187" y="2"/>
                      <a:pt x="8290" y="5"/>
                    </a:cubicBezTo>
                    <a:lnTo>
                      <a:pt x="8291" y="5"/>
                    </a:lnTo>
                    <a:cubicBezTo>
                      <a:pt x="8188" y="2"/>
                      <a:pt x="8081" y="1"/>
                      <a:pt x="7970" y="1"/>
                    </a:cubicBezTo>
                    <a:close/>
                    <a:moveTo>
                      <a:pt x="8291" y="5"/>
                    </a:moveTo>
                    <a:lnTo>
                      <a:pt x="8304" y="30"/>
                    </a:lnTo>
                    <a:cubicBezTo>
                      <a:pt x="8348" y="112"/>
                      <a:pt x="8389" y="193"/>
                      <a:pt x="8429" y="274"/>
                    </a:cubicBezTo>
                    <a:cubicBezTo>
                      <a:pt x="8385" y="185"/>
                      <a:pt x="8340" y="96"/>
                      <a:pt x="8291" y="5"/>
                    </a:cubicBezTo>
                    <a:close/>
                    <a:moveTo>
                      <a:pt x="7968" y="1"/>
                    </a:moveTo>
                    <a:cubicBezTo>
                      <a:pt x="6090" y="1"/>
                      <a:pt x="3153" y="412"/>
                      <a:pt x="0" y="1091"/>
                    </a:cubicBezTo>
                    <a:cubicBezTo>
                      <a:pt x="3154" y="412"/>
                      <a:pt x="6092" y="1"/>
                      <a:pt x="7969" y="1"/>
                    </a:cubicBezTo>
                    <a:lnTo>
                      <a:pt x="7969" y="1"/>
                    </a:lnTo>
                    <a:cubicBezTo>
                      <a:pt x="7969" y="1"/>
                      <a:pt x="7969" y="1"/>
                      <a:pt x="7968" y="1"/>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1652971" y="2213565"/>
                <a:ext cx="953" cy="1834"/>
              </a:xfrm>
              <a:custGeom>
                <a:rect b="b" l="l" r="r" t="t"/>
                <a:pathLst>
                  <a:path extrusionOk="0" h="77" w="40">
                    <a:moveTo>
                      <a:pt x="0" y="0"/>
                    </a:moveTo>
                    <a:lnTo>
                      <a:pt x="0" y="0"/>
                    </a:lnTo>
                    <a:cubicBezTo>
                      <a:pt x="13" y="26"/>
                      <a:pt x="28" y="52"/>
                      <a:pt x="39" y="76"/>
                    </a:cubicBezTo>
                    <a:cubicBezTo>
                      <a:pt x="28" y="51"/>
                      <a:pt x="13" y="26"/>
                      <a:pt x="0" y="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304439" y="2623397"/>
                <a:ext cx="91378" cy="77994"/>
              </a:xfrm>
              <a:custGeom>
                <a:rect b="b" l="l" r="r" t="t"/>
                <a:pathLst>
                  <a:path extrusionOk="0" h="3275" w="3837">
                    <a:moveTo>
                      <a:pt x="2014" y="1"/>
                    </a:moveTo>
                    <a:cubicBezTo>
                      <a:pt x="2014" y="1"/>
                      <a:pt x="2014" y="2"/>
                      <a:pt x="2015" y="2"/>
                    </a:cubicBezTo>
                    <a:lnTo>
                      <a:pt x="2015" y="2"/>
                    </a:lnTo>
                    <a:cubicBezTo>
                      <a:pt x="2014" y="2"/>
                      <a:pt x="2014" y="1"/>
                      <a:pt x="2014" y="1"/>
                    </a:cubicBezTo>
                    <a:close/>
                    <a:moveTo>
                      <a:pt x="2015" y="2"/>
                    </a:moveTo>
                    <a:cubicBezTo>
                      <a:pt x="2015" y="2"/>
                      <a:pt x="2015" y="3"/>
                      <a:pt x="2015" y="3"/>
                    </a:cubicBezTo>
                    <a:lnTo>
                      <a:pt x="2015" y="3"/>
                    </a:lnTo>
                    <a:cubicBezTo>
                      <a:pt x="2015" y="3"/>
                      <a:pt x="2015" y="2"/>
                      <a:pt x="2015" y="2"/>
                    </a:cubicBezTo>
                    <a:cubicBezTo>
                      <a:pt x="2015" y="2"/>
                      <a:pt x="2015" y="2"/>
                      <a:pt x="2015" y="2"/>
                    </a:cubicBezTo>
                    <a:close/>
                    <a:moveTo>
                      <a:pt x="2015" y="3"/>
                    </a:moveTo>
                    <a:cubicBezTo>
                      <a:pt x="1944" y="66"/>
                      <a:pt x="1869" y="126"/>
                      <a:pt x="1795" y="184"/>
                    </a:cubicBezTo>
                    <a:cubicBezTo>
                      <a:pt x="1792" y="187"/>
                      <a:pt x="1790" y="189"/>
                      <a:pt x="1788" y="189"/>
                    </a:cubicBezTo>
                    <a:cubicBezTo>
                      <a:pt x="1779" y="197"/>
                      <a:pt x="1767" y="205"/>
                      <a:pt x="1756" y="213"/>
                    </a:cubicBezTo>
                    <a:cubicBezTo>
                      <a:pt x="1740" y="228"/>
                      <a:pt x="1722" y="239"/>
                      <a:pt x="1702" y="250"/>
                    </a:cubicBezTo>
                    <a:cubicBezTo>
                      <a:pt x="1440" y="451"/>
                      <a:pt x="1163" y="630"/>
                      <a:pt x="871" y="784"/>
                    </a:cubicBezTo>
                    <a:cubicBezTo>
                      <a:pt x="591" y="934"/>
                      <a:pt x="301" y="1064"/>
                      <a:pt x="1" y="1169"/>
                    </a:cubicBezTo>
                    <a:cubicBezTo>
                      <a:pt x="450" y="1649"/>
                      <a:pt x="856" y="2083"/>
                      <a:pt x="1208" y="2451"/>
                    </a:cubicBezTo>
                    <a:cubicBezTo>
                      <a:pt x="1218" y="2451"/>
                      <a:pt x="1227" y="2451"/>
                      <a:pt x="1236" y="2451"/>
                    </a:cubicBezTo>
                    <a:cubicBezTo>
                      <a:pt x="1873" y="2451"/>
                      <a:pt x="2177" y="2885"/>
                      <a:pt x="2258" y="2992"/>
                    </a:cubicBezTo>
                    <a:cubicBezTo>
                      <a:pt x="2323" y="3077"/>
                      <a:pt x="2589" y="3275"/>
                      <a:pt x="2907" y="3275"/>
                    </a:cubicBezTo>
                    <a:cubicBezTo>
                      <a:pt x="2993" y="3275"/>
                      <a:pt x="3082" y="3260"/>
                      <a:pt x="3172" y="3226"/>
                    </a:cubicBezTo>
                    <a:cubicBezTo>
                      <a:pt x="3208" y="3211"/>
                      <a:pt x="3239" y="3195"/>
                      <a:pt x="3271" y="3179"/>
                    </a:cubicBezTo>
                    <a:cubicBezTo>
                      <a:pt x="3271" y="3179"/>
                      <a:pt x="3273" y="3179"/>
                      <a:pt x="3273" y="3176"/>
                    </a:cubicBezTo>
                    <a:cubicBezTo>
                      <a:pt x="3837" y="2882"/>
                      <a:pt x="3458" y="2276"/>
                      <a:pt x="3537" y="2005"/>
                    </a:cubicBezTo>
                    <a:cubicBezTo>
                      <a:pt x="2991" y="1356"/>
                      <a:pt x="2486" y="684"/>
                      <a:pt x="2015" y="3"/>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32398" y="2432211"/>
                <a:ext cx="82638" cy="132673"/>
              </a:xfrm>
              <a:custGeom>
                <a:rect b="b" l="l" r="r" t="t"/>
                <a:pathLst>
                  <a:path extrusionOk="0" h="5571" w="3470">
                    <a:moveTo>
                      <a:pt x="2" y="0"/>
                    </a:moveTo>
                    <a:lnTo>
                      <a:pt x="0" y="2"/>
                    </a:lnTo>
                    <a:cubicBezTo>
                      <a:pt x="626" y="804"/>
                      <a:pt x="1227" y="1760"/>
                      <a:pt x="1846" y="2804"/>
                    </a:cubicBezTo>
                    <a:cubicBezTo>
                      <a:pt x="1935" y="2953"/>
                      <a:pt x="2024" y="3105"/>
                      <a:pt x="2113" y="3259"/>
                    </a:cubicBezTo>
                    <a:cubicBezTo>
                      <a:pt x="2248" y="3488"/>
                      <a:pt x="2384" y="3721"/>
                      <a:pt x="2522" y="3956"/>
                    </a:cubicBezTo>
                    <a:cubicBezTo>
                      <a:pt x="2384" y="3721"/>
                      <a:pt x="2248" y="3486"/>
                      <a:pt x="2115" y="3258"/>
                    </a:cubicBezTo>
                    <a:cubicBezTo>
                      <a:pt x="2026" y="3105"/>
                      <a:pt x="1937" y="2953"/>
                      <a:pt x="1848" y="2804"/>
                    </a:cubicBezTo>
                    <a:cubicBezTo>
                      <a:pt x="1230" y="1759"/>
                      <a:pt x="627" y="802"/>
                      <a:pt x="2" y="0"/>
                    </a:cubicBezTo>
                    <a:close/>
                    <a:moveTo>
                      <a:pt x="2522" y="3956"/>
                    </a:moveTo>
                    <a:lnTo>
                      <a:pt x="2522" y="3956"/>
                    </a:lnTo>
                    <a:cubicBezTo>
                      <a:pt x="2828" y="4483"/>
                      <a:pt x="3142" y="5024"/>
                      <a:pt x="3470" y="5570"/>
                    </a:cubicBezTo>
                    <a:cubicBezTo>
                      <a:pt x="3144" y="5024"/>
                      <a:pt x="2830" y="4484"/>
                      <a:pt x="2522" y="3956"/>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167693" y="2498964"/>
                <a:ext cx="114741" cy="128410"/>
              </a:xfrm>
              <a:custGeom>
                <a:rect b="b" l="l" r="r" t="t"/>
                <a:pathLst>
                  <a:path extrusionOk="0" h="5392" w="4818">
                    <a:moveTo>
                      <a:pt x="1" y="1"/>
                    </a:moveTo>
                    <a:cubicBezTo>
                      <a:pt x="320" y="374"/>
                      <a:pt x="657" y="761"/>
                      <a:pt x="1001" y="1153"/>
                    </a:cubicBezTo>
                    <a:cubicBezTo>
                      <a:pt x="1300" y="1495"/>
                      <a:pt x="1606" y="1841"/>
                      <a:pt x="1915" y="2188"/>
                    </a:cubicBezTo>
                    <a:lnTo>
                      <a:pt x="1915" y="2188"/>
                    </a:lnTo>
                    <a:cubicBezTo>
                      <a:pt x="1606" y="1841"/>
                      <a:pt x="1301" y="1495"/>
                      <a:pt x="1002" y="1153"/>
                    </a:cubicBezTo>
                    <a:cubicBezTo>
                      <a:pt x="657" y="761"/>
                      <a:pt x="322" y="375"/>
                      <a:pt x="1" y="1"/>
                    </a:cubicBezTo>
                    <a:close/>
                    <a:moveTo>
                      <a:pt x="1915" y="2188"/>
                    </a:moveTo>
                    <a:cubicBezTo>
                      <a:pt x="2419" y="2756"/>
                      <a:pt x="2932" y="3326"/>
                      <a:pt x="3437" y="3881"/>
                    </a:cubicBezTo>
                    <a:cubicBezTo>
                      <a:pt x="2932" y="3325"/>
                      <a:pt x="2419" y="2755"/>
                      <a:pt x="1915" y="2188"/>
                    </a:cubicBezTo>
                    <a:close/>
                    <a:moveTo>
                      <a:pt x="3437" y="3881"/>
                    </a:moveTo>
                    <a:cubicBezTo>
                      <a:pt x="3570" y="4029"/>
                      <a:pt x="3704" y="4176"/>
                      <a:pt x="3835" y="4320"/>
                    </a:cubicBezTo>
                    <a:cubicBezTo>
                      <a:pt x="3704" y="4174"/>
                      <a:pt x="3570" y="4029"/>
                      <a:pt x="3437" y="3881"/>
                    </a:cubicBezTo>
                    <a:close/>
                    <a:moveTo>
                      <a:pt x="3835" y="4320"/>
                    </a:moveTo>
                    <a:cubicBezTo>
                      <a:pt x="4169" y="4686"/>
                      <a:pt x="4500" y="5047"/>
                      <a:pt x="4817" y="5391"/>
                    </a:cubicBezTo>
                    <a:cubicBezTo>
                      <a:pt x="4500" y="5047"/>
                      <a:pt x="4171" y="4688"/>
                      <a:pt x="3835" y="4320"/>
                    </a:cubicBezTo>
                    <a:close/>
                  </a:path>
                </a:pathLst>
              </a:custGeom>
              <a:solidFill>
                <a:srgbClr val="9C48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095843" y="2263005"/>
                <a:ext cx="16575" cy="22743"/>
              </a:xfrm>
              <a:custGeom>
                <a:rect b="b" l="l" r="r" t="t"/>
                <a:pathLst>
                  <a:path extrusionOk="0" h="955" w="696">
                    <a:moveTo>
                      <a:pt x="52" y="0"/>
                    </a:moveTo>
                    <a:cubicBezTo>
                      <a:pt x="38" y="0"/>
                      <a:pt x="25" y="5"/>
                      <a:pt x="15" y="16"/>
                    </a:cubicBezTo>
                    <a:cubicBezTo>
                      <a:pt x="0" y="33"/>
                      <a:pt x="0" y="51"/>
                      <a:pt x="7" y="68"/>
                    </a:cubicBezTo>
                    <a:cubicBezTo>
                      <a:pt x="12" y="80"/>
                      <a:pt x="13" y="89"/>
                      <a:pt x="21" y="98"/>
                    </a:cubicBezTo>
                    <a:cubicBezTo>
                      <a:pt x="29" y="104"/>
                      <a:pt x="36" y="112"/>
                      <a:pt x="41" y="119"/>
                    </a:cubicBezTo>
                    <a:cubicBezTo>
                      <a:pt x="243" y="297"/>
                      <a:pt x="402" y="514"/>
                      <a:pt x="511" y="762"/>
                    </a:cubicBezTo>
                    <a:cubicBezTo>
                      <a:pt x="514" y="764"/>
                      <a:pt x="514" y="768"/>
                      <a:pt x="516" y="770"/>
                    </a:cubicBezTo>
                    <a:cubicBezTo>
                      <a:pt x="535" y="819"/>
                      <a:pt x="559" y="866"/>
                      <a:pt x="575" y="916"/>
                    </a:cubicBezTo>
                    <a:cubicBezTo>
                      <a:pt x="584" y="940"/>
                      <a:pt x="606" y="955"/>
                      <a:pt x="631" y="955"/>
                    </a:cubicBezTo>
                    <a:cubicBezTo>
                      <a:pt x="637" y="955"/>
                      <a:pt x="644" y="955"/>
                      <a:pt x="648" y="950"/>
                    </a:cubicBezTo>
                    <a:cubicBezTo>
                      <a:pt x="679" y="940"/>
                      <a:pt x="695" y="908"/>
                      <a:pt x="686" y="877"/>
                    </a:cubicBezTo>
                    <a:cubicBezTo>
                      <a:pt x="671" y="837"/>
                      <a:pt x="653" y="801"/>
                      <a:pt x="637" y="762"/>
                    </a:cubicBezTo>
                    <a:cubicBezTo>
                      <a:pt x="619" y="717"/>
                      <a:pt x="603" y="671"/>
                      <a:pt x="582" y="627"/>
                    </a:cubicBezTo>
                    <a:cubicBezTo>
                      <a:pt x="475" y="415"/>
                      <a:pt x="328" y="224"/>
                      <a:pt x="146" y="59"/>
                    </a:cubicBezTo>
                    <a:cubicBezTo>
                      <a:pt x="128" y="42"/>
                      <a:pt x="114" y="25"/>
                      <a:pt x="96" y="10"/>
                    </a:cubicBezTo>
                    <a:cubicBezTo>
                      <a:pt x="93" y="7"/>
                      <a:pt x="84" y="7"/>
                      <a:pt x="80" y="5"/>
                    </a:cubicBezTo>
                    <a:cubicBezTo>
                      <a:pt x="71" y="2"/>
                      <a:pt x="61"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183602" y="2217899"/>
                <a:ext cx="398092" cy="407641"/>
              </a:xfrm>
              <a:custGeom>
                <a:rect b="b" l="l" r="r" t="t"/>
                <a:pathLst>
                  <a:path extrusionOk="0" h="17117" w="16716">
                    <a:moveTo>
                      <a:pt x="15311" y="1"/>
                    </a:moveTo>
                    <a:cubicBezTo>
                      <a:pt x="15295" y="1"/>
                      <a:pt x="15280" y="7"/>
                      <a:pt x="15269" y="18"/>
                    </a:cubicBezTo>
                    <a:cubicBezTo>
                      <a:pt x="14901" y="413"/>
                      <a:pt x="14680" y="945"/>
                      <a:pt x="14637" y="1487"/>
                    </a:cubicBezTo>
                    <a:cubicBezTo>
                      <a:pt x="14611" y="1810"/>
                      <a:pt x="14648" y="2136"/>
                      <a:pt x="14753" y="2439"/>
                    </a:cubicBezTo>
                    <a:cubicBezTo>
                      <a:pt x="14933" y="2964"/>
                      <a:pt x="15312" y="3411"/>
                      <a:pt x="15784" y="3705"/>
                    </a:cubicBezTo>
                    <a:cubicBezTo>
                      <a:pt x="14795" y="4520"/>
                      <a:pt x="11789" y="5393"/>
                      <a:pt x="8575" y="6050"/>
                    </a:cubicBezTo>
                    <a:cubicBezTo>
                      <a:pt x="5533" y="6671"/>
                      <a:pt x="2305" y="7098"/>
                      <a:pt x="430" y="7098"/>
                    </a:cubicBezTo>
                    <a:cubicBezTo>
                      <a:pt x="300" y="7098"/>
                      <a:pt x="176" y="7096"/>
                      <a:pt x="59" y="7092"/>
                    </a:cubicBezTo>
                    <a:cubicBezTo>
                      <a:pt x="56" y="7092"/>
                      <a:pt x="54" y="7095"/>
                      <a:pt x="49" y="7095"/>
                    </a:cubicBezTo>
                    <a:cubicBezTo>
                      <a:pt x="46" y="7095"/>
                      <a:pt x="41" y="7097"/>
                      <a:pt x="39" y="7097"/>
                    </a:cubicBezTo>
                    <a:cubicBezTo>
                      <a:pt x="30" y="7101"/>
                      <a:pt x="22" y="7106"/>
                      <a:pt x="15" y="7114"/>
                    </a:cubicBezTo>
                    <a:lnTo>
                      <a:pt x="13" y="7118"/>
                    </a:lnTo>
                    <a:cubicBezTo>
                      <a:pt x="13" y="7119"/>
                      <a:pt x="10" y="7119"/>
                      <a:pt x="9" y="7119"/>
                    </a:cubicBezTo>
                    <a:lnTo>
                      <a:pt x="9" y="7121"/>
                    </a:lnTo>
                    <a:lnTo>
                      <a:pt x="7" y="7122"/>
                    </a:lnTo>
                    <a:cubicBezTo>
                      <a:pt x="1" y="7135"/>
                      <a:pt x="1" y="7147"/>
                      <a:pt x="2" y="7160"/>
                    </a:cubicBezTo>
                    <a:cubicBezTo>
                      <a:pt x="2" y="7163"/>
                      <a:pt x="5" y="7166"/>
                      <a:pt x="7" y="7169"/>
                    </a:cubicBezTo>
                    <a:cubicBezTo>
                      <a:pt x="9" y="7174"/>
                      <a:pt x="9" y="7179"/>
                      <a:pt x="13" y="7184"/>
                    </a:cubicBezTo>
                    <a:cubicBezTo>
                      <a:pt x="365" y="7662"/>
                      <a:pt x="761" y="8216"/>
                      <a:pt x="1177" y="8816"/>
                    </a:cubicBezTo>
                    <a:cubicBezTo>
                      <a:pt x="1822" y="9745"/>
                      <a:pt x="2519" y="10775"/>
                      <a:pt x="3193" y="11803"/>
                    </a:cubicBezTo>
                    <a:cubicBezTo>
                      <a:pt x="3420" y="12146"/>
                      <a:pt x="3645" y="12492"/>
                      <a:pt x="3866" y="12832"/>
                    </a:cubicBezTo>
                    <a:cubicBezTo>
                      <a:pt x="3892" y="12874"/>
                      <a:pt x="3919" y="12915"/>
                      <a:pt x="3947" y="12955"/>
                    </a:cubicBezTo>
                    <a:cubicBezTo>
                      <a:pt x="4856" y="14359"/>
                      <a:pt x="5668" y="15660"/>
                      <a:pt x="6183" y="16543"/>
                    </a:cubicBezTo>
                    <a:cubicBezTo>
                      <a:pt x="6187" y="16551"/>
                      <a:pt x="6191" y="16559"/>
                      <a:pt x="6198" y="16567"/>
                    </a:cubicBezTo>
                    <a:cubicBezTo>
                      <a:pt x="6250" y="16657"/>
                      <a:pt x="6298" y="16741"/>
                      <a:pt x="6344" y="16822"/>
                    </a:cubicBezTo>
                    <a:cubicBezTo>
                      <a:pt x="6396" y="16916"/>
                      <a:pt x="6446" y="17007"/>
                      <a:pt x="6491" y="17086"/>
                    </a:cubicBezTo>
                    <a:cubicBezTo>
                      <a:pt x="6501" y="17104"/>
                      <a:pt x="6522" y="17117"/>
                      <a:pt x="6541" y="17117"/>
                    </a:cubicBezTo>
                    <a:cubicBezTo>
                      <a:pt x="6551" y="17117"/>
                      <a:pt x="6559" y="17114"/>
                      <a:pt x="6571" y="17109"/>
                    </a:cubicBezTo>
                    <a:cubicBezTo>
                      <a:pt x="6587" y="17101"/>
                      <a:pt x="6595" y="17084"/>
                      <a:pt x="6597" y="17068"/>
                    </a:cubicBezTo>
                    <a:cubicBezTo>
                      <a:pt x="6598" y="17055"/>
                      <a:pt x="6598" y="17041"/>
                      <a:pt x="6592" y="17029"/>
                    </a:cubicBezTo>
                    <a:cubicBezTo>
                      <a:pt x="6559" y="16971"/>
                      <a:pt x="6525" y="16908"/>
                      <a:pt x="6486" y="16841"/>
                    </a:cubicBezTo>
                    <a:cubicBezTo>
                      <a:pt x="6470" y="16812"/>
                      <a:pt x="6454" y="16781"/>
                      <a:pt x="6436" y="16754"/>
                    </a:cubicBezTo>
                    <a:cubicBezTo>
                      <a:pt x="5943" y="15888"/>
                      <a:pt x="5073" y="14487"/>
                      <a:pt x="4083" y="12955"/>
                    </a:cubicBezTo>
                    <a:lnTo>
                      <a:pt x="3924" y="12712"/>
                    </a:lnTo>
                    <a:cubicBezTo>
                      <a:pt x="3730" y="12412"/>
                      <a:pt x="3532" y="12109"/>
                      <a:pt x="3331" y="11803"/>
                    </a:cubicBezTo>
                    <a:cubicBezTo>
                      <a:pt x="2658" y="10782"/>
                      <a:pt x="1963" y="9748"/>
                      <a:pt x="1320" y="8821"/>
                    </a:cubicBezTo>
                    <a:cubicBezTo>
                      <a:pt x="955" y="8294"/>
                      <a:pt x="603" y="7801"/>
                      <a:pt x="286" y="7362"/>
                    </a:cubicBezTo>
                    <a:lnTo>
                      <a:pt x="286" y="7362"/>
                    </a:lnTo>
                    <a:cubicBezTo>
                      <a:pt x="882" y="7759"/>
                      <a:pt x="1412" y="8262"/>
                      <a:pt x="1840" y="8835"/>
                    </a:cubicBezTo>
                    <a:cubicBezTo>
                      <a:pt x="1882" y="8889"/>
                      <a:pt x="1923" y="8946"/>
                      <a:pt x="1963" y="9002"/>
                    </a:cubicBezTo>
                    <a:cubicBezTo>
                      <a:pt x="1976" y="9019"/>
                      <a:pt x="1992" y="9027"/>
                      <a:pt x="2010" y="9027"/>
                    </a:cubicBezTo>
                    <a:cubicBezTo>
                      <a:pt x="2021" y="9027"/>
                      <a:pt x="2033" y="9023"/>
                      <a:pt x="2043" y="9017"/>
                    </a:cubicBezTo>
                    <a:cubicBezTo>
                      <a:pt x="2049" y="9014"/>
                      <a:pt x="2049" y="9007"/>
                      <a:pt x="2052" y="9002"/>
                    </a:cubicBezTo>
                    <a:lnTo>
                      <a:pt x="2055" y="9001"/>
                    </a:lnTo>
                    <a:cubicBezTo>
                      <a:pt x="2067" y="8983"/>
                      <a:pt x="2072" y="8959"/>
                      <a:pt x="2057" y="8938"/>
                    </a:cubicBezTo>
                    <a:cubicBezTo>
                      <a:pt x="2034" y="8905"/>
                      <a:pt x="2008" y="8873"/>
                      <a:pt x="1984" y="8840"/>
                    </a:cubicBezTo>
                    <a:cubicBezTo>
                      <a:pt x="1521" y="8200"/>
                      <a:pt x="928" y="7644"/>
                      <a:pt x="265" y="7216"/>
                    </a:cubicBezTo>
                    <a:lnTo>
                      <a:pt x="265" y="7216"/>
                    </a:lnTo>
                    <a:cubicBezTo>
                      <a:pt x="318" y="7217"/>
                      <a:pt x="372" y="7218"/>
                      <a:pt x="428" y="7218"/>
                    </a:cubicBezTo>
                    <a:cubicBezTo>
                      <a:pt x="2280" y="7218"/>
                      <a:pt x="5446" y="6801"/>
                      <a:pt x="8460" y="6191"/>
                    </a:cubicBezTo>
                    <a:cubicBezTo>
                      <a:pt x="11784" y="5518"/>
                      <a:pt x="14917" y="4610"/>
                      <a:pt x="15893" y="3768"/>
                    </a:cubicBezTo>
                    <a:cubicBezTo>
                      <a:pt x="16128" y="3897"/>
                      <a:pt x="16384" y="3995"/>
                      <a:pt x="16649" y="4038"/>
                    </a:cubicBezTo>
                    <a:lnTo>
                      <a:pt x="16657" y="4038"/>
                    </a:lnTo>
                    <a:cubicBezTo>
                      <a:pt x="16685" y="4038"/>
                      <a:pt x="16709" y="4017"/>
                      <a:pt x="16714" y="3990"/>
                    </a:cubicBezTo>
                    <a:cubicBezTo>
                      <a:pt x="16716" y="3952"/>
                      <a:pt x="16695" y="3925"/>
                      <a:pt x="16662" y="3918"/>
                    </a:cubicBezTo>
                    <a:cubicBezTo>
                      <a:pt x="15850" y="3789"/>
                      <a:pt x="15128" y="3178"/>
                      <a:pt x="14860" y="2400"/>
                    </a:cubicBezTo>
                    <a:cubicBezTo>
                      <a:pt x="14755" y="2094"/>
                      <a:pt x="14724" y="1763"/>
                      <a:pt x="14758" y="1439"/>
                    </a:cubicBezTo>
                    <a:cubicBezTo>
                      <a:pt x="14810" y="941"/>
                      <a:pt x="15014" y="460"/>
                      <a:pt x="15353" y="97"/>
                    </a:cubicBezTo>
                    <a:cubicBezTo>
                      <a:pt x="15374" y="76"/>
                      <a:pt x="15372" y="39"/>
                      <a:pt x="15350" y="16"/>
                    </a:cubicBezTo>
                    <a:cubicBezTo>
                      <a:pt x="15339" y="6"/>
                      <a:pt x="15325" y="1"/>
                      <a:pt x="15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445590" y="2958236"/>
                <a:ext cx="65515" cy="58204"/>
              </a:xfrm>
              <a:custGeom>
                <a:rect b="b" l="l" r="r" t="t"/>
                <a:pathLst>
                  <a:path extrusionOk="0" h="2444" w="2751">
                    <a:moveTo>
                      <a:pt x="2137" y="1"/>
                    </a:moveTo>
                    <a:cubicBezTo>
                      <a:pt x="2127" y="1"/>
                      <a:pt x="2117" y="3"/>
                      <a:pt x="2107" y="6"/>
                    </a:cubicBezTo>
                    <a:cubicBezTo>
                      <a:pt x="2104" y="6"/>
                      <a:pt x="2102" y="9"/>
                      <a:pt x="2101" y="9"/>
                    </a:cubicBezTo>
                    <a:cubicBezTo>
                      <a:pt x="1435" y="269"/>
                      <a:pt x="796" y="906"/>
                      <a:pt x="1119" y="1862"/>
                    </a:cubicBezTo>
                    <a:lnTo>
                      <a:pt x="0" y="2295"/>
                    </a:lnTo>
                    <a:lnTo>
                      <a:pt x="67" y="2444"/>
                    </a:lnTo>
                    <a:lnTo>
                      <a:pt x="2687" y="1432"/>
                    </a:lnTo>
                    <a:cubicBezTo>
                      <a:pt x="2731" y="1416"/>
                      <a:pt x="2751" y="1371"/>
                      <a:pt x="2734" y="1329"/>
                    </a:cubicBezTo>
                    <a:cubicBezTo>
                      <a:pt x="2722" y="1295"/>
                      <a:pt x="2691" y="1275"/>
                      <a:pt x="2658" y="1275"/>
                    </a:cubicBezTo>
                    <a:cubicBezTo>
                      <a:pt x="2649" y="1275"/>
                      <a:pt x="2639" y="1276"/>
                      <a:pt x="2629" y="1280"/>
                    </a:cubicBezTo>
                    <a:lnTo>
                      <a:pt x="1269" y="1804"/>
                    </a:lnTo>
                    <a:cubicBezTo>
                      <a:pt x="989" y="958"/>
                      <a:pt x="1537" y="400"/>
                      <a:pt x="2166" y="159"/>
                    </a:cubicBezTo>
                    <a:cubicBezTo>
                      <a:pt x="2167" y="159"/>
                      <a:pt x="2167" y="157"/>
                      <a:pt x="2169" y="157"/>
                    </a:cubicBezTo>
                    <a:cubicBezTo>
                      <a:pt x="2208" y="139"/>
                      <a:pt x="2227" y="94"/>
                      <a:pt x="2213" y="53"/>
                    </a:cubicBezTo>
                    <a:cubicBezTo>
                      <a:pt x="2200" y="21"/>
                      <a:pt x="2169" y="1"/>
                      <a:pt x="2137"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338899" y="3017035"/>
                <a:ext cx="97499" cy="40200"/>
              </a:xfrm>
              <a:custGeom>
                <a:rect b="b" l="l" r="r" t="t"/>
                <a:pathLst>
                  <a:path extrusionOk="0" h="1688" w="4094">
                    <a:moveTo>
                      <a:pt x="4027" y="1"/>
                    </a:moveTo>
                    <a:lnTo>
                      <a:pt x="90" y="1519"/>
                    </a:lnTo>
                    <a:lnTo>
                      <a:pt x="64" y="1529"/>
                    </a:lnTo>
                    <a:cubicBezTo>
                      <a:pt x="20" y="1545"/>
                      <a:pt x="1" y="1592"/>
                      <a:pt x="17" y="1634"/>
                    </a:cubicBezTo>
                    <a:cubicBezTo>
                      <a:pt x="29" y="1667"/>
                      <a:pt x="59" y="1688"/>
                      <a:pt x="93" y="1688"/>
                    </a:cubicBezTo>
                    <a:cubicBezTo>
                      <a:pt x="100" y="1688"/>
                      <a:pt x="105" y="1684"/>
                      <a:pt x="110" y="1684"/>
                    </a:cubicBezTo>
                    <a:cubicBezTo>
                      <a:pt x="114" y="1684"/>
                      <a:pt x="121" y="1684"/>
                      <a:pt x="124" y="1683"/>
                    </a:cubicBezTo>
                    <a:lnTo>
                      <a:pt x="4093" y="151"/>
                    </a:lnTo>
                    <a:lnTo>
                      <a:pt x="4027" y="1"/>
                    </a:ln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407082" y="2973287"/>
                <a:ext cx="10812" cy="5978"/>
              </a:xfrm>
              <a:custGeom>
                <a:rect b="b" l="l" r="r" t="t"/>
                <a:pathLst>
                  <a:path extrusionOk="0" h="251" w="454">
                    <a:moveTo>
                      <a:pt x="84" y="1"/>
                    </a:moveTo>
                    <a:cubicBezTo>
                      <a:pt x="44" y="1"/>
                      <a:pt x="9" y="31"/>
                      <a:pt x="5" y="74"/>
                    </a:cubicBezTo>
                    <a:cubicBezTo>
                      <a:pt x="0" y="115"/>
                      <a:pt x="26" y="151"/>
                      <a:pt x="65" y="162"/>
                    </a:cubicBezTo>
                    <a:cubicBezTo>
                      <a:pt x="66" y="161"/>
                      <a:pt x="68" y="160"/>
                      <a:pt x="69" y="160"/>
                    </a:cubicBezTo>
                    <a:cubicBezTo>
                      <a:pt x="72" y="160"/>
                      <a:pt x="74" y="162"/>
                      <a:pt x="78" y="163"/>
                    </a:cubicBezTo>
                    <a:cubicBezTo>
                      <a:pt x="207" y="178"/>
                      <a:pt x="332" y="207"/>
                      <a:pt x="454" y="251"/>
                    </a:cubicBezTo>
                    <a:lnTo>
                      <a:pt x="366" y="52"/>
                    </a:lnTo>
                    <a:cubicBezTo>
                      <a:pt x="290" y="32"/>
                      <a:pt x="212" y="18"/>
                      <a:pt x="135" y="8"/>
                    </a:cubicBezTo>
                    <a:cubicBezTo>
                      <a:pt x="122" y="5"/>
                      <a:pt x="110" y="1"/>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398770" y="2985481"/>
                <a:ext cx="23482" cy="11931"/>
              </a:xfrm>
              <a:custGeom>
                <a:rect b="b" l="l" r="r" t="t"/>
                <a:pathLst>
                  <a:path extrusionOk="0" h="501" w="986">
                    <a:moveTo>
                      <a:pt x="84" y="1"/>
                    </a:moveTo>
                    <a:cubicBezTo>
                      <a:pt x="43" y="1"/>
                      <a:pt x="10" y="31"/>
                      <a:pt x="5" y="73"/>
                    </a:cubicBezTo>
                    <a:cubicBezTo>
                      <a:pt x="1" y="105"/>
                      <a:pt x="17" y="134"/>
                      <a:pt x="43" y="151"/>
                    </a:cubicBezTo>
                    <a:cubicBezTo>
                      <a:pt x="54" y="157"/>
                      <a:pt x="64" y="162"/>
                      <a:pt x="75" y="164"/>
                    </a:cubicBezTo>
                    <a:cubicBezTo>
                      <a:pt x="356" y="203"/>
                      <a:pt x="621" y="311"/>
                      <a:pt x="845" y="483"/>
                    </a:cubicBezTo>
                    <a:cubicBezTo>
                      <a:pt x="858" y="496"/>
                      <a:pt x="874" y="501"/>
                      <a:pt x="892" y="501"/>
                    </a:cubicBezTo>
                    <a:cubicBezTo>
                      <a:pt x="916" y="501"/>
                      <a:pt x="941" y="489"/>
                      <a:pt x="957" y="468"/>
                    </a:cubicBezTo>
                    <a:cubicBezTo>
                      <a:pt x="986" y="431"/>
                      <a:pt x="978" y="381"/>
                      <a:pt x="942" y="353"/>
                    </a:cubicBezTo>
                    <a:cubicBezTo>
                      <a:pt x="714" y="178"/>
                      <a:pt x="443" y="63"/>
                      <a:pt x="159" y="13"/>
                    </a:cubicBezTo>
                    <a:cubicBezTo>
                      <a:pt x="138" y="10"/>
                      <a:pt x="116" y="3"/>
                      <a:pt x="96" y="2"/>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88577" y="2996150"/>
                <a:ext cx="20981" cy="12312"/>
              </a:xfrm>
              <a:custGeom>
                <a:rect b="b" l="l" r="r" t="t"/>
                <a:pathLst>
                  <a:path extrusionOk="0" h="517" w="881">
                    <a:moveTo>
                      <a:pt x="91" y="0"/>
                    </a:moveTo>
                    <a:cubicBezTo>
                      <a:pt x="58" y="0"/>
                      <a:pt x="26" y="21"/>
                      <a:pt x="14" y="53"/>
                    </a:cubicBezTo>
                    <a:cubicBezTo>
                      <a:pt x="1" y="85"/>
                      <a:pt x="12" y="121"/>
                      <a:pt x="38" y="143"/>
                    </a:cubicBezTo>
                    <a:cubicBezTo>
                      <a:pt x="44" y="150"/>
                      <a:pt x="53" y="155"/>
                      <a:pt x="61" y="158"/>
                    </a:cubicBezTo>
                    <a:cubicBezTo>
                      <a:pt x="299" y="249"/>
                      <a:pt x="527" y="365"/>
                      <a:pt x="743" y="503"/>
                    </a:cubicBezTo>
                    <a:cubicBezTo>
                      <a:pt x="758" y="511"/>
                      <a:pt x="771" y="516"/>
                      <a:pt x="787" y="516"/>
                    </a:cubicBezTo>
                    <a:cubicBezTo>
                      <a:pt x="814" y="516"/>
                      <a:pt x="840" y="503"/>
                      <a:pt x="856" y="479"/>
                    </a:cubicBezTo>
                    <a:cubicBezTo>
                      <a:pt x="881" y="442"/>
                      <a:pt x="869" y="390"/>
                      <a:pt x="832" y="365"/>
                    </a:cubicBezTo>
                    <a:cubicBezTo>
                      <a:pt x="621" y="231"/>
                      <a:pt x="396" y="114"/>
                      <a:pt x="161" y="24"/>
                    </a:cubicBezTo>
                    <a:cubicBezTo>
                      <a:pt x="147" y="17"/>
                      <a:pt x="134" y="9"/>
                      <a:pt x="119" y="6"/>
                    </a:cubicBezTo>
                    <a:cubicBezTo>
                      <a:pt x="110" y="2"/>
                      <a:pt x="100" y="0"/>
                      <a:pt x="91"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258095" y="2693628"/>
                <a:ext cx="172302" cy="98951"/>
              </a:xfrm>
              <a:custGeom>
                <a:rect b="b" l="l" r="r" t="t"/>
                <a:pathLst>
                  <a:path extrusionOk="0" h="4155" w="7235">
                    <a:moveTo>
                      <a:pt x="6618" y="1"/>
                    </a:moveTo>
                    <a:cubicBezTo>
                      <a:pt x="6609" y="1"/>
                      <a:pt x="6599" y="2"/>
                      <a:pt x="6590" y="6"/>
                    </a:cubicBezTo>
                    <a:cubicBezTo>
                      <a:pt x="6588" y="6"/>
                      <a:pt x="6587" y="8"/>
                      <a:pt x="6585" y="8"/>
                    </a:cubicBezTo>
                    <a:cubicBezTo>
                      <a:pt x="6190" y="162"/>
                      <a:pt x="5872" y="411"/>
                      <a:pt x="5690" y="713"/>
                    </a:cubicBezTo>
                    <a:cubicBezTo>
                      <a:pt x="5609" y="847"/>
                      <a:pt x="5558" y="992"/>
                      <a:pt x="5532" y="1141"/>
                    </a:cubicBezTo>
                    <a:lnTo>
                      <a:pt x="5532" y="1145"/>
                    </a:lnTo>
                    <a:cubicBezTo>
                      <a:pt x="5493" y="1372"/>
                      <a:pt x="5517" y="1614"/>
                      <a:pt x="5600" y="1863"/>
                    </a:cubicBezTo>
                    <a:lnTo>
                      <a:pt x="2441" y="3082"/>
                    </a:lnTo>
                    <a:lnTo>
                      <a:pt x="958" y="3653"/>
                    </a:lnTo>
                    <a:lnTo>
                      <a:pt x="89" y="3986"/>
                    </a:lnTo>
                    <a:lnTo>
                      <a:pt x="64" y="3998"/>
                    </a:lnTo>
                    <a:cubicBezTo>
                      <a:pt x="21" y="4014"/>
                      <a:pt x="0" y="4061"/>
                      <a:pt x="17" y="4103"/>
                    </a:cubicBezTo>
                    <a:cubicBezTo>
                      <a:pt x="30" y="4136"/>
                      <a:pt x="59" y="4155"/>
                      <a:pt x="94" y="4155"/>
                    </a:cubicBezTo>
                    <a:cubicBezTo>
                      <a:pt x="99" y="4155"/>
                      <a:pt x="104" y="4153"/>
                      <a:pt x="111" y="4153"/>
                    </a:cubicBezTo>
                    <a:cubicBezTo>
                      <a:pt x="114" y="4153"/>
                      <a:pt x="120" y="4153"/>
                      <a:pt x="124" y="4152"/>
                    </a:cubicBezTo>
                    <a:lnTo>
                      <a:pt x="1086" y="3781"/>
                    </a:lnTo>
                    <a:lnTo>
                      <a:pt x="2519" y="3228"/>
                    </a:lnTo>
                    <a:lnTo>
                      <a:pt x="5734" y="1987"/>
                    </a:lnTo>
                    <a:lnTo>
                      <a:pt x="5791" y="1964"/>
                    </a:lnTo>
                    <a:lnTo>
                      <a:pt x="5793" y="1964"/>
                    </a:lnTo>
                    <a:lnTo>
                      <a:pt x="7172" y="1431"/>
                    </a:lnTo>
                    <a:cubicBezTo>
                      <a:pt x="7214" y="1415"/>
                      <a:pt x="7235" y="1368"/>
                      <a:pt x="7219" y="1325"/>
                    </a:cubicBezTo>
                    <a:cubicBezTo>
                      <a:pt x="7206" y="1293"/>
                      <a:pt x="7175" y="1273"/>
                      <a:pt x="7143" y="1273"/>
                    </a:cubicBezTo>
                    <a:cubicBezTo>
                      <a:pt x="7133" y="1273"/>
                      <a:pt x="7123" y="1275"/>
                      <a:pt x="7113" y="1278"/>
                    </a:cubicBezTo>
                    <a:lnTo>
                      <a:pt x="5754" y="1803"/>
                    </a:lnTo>
                    <a:cubicBezTo>
                      <a:pt x="5630" y="1432"/>
                      <a:pt x="5655" y="1092"/>
                      <a:pt x="5833" y="797"/>
                    </a:cubicBezTo>
                    <a:cubicBezTo>
                      <a:pt x="5995" y="525"/>
                      <a:pt x="6285" y="298"/>
                      <a:pt x="6650" y="159"/>
                    </a:cubicBezTo>
                    <a:cubicBezTo>
                      <a:pt x="6651" y="159"/>
                      <a:pt x="6651" y="157"/>
                      <a:pt x="6653" y="157"/>
                    </a:cubicBezTo>
                    <a:cubicBezTo>
                      <a:pt x="6692" y="137"/>
                      <a:pt x="6711" y="94"/>
                      <a:pt x="6695" y="53"/>
                    </a:cubicBezTo>
                    <a:cubicBezTo>
                      <a:pt x="6683" y="21"/>
                      <a:pt x="6651" y="1"/>
                      <a:pt x="6618"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26372" y="2708655"/>
                <a:ext cx="25292" cy="11836"/>
              </a:xfrm>
              <a:custGeom>
                <a:rect b="b" l="l" r="r" t="t"/>
                <a:pathLst>
                  <a:path extrusionOk="0" h="497" w="1062">
                    <a:moveTo>
                      <a:pt x="87" y="0"/>
                    </a:moveTo>
                    <a:cubicBezTo>
                      <a:pt x="45" y="0"/>
                      <a:pt x="10" y="31"/>
                      <a:pt x="7" y="74"/>
                    </a:cubicBezTo>
                    <a:cubicBezTo>
                      <a:pt x="0" y="113"/>
                      <a:pt x="26" y="148"/>
                      <a:pt x="65" y="160"/>
                    </a:cubicBezTo>
                    <a:cubicBezTo>
                      <a:pt x="68" y="161"/>
                      <a:pt x="73" y="164"/>
                      <a:pt x="76" y="164"/>
                    </a:cubicBezTo>
                    <a:cubicBezTo>
                      <a:pt x="379" y="198"/>
                      <a:pt x="671" y="307"/>
                      <a:pt x="922" y="482"/>
                    </a:cubicBezTo>
                    <a:cubicBezTo>
                      <a:pt x="935" y="492"/>
                      <a:pt x="952" y="497"/>
                      <a:pt x="968" y="497"/>
                    </a:cubicBezTo>
                    <a:cubicBezTo>
                      <a:pt x="995" y="497"/>
                      <a:pt x="1020" y="484"/>
                      <a:pt x="1036" y="461"/>
                    </a:cubicBezTo>
                    <a:cubicBezTo>
                      <a:pt x="1062" y="425"/>
                      <a:pt x="1052" y="375"/>
                      <a:pt x="1015" y="348"/>
                    </a:cubicBezTo>
                    <a:cubicBezTo>
                      <a:pt x="754" y="166"/>
                      <a:pt x="449" y="51"/>
                      <a:pt x="133" y="7"/>
                    </a:cubicBezTo>
                    <a:cubicBezTo>
                      <a:pt x="122" y="6"/>
                      <a:pt x="107" y="1"/>
                      <a:pt x="96" y="1"/>
                    </a:cubicBezTo>
                    <a:cubicBezTo>
                      <a:pt x="93" y="0"/>
                      <a:pt x="90" y="0"/>
                      <a:pt x="87"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318109" y="2720872"/>
                <a:ext cx="23482" cy="11908"/>
              </a:xfrm>
              <a:custGeom>
                <a:rect b="b" l="l" r="r" t="t"/>
                <a:pathLst>
                  <a:path extrusionOk="0" h="500" w="986">
                    <a:moveTo>
                      <a:pt x="84" y="1"/>
                    </a:moveTo>
                    <a:cubicBezTo>
                      <a:pt x="44" y="1"/>
                      <a:pt x="10" y="31"/>
                      <a:pt x="5" y="71"/>
                    </a:cubicBezTo>
                    <a:cubicBezTo>
                      <a:pt x="0" y="105"/>
                      <a:pt x="17" y="134"/>
                      <a:pt x="43" y="151"/>
                    </a:cubicBezTo>
                    <a:cubicBezTo>
                      <a:pt x="47" y="157"/>
                      <a:pt x="59" y="162"/>
                      <a:pt x="72" y="164"/>
                    </a:cubicBezTo>
                    <a:cubicBezTo>
                      <a:pt x="351" y="202"/>
                      <a:pt x="616" y="311"/>
                      <a:pt x="842" y="483"/>
                    </a:cubicBezTo>
                    <a:cubicBezTo>
                      <a:pt x="856" y="496"/>
                      <a:pt x="874" y="499"/>
                      <a:pt x="892" y="499"/>
                    </a:cubicBezTo>
                    <a:cubicBezTo>
                      <a:pt x="916" y="499"/>
                      <a:pt x="940" y="489"/>
                      <a:pt x="957" y="467"/>
                    </a:cubicBezTo>
                    <a:cubicBezTo>
                      <a:pt x="986" y="431"/>
                      <a:pt x="978" y="381"/>
                      <a:pt x="942" y="353"/>
                    </a:cubicBezTo>
                    <a:cubicBezTo>
                      <a:pt x="714" y="178"/>
                      <a:pt x="443" y="61"/>
                      <a:pt x="159" y="13"/>
                    </a:cubicBezTo>
                    <a:cubicBezTo>
                      <a:pt x="138" y="10"/>
                      <a:pt x="116" y="3"/>
                      <a:pt x="96" y="1"/>
                    </a:cubicBezTo>
                    <a:cubicBezTo>
                      <a:pt x="92" y="1"/>
                      <a:pt x="88" y="1"/>
                      <a:pt x="84"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307916" y="2731422"/>
                <a:ext cx="20981" cy="12336"/>
              </a:xfrm>
              <a:custGeom>
                <a:rect b="b" l="l" r="r" t="t"/>
                <a:pathLst>
                  <a:path extrusionOk="0" h="518" w="881">
                    <a:moveTo>
                      <a:pt x="89" y="0"/>
                    </a:moveTo>
                    <a:cubicBezTo>
                      <a:pt x="56" y="0"/>
                      <a:pt x="26" y="20"/>
                      <a:pt x="14" y="53"/>
                    </a:cubicBezTo>
                    <a:cubicBezTo>
                      <a:pt x="1" y="85"/>
                      <a:pt x="10" y="121"/>
                      <a:pt x="38" y="144"/>
                    </a:cubicBezTo>
                    <a:cubicBezTo>
                      <a:pt x="44" y="152"/>
                      <a:pt x="49" y="158"/>
                      <a:pt x="61" y="160"/>
                    </a:cubicBezTo>
                    <a:cubicBezTo>
                      <a:pt x="299" y="250"/>
                      <a:pt x="527" y="369"/>
                      <a:pt x="743" y="507"/>
                    </a:cubicBezTo>
                    <a:cubicBezTo>
                      <a:pt x="757" y="515"/>
                      <a:pt x="770" y="518"/>
                      <a:pt x="787" y="518"/>
                    </a:cubicBezTo>
                    <a:cubicBezTo>
                      <a:pt x="814" y="518"/>
                      <a:pt x="840" y="507"/>
                      <a:pt x="856" y="482"/>
                    </a:cubicBezTo>
                    <a:cubicBezTo>
                      <a:pt x="881" y="443"/>
                      <a:pt x="871" y="393"/>
                      <a:pt x="832" y="369"/>
                    </a:cubicBezTo>
                    <a:cubicBezTo>
                      <a:pt x="621" y="233"/>
                      <a:pt x="396" y="118"/>
                      <a:pt x="161" y="24"/>
                    </a:cubicBezTo>
                    <a:cubicBezTo>
                      <a:pt x="146" y="19"/>
                      <a:pt x="133" y="11"/>
                      <a:pt x="119" y="6"/>
                    </a:cubicBezTo>
                    <a:cubicBezTo>
                      <a:pt x="109" y="2"/>
                      <a:pt x="99" y="0"/>
                      <a:pt x="89"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469167" y="2961928"/>
                <a:ext cx="39057" cy="39271"/>
              </a:xfrm>
              <a:custGeom>
                <a:rect b="b" l="l" r="r" t="t"/>
                <a:pathLst>
                  <a:path extrusionOk="0" h="1649" w="1640">
                    <a:moveTo>
                      <a:pt x="1179" y="0"/>
                    </a:moveTo>
                    <a:cubicBezTo>
                      <a:pt x="1177" y="0"/>
                      <a:pt x="1177" y="2"/>
                      <a:pt x="1176" y="2"/>
                    </a:cubicBezTo>
                    <a:cubicBezTo>
                      <a:pt x="550" y="245"/>
                      <a:pt x="1" y="803"/>
                      <a:pt x="283" y="1649"/>
                    </a:cubicBezTo>
                    <a:lnTo>
                      <a:pt x="1639" y="1125"/>
                    </a:lnTo>
                    <a:cubicBezTo>
                      <a:pt x="1500" y="757"/>
                      <a:pt x="1344" y="363"/>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447162" y="2992387"/>
                <a:ext cx="65682" cy="32317"/>
              </a:xfrm>
              <a:custGeom>
                <a:rect b="b" l="l" r="r" t="t"/>
                <a:pathLst>
                  <a:path extrusionOk="0" h="1357" w="2758">
                    <a:moveTo>
                      <a:pt x="2621" y="0"/>
                    </a:moveTo>
                    <a:lnTo>
                      <a:pt x="1" y="1010"/>
                    </a:lnTo>
                    <a:lnTo>
                      <a:pt x="155" y="1356"/>
                    </a:lnTo>
                    <a:lnTo>
                      <a:pt x="2758" y="353"/>
                    </a:lnTo>
                    <a:cubicBezTo>
                      <a:pt x="2715" y="243"/>
                      <a:pt x="2668" y="123"/>
                      <a:pt x="2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328683" y="2847639"/>
                <a:ext cx="166991" cy="165324"/>
              </a:xfrm>
              <a:custGeom>
                <a:rect b="b" l="l" r="r" t="t"/>
                <a:pathLst>
                  <a:path extrusionOk="0" h="6942" w="7012">
                    <a:moveTo>
                      <a:pt x="2456" y="1"/>
                    </a:moveTo>
                    <a:cubicBezTo>
                      <a:pt x="2331" y="1"/>
                      <a:pt x="2213" y="12"/>
                      <a:pt x="2094" y="30"/>
                    </a:cubicBezTo>
                    <a:lnTo>
                      <a:pt x="2419" y="715"/>
                    </a:lnTo>
                    <a:lnTo>
                      <a:pt x="2453" y="788"/>
                    </a:lnTo>
                    <a:lnTo>
                      <a:pt x="2456" y="788"/>
                    </a:lnTo>
                    <a:cubicBezTo>
                      <a:pt x="2921" y="788"/>
                      <a:pt x="3342" y="981"/>
                      <a:pt x="3644" y="1289"/>
                    </a:cubicBezTo>
                    <a:cubicBezTo>
                      <a:pt x="3715" y="1359"/>
                      <a:pt x="3778" y="1438"/>
                      <a:pt x="3835" y="1521"/>
                    </a:cubicBezTo>
                    <a:cubicBezTo>
                      <a:pt x="3906" y="1626"/>
                      <a:pt x="3965" y="1743"/>
                      <a:pt x="4012" y="1861"/>
                    </a:cubicBezTo>
                    <a:cubicBezTo>
                      <a:pt x="4081" y="2046"/>
                      <a:pt x="4122" y="2247"/>
                      <a:pt x="4122" y="2458"/>
                    </a:cubicBezTo>
                    <a:cubicBezTo>
                      <a:pt x="4122" y="2658"/>
                      <a:pt x="4086" y="2848"/>
                      <a:pt x="4021" y="3026"/>
                    </a:cubicBezTo>
                    <a:cubicBezTo>
                      <a:pt x="3914" y="3318"/>
                      <a:pt x="3730" y="3571"/>
                      <a:pt x="3493" y="3762"/>
                    </a:cubicBezTo>
                    <a:cubicBezTo>
                      <a:pt x="3465" y="3782"/>
                      <a:pt x="3440" y="3803"/>
                      <a:pt x="3414" y="3820"/>
                    </a:cubicBezTo>
                    <a:cubicBezTo>
                      <a:pt x="3308" y="3895"/>
                      <a:pt x="3193" y="3958"/>
                      <a:pt x="3068" y="4007"/>
                    </a:cubicBezTo>
                    <a:cubicBezTo>
                      <a:pt x="2879" y="4081"/>
                      <a:pt x="2671" y="4125"/>
                      <a:pt x="2456" y="4125"/>
                    </a:cubicBezTo>
                    <a:cubicBezTo>
                      <a:pt x="1535" y="4125"/>
                      <a:pt x="787" y="3375"/>
                      <a:pt x="787" y="2456"/>
                    </a:cubicBezTo>
                    <a:cubicBezTo>
                      <a:pt x="787" y="2206"/>
                      <a:pt x="843" y="1970"/>
                      <a:pt x="940" y="1759"/>
                    </a:cubicBezTo>
                    <a:cubicBezTo>
                      <a:pt x="1112" y="1386"/>
                      <a:pt x="1415" y="1088"/>
                      <a:pt x="1793" y="924"/>
                    </a:cubicBezTo>
                    <a:cubicBezTo>
                      <a:pt x="1843" y="902"/>
                      <a:pt x="1897" y="881"/>
                      <a:pt x="1950" y="864"/>
                    </a:cubicBezTo>
                    <a:lnTo>
                      <a:pt x="1926" y="813"/>
                    </a:lnTo>
                    <a:lnTo>
                      <a:pt x="1615" y="151"/>
                    </a:lnTo>
                    <a:cubicBezTo>
                      <a:pt x="1548" y="176"/>
                      <a:pt x="1480" y="205"/>
                      <a:pt x="1415" y="236"/>
                    </a:cubicBezTo>
                    <a:cubicBezTo>
                      <a:pt x="1333" y="273"/>
                      <a:pt x="1253" y="317"/>
                      <a:pt x="1177" y="365"/>
                    </a:cubicBezTo>
                    <a:cubicBezTo>
                      <a:pt x="845" y="569"/>
                      <a:pt x="564" y="848"/>
                      <a:pt x="362" y="1180"/>
                    </a:cubicBezTo>
                    <a:cubicBezTo>
                      <a:pt x="135" y="1553"/>
                      <a:pt x="1" y="1989"/>
                      <a:pt x="1" y="2458"/>
                    </a:cubicBezTo>
                    <a:cubicBezTo>
                      <a:pt x="1" y="3811"/>
                      <a:pt x="1103" y="4913"/>
                      <a:pt x="2456" y="4913"/>
                    </a:cubicBezTo>
                    <a:cubicBezTo>
                      <a:pt x="2710" y="4913"/>
                      <a:pt x="2955" y="4874"/>
                      <a:pt x="3187" y="4801"/>
                    </a:cubicBezTo>
                    <a:cubicBezTo>
                      <a:pt x="3245" y="4935"/>
                      <a:pt x="3341" y="5073"/>
                      <a:pt x="3454" y="5190"/>
                    </a:cubicBezTo>
                    <a:cubicBezTo>
                      <a:pt x="3448" y="5221"/>
                      <a:pt x="3436" y="5255"/>
                      <a:pt x="3423" y="5287"/>
                    </a:cubicBezTo>
                    <a:cubicBezTo>
                      <a:pt x="3503" y="5297"/>
                      <a:pt x="3579" y="5311"/>
                      <a:pt x="3657" y="5333"/>
                    </a:cubicBezTo>
                    <a:lnTo>
                      <a:pt x="3388" y="4726"/>
                    </a:lnTo>
                    <a:cubicBezTo>
                      <a:pt x="3535" y="4665"/>
                      <a:pt x="3675" y="4590"/>
                      <a:pt x="3806" y="4503"/>
                    </a:cubicBezTo>
                    <a:cubicBezTo>
                      <a:pt x="3811" y="4501"/>
                      <a:pt x="3814" y="4500"/>
                      <a:pt x="3819" y="4495"/>
                    </a:cubicBezTo>
                    <a:lnTo>
                      <a:pt x="3871" y="4615"/>
                    </a:lnTo>
                    <a:lnTo>
                      <a:pt x="4908" y="6942"/>
                    </a:lnTo>
                    <a:lnTo>
                      <a:pt x="6026" y="6511"/>
                    </a:lnTo>
                    <a:cubicBezTo>
                      <a:pt x="5705" y="5548"/>
                      <a:pt x="6345" y="4913"/>
                      <a:pt x="7011" y="4653"/>
                    </a:cubicBezTo>
                    <a:cubicBezTo>
                      <a:pt x="6722" y="4043"/>
                      <a:pt x="6411" y="3567"/>
                      <a:pt x="6113" y="3567"/>
                    </a:cubicBezTo>
                    <a:cubicBezTo>
                      <a:pt x="6080" y="3567"/>
                      <a:pt x="6046" y="3573"/>
                      <a:pt x="6013" y="3585"/>
                    </a:cubicBezTo>
                    <a:cubicBezTo>
                      <a:pt x="5788" y="3673"/>
                      <a:pt x="5952" y="4005"/>
                      <a:pt x="5960" y="4333"/>
                    </a:cubicBezTo>
                    <a:cubicBezTo>
                      <a:pt x="5966" y="4564"/>
                      <a:pt x="5893" y="4791"/>
                      <a:pt x="5545" y="4924"/>
                    </a:cubicBezTo>
                    <a:cubicBezTo>
                      <a:pt x="5454" y="4959"/>
                      <a:pt x="5364" y="4974"/>
                      <a:pt x="5278" y="4974"/>
                    </a:cubicBezTo>
                    <a:cubicBezTo>
                      <a:pt x="4962" y="4974"/>
                      <a:pt x="4697" y="4777"/>
                      <a:pt x="4631" y="4692"/>
                    </a:cubicBezTo>
                    <a:cubicBezTo>
                      <a:pt x="4574" y="4618"/>
                      <a:pt x="4412" y="4396"/>
                      <a:pt x="4112" y="4258"/>
                    </a:cubicBezTo>
                    <a:cubicBezTo>
                      <a:pt x="4467" y="3932"/>
                      <a:pt x="4725" y="3504"/>
                      <a:pt x="4840" y="3020"/>
                    </a:cubicBezTo>
                    <a:cubicBezTo>
                      <a:pt x="4882" y="2838"/>
                      <a:pt x="4908" y="2650"/>
                      <a:pt x="4908" y="2456"/>
                    </a:cubicBezTo>
                    <a:cubicBezTo>
                      <a:pt x="4908" y="2253"/>
                      <a:pt x="4880" y="2056"/>
                      <a:pt x="4833" y="1868"/>
                    </a:cubicBezTo>
                    <a:cubicBezTo>
                      <a:pt x="4777" y="1641"/>
                      <a:pt x="4692" y="1428"/>
                      <a:pt x="4579" y="1232"/>
                    </a:cubicBezTo>
                    <a:cubicBezTo>
                      <a:pt x="4422" y="962"/>
                      <a:pt x="4219" y="727"/>
                      <a:pt x="3979" y="535"/>
                    </a:cubicBezTo>
                    <a:cubicBezTo>
                      <a:pt x="3679" y="296"/>
                      <a:pt x="3323" y="125"/>
                      <a:pt x="2934" y="49"/>
                    </a:cubicBezTo>
                    <a:cubicBezTo>
                      <a:pt x="2777" y="18"/>
                      <a:pt x="2619" y="1"/>
                      <a:pt x="2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340685" y="2977050"/>
                <a:ext cx="94045" cy="76208"/>
              </a:xfrm>
              <a:custGeom>
                <a:rect b="b" l="l" r="r" t="t"/>
                <a:pathLst>
                  <a:path extrusionOk="0" h="3200" w="3949">
                    <a:moveTo>
                      <a:pt x="2853" y="1"/>
                    </a:moveTo>
                    <a:cubicBezTo>
                      <a:pt x="2790" y="116"/>
                      <a:pt x="2704" y="240"/>
                      <a:pt x="2595" y="370"/>
                    </a:cubicBezTo>
                    <a:cubicBezTo>
                      <a:pt x="2879" y="419"/>
                      <a:pt x="3151" y="534"/>
                      <a:pt x="3380" y="710"/>
                    </a:cubicBezTo>
                    <a:cubicBezTo>
                      <a:pt x="3417" y="738"/>
                      <a:pt x="3422" y="788"/>
                      <a:pt x="3394" y="824"/>
                    </a:cubicBezTo>
                    <a:cubicBezTo>
                      <a:pt x="3378" y="843"/>
                      <a:pt x="3354" y="856"/>
                      <a:pt x="3329" y="856"/>
                    </a:cubicBezTo>
                    <a:cubicBezTo>
                      <a:pt x="3311" y="856"/>
                      <a:pt x="3295" y="850"/>
                      <a:pt x="3279" y="840"/>
                    </a:cubicBezTo>
                    <a:cubicBezTo>
                      <a:pt x="3054" y="668"/>
                      <a:pt x="2788" y="558"/>
                      <a:pt x="2509" y="519"/>
                    </a:cubicBezTo>
                    <a:cubicBezTo>
                      <a:pt x="2496" y="518"/>
                      <a:pt x="2487" y="514"/>
                      <a:pt x="2475" y="508"/>
                    </a:cubicBezTo>
                    <a:cubicBezTo>
                      <a:pt x="2383" y="613"/>
                      <a:pt x="2279" y="720"/>
                      <a:pt x="2171" y="826"/>
                    </a:cubicBezTo>
                    <a:cubicBezTo>
                      <a:pt x="2402" y="920"/>
                      <a:pt x="2629" y="1031"/>
                      <a:pt x="2840" y="1169"/>
                    </a:cubicBezTo>
                    <a:cubicBezTo>
                      <a:pt x="2879" y="1193"/>
                      <a:pt x="2889" y="1245"/>
                      <a:pt x="2864" y="1284"/>
                    </a:cubicBezTo>
                    <a:cubicBezTo>
                      <a:pt x="2853" y="1305"/>
                      <a:pt x="2827" y="1318"/>
                      <a:pt x="2798" y="1318"/>
                    </a:cubicBezTo>
                    <a:cubicBezTo>
                      <a:pt x="2782" y="1318"/>
                      <a:pt x="2769" y="1313"/>
                      <a:pt x="2754" y="1305"/>
                    </a:cubicBezTo>
                    <a:cubicBezTo>
                      <a:pt x="2538" y="1166"/>
                      <a:pt x="2310" y="1051"/>
                      <a:pt x="2072" y="960"/>
                    </a:cubicBezTo>
                    <a:cubicBezTo>
                      <a:pt x="2064" y="955"/>
                      <a:pt x="2055" y="952"/>
                      <a:pt x="2049" y="945"/>
                    </a:cubicBezTo>
                    <a:cubicBezTo>
                      <a:pt x="1555" y="1414"/>
                      <a:pt x="981" y="1861"/>
                      <a:pt x="671" y="2098"/>
                    </a:cubicBezTo>
                    <a:cubicBezTo>
                      <a:pt x="237" y="2428"/>
                      <a:pt x="1" y="2761"/>
                      <a:pt x="13" y="3200"/>
                    </a:cubicBezTo>
                    <a:lnTo>
                      <a:pt x="3948" y="1683"/>
                    </a:lnTo>
                    <a:lnTo>
                      <a:pt x="3242" y="93"/>
                    </a:lnTo>
                    <a:cubicBezTo>
                      <a:pt x="3120" y="52"/>
                      <a:pt x="2992" y="18"/>
                      <a:pt x="2866" y="5"/>
                    </a:cubicBezTo>
                    <a:cubicBezTo>
                      <a:pt x="2861" y="5"/>
                      <a:pt x="2858" y="2"/>
                      <a:pt x="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341447" y="3020632"/>
                <a:ext cx="98213" cy="45320"/>
              </a:xfrm>
              <a:custGeom>
                <a:rect b="b" l="l" r="r" t="t"/>
                <a:pathLst>
                  <a:path extrusionOk="0" h="1903" w="4124">
                    <a:moveTo>
                      <a:pt x="3988" y="0"/>
                    </a:moveTo>
                    <a:lnTo>
                      <a:pt x="16" y="1530"/>
                    </a:lnTo>
                    <a:cubicBezTo>
                      <a:pt x="11" y="1532"/>
                      <a:pt x="6" y="1532"/>
                      <a:pt x="1" y="1532"/>
                    </a:cubicBezTo>
                    <a:cubicBezTo>
                      <a:pt x="19" y="1647"/>
                      <a:pt x="48" y="1768"/>
                      <a:pt x="100" y="1903"/>
                    </a:cubicBezTo>
                    <a:lnTo>
                      <a:pt x="1388" y="1407"/>
                    </a:lnTo>
                    <a:cubicBezTo>
                      <a:pt x="1413" y="1383"/>
                      <a:pt x="1440" y="1362"/>
                      <a:pt x="1474" y="1350"/>
                    </a:cubicBezTo>
                    <a:lnTo>
                      <a:pt x="4124" y="307"/>
                    </a:lnTo>
                    <a:lnTo>
                      <a:pt x="3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541970" y="2697772"/>
                <a:ext cx="118742" cy="193806"/>
              </a:xfrm>
              <a:custGeom>
                <a:rect b="b" l="l" r="r" t="t"/>
                <a:pathLst>
                  <a:path extrusionOk="0" h="8138" w="4986">
                    <a:moveTo>
                      <a:pt x="4750" y="1"/>
                    </a:moveTo>
                    <a:cubicBezTo>
                      <a:pt x="3710" y="665"/>
                      <a:pt x="2794" y="1513"/>
                      <a:pt x="2052" y="2495"/>
                    </a:cubicBezTo>
                    <a:cubicBezTo>
                      <a:pt x="1947" y="2634"/>
                      <a:pt x="1843" y="2778"/>
                      <a:pt x="1744" y="2924"/>
                    </a:cubicBezTo>
                    <a:cubicBezTo>
                      <a:pt x="1559" y="3198"/>
                      <a:pt x="1387" y="3482"/>
                      <a:pt x="1229" y="3772"/>
                    </a:cubicBezTo>
                    <a:cubicBezTo>
                      <a:pt x="1070" y="4064"/>
                      <a:pt x="924" y="4363"/>
                      <a:pt x="794" y="4671"/>
                    </a:cubicBezTo>
                    <a:cubicBezTo>
                      <a:pt x="729" y="4825"/>
                      <a:pt x="666" y="4983"/>
                      <a:pt x="610" y="5138"/>
                    </a:cubicBezTo>
                    <a:cubicBezTo>
                      <a:pt x="494" y="5453"/>
                      <a:pt x="394" y="5773"/>
                      <a:pt x="310" y="6102"/>
                    </a:cubicBezTo>
                    <a:cubicBezTo>
                      <a:pt x="141" y="6759"/>
                      <a:pt x="34" y="7439"/>
                      <a:pt x="0" y="8138"/>
                    </a:cubicBezTo>
                    <a:lnTo>
                      <a:pt x="488" y="8136"/>
                    </a:lnTo>
                    <a:cubicBezTo>
                      <a:pt x="665" y="4903"/>
                      <a:pt x="2415" y="2082"/>
                      <a:pt x="4985" y="429"/>
                    </a:cubicBez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749375" y="2864477"/>
                <a:ext cx="76994" cy="79518"/>
              </a:xfrm>
              <a:custGeom>
                <a:rect b="b" l="l" r="r" t="t"/>
                <a:pathLst>
                  <a:path extrusionOk="0" h="3339" w="3233">
                    <a:moveTo>
                      <a:pt x="1563" y="0"/>
                    </a:moveTo>
                    <a:cubicBezTo>
                      <a:pt x="1444" y="0"/>
                      <a:pt x="1331" y="12"/>
                      <a:pt x="1219" y="34"/>
                    </a:cubicBezTo>
                    <a:lnTo>
                      <a:pt x="1511" y="566"/>
                    </a:lnTo>
                    <a:cubicBezTo>
                      <a:pt x="1527" y="566"/>
                      <a:pt x="1543" y="561"/>
                      <a:pt x="1563" y="561"/>
                    </a:cubicBezTo>
                    <a:cubicBezTo>
                      <a:pt x="2174" y="561"/>
                      <a:pt x="2670" y="1057"/>
                      <a:pt x="2670" y="1669"/>
                    </a:cubicBezTo>
                    <a:cubicBezTo>
                      <a:pt x="2670" y="2280"/>
                      <a:pt x="2172" y="2778"/>
                      <a:pt x="1563" y="2778"/>
                    </a:cubicBezTo>
                    <a:cubicBezTo>
                      <a:pt x="1166" y="2778"/>
                      <a:pt x="819" y="2564"/>
                      <a:pt x="623" y="2251"/>
                    </a:cubicBezTo>
                    <a:lnTo>
                      <a:pt x="1" y="2253"/>
                    </a:lnTo>
                    <a:cubicBezTo>
                      <a:pt x="237" y="2887"/>
                      <a:pt x="846" y="3339"/>
                      <a:pt x="1563" y="3339"/>
                    </a:cubicBezTo>
                    <a:cubicBezTo>
                      <a:pt x="2482" y="3339"/>
                      <a:pt x="3232" y="2588"/>
                      <a:pt x="3232" y="1669"/>
                    </a:cubicBezTo>
                    <a:cubicBezTo>
                      <a:pt x="3232" y="749"/>
                      <a:pt x="2482" y="0"/>
                      <a:pt x="1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815866" y="2721325"/>
                <a:ext cx="150701" cy="155202"/>
              </a:xfrm>
              <a:custGeom>
                <a:rect b="b" l="l" r="r" t="t"/>
                <a:pathLst>
                  <a:path extrusionOk="0" h="6517" w="6328">
                    <a:moveTo>
                      <a:pt x="1" y="0"/>
                    </a:moveTo>
                    <a:cubicBezTo>
                      <a:pt x="195" y="55"/>
                      <a:pt x="393" y="107"/>
                      <a:pt x="588" y="159"/>
                    </a:cubicBezTo>
                    <a:lnTo>
                      <a:pt x="1153" y="357"/>
                    </a:lnTo>
                    <a:lnTo>
                      <a:pt x="1707" y="590"/>
                    </a:lnTo>
                    <a:lnTo>
                      <a:pt x="2242" y="864"/>
                    </a:lnTo>
                    <a:cubicBezTo>
                      <a:pt x="2939" y="1256"/>
                      <a:pt x="3579" y="1742"/>
                      <a:pt x="4134" y="2316"/>
                    </a:cubicBezTo>
                    <a:cubicBezTo>
                      <a:pt x="4691" y="2885"/>
                      <a:pt x="5159" y="3541"/>
                      <a:pt x="5532" y="4248"/>
                    </a:cubicBezTo>
                    <a:cubicBezTo>
                      <a:pt x="5903" y="4958"/>
                      <a:pt x="6166" y="5723"/>
                      <a:pt x="6328" y="6517"/>
                    </a:cubicBezTo>
                    <a:cubicBezTo>
                      <a:pt x="6304" y="6318"/>
                      <a:pt x="6278" y="6117"/>
                      <a:pt x="6247" y="5914"/>
                    </a:cubicBezTo>
                    <a:lnTo>
                      <a:pt x="6114" y="5318"/>
                    </a:lnTo>
                    <a:cubicBezTo>
                      <a:pt x="6054" y="5123"/>
                      <a:pt x="5988" y="4932"/>
                      <a:pt x="5924" y="4737"/>
                    </a:cubicBezTo>
                    <a:cubicBezTo>
                      <a:pt x="5850" y="4546"/>
                      <a:pt x="5769" y="4360"/>
                      <a:pt x="5689" y="4172"/>
                    </a:cubicBezTo>
                    <a:cubicBezTo>
                      <a:pt x="5347" y="3428"/>
                      <a:pt x="4869" y="2747"/>
                      <a:pt x="4300" y="2156"/>
                    </a:cubicBezTo>
                    <a:cubicBezTo>
                      <a:pt x="3727" y="1569"/>
                      <a:pt x="3061" y="1072"/>
                      <a:pt x="2326" y="707"/>
                    </a:cubicBezTo>
                    <a:lnTo>
                      <a:pt x="1767" y="456"/>
                    </a:lnTo>
                    <a:lnTo>
                      <a:pt x="1192" y="250"/>
                    </a:lnTo>
                    <a:lnTo>
                      <a:pt x="601" y="99"/>
                    </a:lnTo>
                    <a:cubicBezTo>
                      <a:pt x="401" y="64"/>
                      <a:pt x="200"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638048" y="2659263"/>
                <a:ext cx="489803" cy="489827"/>
              </a:xfrm>
              <a:custGeom>
                <a:rect b="b" l="l" r="r" t="t"/>
                <a:pathLst>
                  <a:path extrusionOk="0" h="20568" w="20567">
                    <a:moveTo>
                      <a:pt x="10284" y="0"/>
                    </a:moveTo>
                    <a:cubicBezTo>
                      <a:pt x="7182" y="0"/>
                      <a:pt x="4399" y="1381"/>
                      <a:pt x="2511" y="3559"/>
                    </a:cubicBezTo>
                    <a:cubicBezTo>
                      <a:pt x="2242" y="3870"/>
                      <a:pt x="1991" y="4196"/>
                      <a:pt x="1759" y="4538"/>
                    </a:cubicBezTo>
                    <a:cubicBezTo>
                      <a:pt x="1574" y="4812"/>
                      <a:pt x="1403" y="5096"/>
                      <a:pt x="1242" y="5387"/>
                    </a:cubicBezTo>
                    <a:cubicBezTo>
                      <a:pt x="1085" y="5679"/>
                      <a:pt x="939" y="5979"/>
                      <a:pt x="809" y="6287"/>
                    </a:cubicBezTo>
                    <a:cubicBezTo>
                      <a:pt x="745" y="6441"/>
                      <a:pt x="681" y="6596"/>
                      <a:pt x="625" y="6754"/>
                    </a:cubicBezTo>
                    <a:cubicBezTo>
                      <a:pt x="510" y="7066"/>
                      <a:pt x="408" y="7389"/>
                      <a:pt x="325" y="7718"/>
                    </a:cubicBezTo>
                    <a:cubicBezTo>
                      <a:pt x="114" y="8538"/>
                      <a:pt x="1" y="9398"/>
                      <a:pt x="1" y="10283"/>
                    </a:cubicBezTo>
                    <a:cubicBezTo>
                      <a:pt x="1" y="15954"/>
                      <a:pt x="4613" y="20568"/>
                      <a:pt x="10284" y="20568"/>
                    </a:cubicBezTo>
                    <a:cubicBezTo>
                      <a:pt x="15954" y="20568"/>
                      <a:pt x="20567" y="15954"/>
                      <a:pt x="20567" y="10283"/>
                    </a:cubicBezTo>
                    <a:cubicBezTo>
                      <a:pt x="20567" y="9398"/>
                      <a:pt x="20453" y="8538"/>
                      <a:pt x="20243" y="7718"/>
                    </a:cubicBezTo>
                    <a:cubicBezTo>
                      <a:pt x="20160" y="7392"/>
                      <a:pt x="20058" y="7070"/>
                      <a:pt x="19943" y="6755"/>
                    </a:cubicBezTo>
                    <a:cubicBezTo>
                      <a:pt x="19884" y="6598"/>
                      <a:pt x="19823" y="6441"/>
                      <a:pt x="19758" y="6290"/>
                    </a:cubicBezTo>
                    <a:cubicBezTo>
                      <a:pt x="19628" y="5982"/>
                      <a:pt x="19482" y="5682"/>
                      <a:pt x="19325" y="5391"/>
                    </a:cubicBezTo>
                    <a:cubicBezTo>
                      <a:pt x="19166" y="5099"/>
                      <a:pt x="18995" y="4815"/>
                      <a:pt x="18808" y="4541"/>
                    </a:cubicBezTo>
                    <a:cubicBezTo>
                      <a:pt x="17568" y="2705"/>
                      <a:pt x="15750" y="1294"/>
                      <a:pt x="13619" y="561"/>
                    </a:cubicBezTo>
                    <a:lnTo>
                      <a:pt x="13484" y="1031"/>
                    </a:lnTo>
                    <a:cubicBezTo>
                      <a:pt x="17317" y="2362"/>
                      <a:pt x="20079" y="6006"/>
                      <a:pt x="20079" y="10286"/>
                    </a:cubicBezTo>
                    <a:cubicBezTo>
                      <a:pt x="20079" y="15686"/>
                      <a:pt x="15685" y="20083"/>
                      <a:pt x="10282" y="20083"/>
                    </a:cubicBezTo>
                    <a:cubicBezTo>
                      <a:pt x="4880" y="20083"/>
                      <a:pt x="485" y="15690"/>
                      <a:pt x="485" y="10286"/>
                    </a:cubicBezTo>
                    <a:cubicBezTo>
                      <a:pt x="485" y="4885"/>
                      <a:pt x="4879" y="490"/>
                      <a:pt x="10282" y="490"/>
                    </a:cubicBezTo>
                    <a:cubicBezTo>
                      <a:pt x="11002" y="490"/>
                      <a:pt x="11700" y="568"/>
                      <a:pt x="12374" y="717"/>
                    </a:cubicBezTo>
                    <a:lnTo>
                      <a:pt x="12509" y="247"/>
                    </a:lnTo>
                    <a:cubicBezTo>
                      <a:pt x="11791" y="88"/>
                      <a:pt x="11047" y="0"/>
                      <a:pt x="10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843238" y="2864667"/>
                <a:ext cx="79518" cy="79328"/>
              </a:xfrm>
              <a:custGeom>
                <a:rect b="b" l="l" r="r" t="t"/>
                <a:pathLst>
                  <a:path extrusionOk="0" h="3331" w="3339">
                    <a:moveTo>
                      <a:pt x="1527" y="0"/>
                    </a:moveTo>
                    <a:lnTo>
                      <a:pt x="1527" y="0"/>
                    </a:lnTo>
                    <a:cubicBezTo>
                      <a:pt x="673" y="73"/>
                      <a:pt x="0" y="790"/>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8"/>
                      <a:pt x="2778" y="1365"/>
                      <a:pt x="2778" y="1661"/>
                    </a:cubicBezTo>
                    <a:cubicBezTo>
                      <a:pt x="2778" y="2272"/>
                      <a:pt x="2282" y="2770"/>
                      <a:pt x="1669" y="2770"/>
                    </a:cubicBezTo>
                    <a:cubicBezTo>
                      <a:pt x="1058" y="2770"/>
                      <a:pt x="561" y="2272"/>
                      <a:pt x="561" y="1661"/>
                    </a:cubicBezTo>
                    <a:cubicBezTo>
                      <a:pt x="562" y="1161"/>
                      <a:pt x="898"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945618" y="2729350"/>
                <a:ext cx="117360" cy="147177"/>
              </a:xfrm>
              <a:custGeom>
                <a:rect b="b" l="l" r="r" t="t"/>
                <a:pathLst>
                  <a:path extrusionOk="0" h="6180" w="4928">
                    <a:moveTo>
                      <a:pt x="35" y="0"/>
                    </a:moveTo>
                    <a:lnTo>
                      <a:pt x="1" y="124"/>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1"/>
                      <a:pt x="4877" y="5780"/>
                      <a:pt x="4846" y="5577"/>
                    </a:cubicBezTo>
                    <a:lnTo>
                      <a:pt x="4712" y="4981"/>
                    </a:lnTo>
                    <a:cubicBezTo>
                      <a:pt x="4653" y="4786"/>
                      <a:pt x="4587" y="4595"/>
                      <a:pt x="4524" y="4400"/>
                    </a:cubicBezTo>
                    <a:cubicBezTo>
                      <a:pt x="4449" y="4209"/>
                      <a:pt x="4368" y="4023"/>
                      <a:pt x="4289" y="3835"/>
                    </a:cubicBezTo>
                    <a:cubicBezTo>
                      <a:pt x="3947" y="3091"/>
                      <a:pt x="3469" y="2410"/>
                      <a:pt x="2898" y="1819"/>
                    </a:cubicBezTo>
                    <a:cubicBezTo>
                      <a:pt x="2326" y="1232"/>
                      <a:pt x="1659" y="735"/>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912206" y="2721325"/>
                <a:ext cx="7502" cy="1977"/>
              </a:xfrm>
              <a:custGeom>
                <a:rect b="b" l="l" r="r" t="t"/>
                <a:pathLst>
                  <a:path extrusionOk="0" h="83" w="315">
                    <a:moveTo>
                      <a:pt x="0" y="0"/>
                    </a:moveTo>
                    <a:cubicBezTo>
                      <a:pt x="102" y="28"/>
                      <a:pt x="204" y="55"/>
                      <a:pt x="308" y="83"/>
                    </a:cubicBezTo>
                    <a:lnTo>
                      <a:pt x="315" y="54"/>
                    </a:lnTo>
                    <a:cubicBezTo>
                      <a:pt x="211" y="34"/>
                      <a:pt x="105"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702967" y="2952544"/>
                <a:ext cx="254106" cy="136722"/>
              </a:xfrm>
              <a:custGeom>
                <a:rect b="b" l="l" r="r" t="t"/>
                <a:pathLst>
                  <a:path extrusionOk="0" h="5741" w="10670">
                    <a:moveTo>
                      <a:pt x="1" y="1"/>
                    </a:moveTo>
                    <a:cubicBezTo>
                      <a:pt x="273" y="1078"/>
                      <a:pt x="769" y="2119"/>
                      <a:pt x="1498" y="2978"/>
                    </a:cubicBezTo>
                    <a:lnTo>
                      <a:pt x="1772" y="3299"/>
                    </a:lnTo>
                    <a:lnTo>
                      <a:pt x="2072" y="3597"/>
                    </a:lnTo>
                    <a:cubicBezTo>
                      <a:pt x="2169" y="3697"/>
                      <a:pt x="2276" y="3791"/>
                      <a:pt x="2386" y="3880"/>
                    </a:cubicBezTo>
                    <a:cubicBezTo>
                      <a:pt x="2495" y="3969"/>
                      <a:pt x="2599" y="4065"/>
                      <a:pt x="2710" y="4151"/>
                    </a:cubicBezTo>
                    <a:cubicBezTo>
                      <a:pt x="2940"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6"/>
                      <a:pt x="5754" y="5563"/>
                    </a:cubicBezTo>
                    <a:cubicBezTo>
                      <a:pt x="5893" y="5590"/>
                      <a:pt x="6031" y="5621"/>
                      <a:pt x="6170" y="5645"/>
                    </a:cubicBezTo>
                    <a:lnTo>
                      <a:pt x="6589" y="5695"/>
                    </a:lnTo>
                    <a:cubicBezTo>
                      <a:pt x="6869" y="5741"/>
                      <a:pt x="7153" y="5725"/>
                      <a:pt x="7433" y="5736"/>
                    </a:cubicBezTo>
                    <a:cubicBezTo>
                      <a:pt x="7995" y="5728"/>
                      <a:pt x="8556" y="5660"/>
                      <a:pt x="9101" y="5530"/>
                    </a:cubicBezTo>
                    <a:cubicBezTo>
                      <a:pt x="9643" y="5392"/>
                      <a:pt x="10175" y="5203"/>
                      <a:pt x="10669" y="4948"/>
                    </a:cubicBezTo>
                    <a:lnTo>
                      <a:pt x="10669" y="4948"/>
                    </a:lnTo>
                    <a:cubicBezTo>
                      <a:pt x="9692" y="5348"/>
                      <a:pt x="8646" y="5560"/>
                      <a:pt x="7601" y="5560"/>
                    </a:cubicBezTo>
                    <a:cubicBezTo>
                      <a:pt x="7545" y="5560"/>
                      <a:pt x="7488" y="5559"/>
                      <a:pt x="7431" y="5558"/>
                    </a:cubicBezTo>
                    <a:cubicBezTo>
                      <a:pt x="6334" y="5524"/>
                      <a:pt x="5235" y="5300"/>
                      <a:pt x="4247" y="4820"/>
                    </a:cubicBezTo>
                    <a:lnTo>
                      <a:pt x="3879" y="4647"/>
                    </a:lnTo>
                    <a:cubicBezTo>
                      <a:pt x="3757" y="4584"/>
                      <a:pt x="3642" y="4509"/>
                      <a:pt x="3522" y="4441"/>
                    </a:cubicBezTo>
                    <a:cubicBezTo>
                      <a:pt x="3279" y="4311"/>
                      <a:pt x="3064" y="4140"/>
                      <a:pt x="2837" y="3987"/>
                    </a:cubicBezTo>
                    <a:cubicBezTo>
                      <a:pt x="2409" y="3647"/>
                      <a:pt x="1992" y="3286"/>
                      <a:pt x="1634" y="2866"/>
                    </a:cubicBezTo>
                    <a:cubicBezTo>
                      <a:pt x="1441" y="2670"/>
                      <a:pt x="1291" y="2436"/>
                      <a:pt x="1116" y="2221"/>
                    </a:cubicBezTo>
                    <a:lnTo>
                      <a:pt x="890" y="1876"/>
                    </a:lnTo>
                    <a:lnTo>
                      <a:pt x="777" y="1701"/>
                    </a:lnTo>
                    <a:lnTo>
                      <a:pt x="678" y="1519"/>
                    </a:lnTo>
                    <a:cubicBezTo>
                      <a:pt x="388" y="1046"/>
                      <a:pt x="195" y="52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044689" y="2059720"/>
                <a:ext cx="18623" cy="24839"/>
              </a:xfrm>
              <a:custGeom>
                <a:rect b="b" l="l" r="r" t="t"/>
                <a:pathLst>
                  <a:path extrusionOk="0" h="1043" w="782">
                    <a:moveTo>
                      <a:pt x="639" y="0"/>
                    </a:moveTo>
                    <a:lnTo>
                      <a:pt x="639" y="0"/>
                    </a:lnTo>
                    <a:cubicBezTo>
                      <a:pt x="388" y="320"/>
                      <a:pt x="106" y="585"/>
                      <a:pt x="1" y="662"/>
                    </a:cubicBezTo>
                    <a:cubicBezTo>
                      <a:pt x="69" y="726"/>
                      <a:pt x="139" y="790"/>
                      <a:pt x="210" y="851"/>
                    </a:cubicBezTo>
                    <a:cubicBezTo>
                      <a:pt x="216" y="856"/>
                      <a:pt x="223" y="863"/>
                      <a:pt x="231" y="867"/>
                    </a:cubicBezTo>
                    <a:cubicBezTo>
                      <a:pt x="306" y="929"/>
                      <a:pt x="380" y="989"/>
                      <a:pt x="459" y="1042"/>
                    </a:cubicBezTo>
                    <a:cubicBezTo>
                      <a:pt x="615" y="799"/>
                      <a:pt x="782" y="407"/>
                      <a:pt x="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066765" y="1864532"/>
                <a:ext cx="60347" cy="57656"/>
              </a:xfrm>
              <a:custGeom>
                <a:rect b="b" l="l" r="r" t="t"/>
                <a:pathLst>
                  <a:path extrusionOk="0" h="2421" w="2534">
                    <a:moveTo>
                      <a:pt x="1" y="1"/>
                    </a:moveTo>
                    <a:lnTo>
                      <a:pt x="1" y="1"/>
                    </a:lnTo>
                    <a:cubicBezTo>
                      <a:pt x="1" y="1"/>
                      <a:pt x="1" y="1"/>
                      <a:pt x="2" y="1"/>
                    </a:cubicBezTo>
                    <a:lnTo>
                      <a:pt x="2" y="1"/>
                    </a:lnTo>
                    <a:cubicBezTo>
                      <a:pt x="1" y="1"/>
                      <a:pt x="1" y="1"/>
                      <a:pt x="1" y="1"/>
                    </a:cubicBezTo>
                    <a:close/>
                    <a:moveTo>
                      <a:pt x="2" y="1"/>
                    </a:moveTo>
                    <a:cubicBezTo>
                      <a:pt x="3" y="2"/>
                      <a:pt x="4" y="4"/>
                      <a:pt x="6" y="6"/>
                    </a:cubicBezTo>
                    <a:cubicBezTo>
                      <a:pt x="41" y="25"/>
                      <a:pt x="77" y="48"/>
                      <a:pt x="116" y="71"/>
                    </a:cubicBezTo>
                    <a:cubicBezTo>
                      <a:pt x="118" y="71"/>
                      <a:pt x="118" y="72"/>
                      <a:pt x="119" y="72"/>
                    </a:cubicBezTo>
                    <a:cubicBezTo>
                      <a:pt x="751" y="463"/>
                      <a:pt x="1751" y="1320"/>
                      <a:pt x="2185" y="2254"/>
                    </a:cubicBezTo>
                    <a:lnTo>
                      <a:pt x="2189" y="2255"/>
                    </a:lnTo>
                    <a:cubicBezTo>
                      <a:pt x="2263" y="2294"/>
                      <a:pt x="2338" y="2328"/>
                      <a:pt x="2412" y="2364"/>
                    </a:cubicBezTo>
                    <a:cubicBezTo>
                      <a:pt x="2453" y="2382"/>
                      <a:pt x="2492" y="2404"/>
                      <a:pt x="2532" y="2420"/>
                    </a:cubicBezTo>
                    <a:lnTo>
                      <a:pt x="2534" y="2420"/>
                    </a:lnTo>
                    <a:cubicBezTo>
                      <a:pt x="2456" y="2132"/>
                      <a:pt x="2330" y="1860"/>
                      <a:pt x="2168" y="1605"/>
                    </a:cubicBezTo>
                    <a:cubicBezTo>
                      <a:pt x="1933" y="1237"/>
                      <a:pt x="1621" y="913"/>
                      <a:pt x="1267" y="644"/>
                    </a:cubicBezTo>
                    <a:cubicBezTo>
                      <a:pt x="970" y="421"/>
                      <a:pt x="646" y="239"/>
                      <a:pt x="309" y="106"/>
                    </a:cubicBezTo>
                    <a:cubicBezTo>
                      <a:pt x="301" y="106"/>
                      <a:pt x="296" y="105"/>
                      <a:pt x="289" y="103"/>
                    </a:cubicBezTo>
                    <a:cubicBezTo>
                      <a:pt x="196" y="66"/>
                      <a:pt x="99" y="30"/>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029447" y="1890896"/>
                <a:ext cx="51250" cy="48940"/>
              </a:xfrm>
              <a:custGeom>
                <a:rect b="b" l="l" r="r" t="t"/>
                <a:pathLst>
                  <a:path extrusionOk="0" h="2055" w="2152">
                    <a:moveTo>
                      <a:pt x="1" y="1"/>
                    </a:moveTo>
                    <a:cubicBezTo>
                      <a:pt x="2" y="1"/>
                      <a:pt x="4" y="2"/>
                      <a:pt x="5" y="2"/>
                    </a:cubicBezTo>
                    <a:lnTo>
                      <a:pt x="5" y="2"/>
                    </a:lnTo>
                    <a:cubicBezTo>
                      <a:pt x="5" y="2"/>
                      <a:pt x="3" y="1"/>
                      <a:pt x="1" y="1"/>
                    </a:cubicBezTo>
                    <a:close/>
                    <a:moveTo>
                      <a:pt x="5" y="2"/>
                    </a:moveTo>
                    <a:cubicBezTo>
                      <a:pt x="5" y="2"/>
                      <a:pt x="6" y="2"/>
                      <a:pt x="6" y="2"/>
                    </a:cubicBezTo>
                    <a:cubicBezTo>
                      <a:pt x="531" y="302"/>
                      <a:pt x="1462" y="1070"/>
                      <a:pt x="1855" y="1913"/>
                    </a:cubicBezTo>
                    <a:cubicBezTo>
                      <a:pt x="1920" y="1949"/>
                      <a:pt x="1984" y="1978"/>
                      <a:pt x="2049" y="2005"/>
                    </a:cubicBezTo>
                    <a:cubicBezTo>
                      <a:pt x="2082" y="2022"/>
                      <a:pt x="2116" y="2038"/>
                      <a:pt x="2148" y="2054"/>
                    </a:cubicBezTo>
                    <a:lnTo>
                      <a:pt x="2151" y="2054"/>
                    </a:lnTo>
                    <a:cubicBezTo>
                      <a:pt x="2083" y="1809"/>
                      <a:pt x="1976" y="1576"/>
                      <a:pt x="1837" y="1362"/>
                    </a:cubicBezTo>
                    <a:cubicBezTo>
                      <a:pt x="1634" y="1046"/>
                      <a:pt x="1367" y="769"/>
                      <a:pt x="1061" y="539"/>
                    </a:cubicBezTo>
                    <a:cubicBezTo>
                      <a:pt x="739" y="300"/>
                      <a:pt x="380" y="116"/>
                      <a:pt x="5"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996368" y="1920307"/>
                <a:ext cx="40914" cy="39080"/>
              </a:xfrm>
              <a:custGeom>
                <a:rect b="b" l="l" r="r" t="t"/>
                <a:pathLst>
                  <a:path extrusionOk="0" h="1641" w="1718">
                    <a:moveTo>
                      <a:pt x="1" y="1"/>
                    </a:moveTo>
                    <a:lnTo>
                      <a:pt x="1" y="1"/>
                    </a:lnTo>
                    <a:cubicBezTo>
                      <a:pt x="1" y="1"/>
                      <a:pt x="1" y="1"/>
                      <a:pt x="1" y="1"/>
                    </a:cubicBezTo>
                    <a:lnTo>
                      <a:pt x="1" y="1"/>
                    </a:lnTo>
                    <a:cubicBezTo>
                      <a:pt x="1" y="1"/>
                      <a:pt x="1" y="1"/>
                      <a:pt x="1" y="1"/>
                    </a:cubicBezTo>
                    <a:close/>
                    <a:moveTo>
                      <a:pt x="1" y="1"/>
                    </a:moveTo>
                    <a:cubicBezTo>
                      <a:pt x="2" y="2"/>
                      <a:pt x="3" y="4"/>
                      <a:pt x="4" y="4"/>
                    </a:cubicBezTo>
                    <a:cubicBezTo>
                      <a:pt x="424" y="242"/>
                      <a:pt x="1168" y="856"/>
                      <a:pt x="1480" y="1527"/>
                    </a:cubicBezTo>
                    <a:lnTo>
                      <a:pt x="1480" y="1529"/>
                    </a:lnTo>
                    <a:cubicBezTo>
                      <a:pt x="1532" y="1555"/>
                      <a:pt x="1583" y="1579"/>
                      <a:pt x="1636" y="1602"/>
                    </a:cubicBezTo>
                    <a:cubicBezTo>
                      <a:pt x="1662" y="1613"/>
                      <a:pt x="1688" y="1628"/>
                      <a:pt x="1714" y="1641"/>
                    </a:cubicBezTo>
                    <a:lnTo>
                      <a:pt x="1717" y="1641"/>
                    </a:lnTo>
                    <a:cubicBezTo>
                      <a:pt x="1662" y="1443"/>
                      <a:pt x="1576" y="1260"/>
                      <a:pt x="1467" y="1086"/>
                    </a:cubicBezTo>
                    <a:cubicBezTo>
                      <a:pt x="1299" y="830"/>
                      <a:pt x="1080" y="604"/>
                      <a:pt x="831" y="419"/>
                    </a:cubicBezTo>
                    <a:cubicBezTo>
                      <a:pt x="578" y="233"/>
                      <a:pt x="293" y="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001536" y="1877583"/>
                <a:ext cx="1858" cy="1953"/>
              </a:xfrm>
              <a:custGeom>
                <a:rect b="b" l="l" r="r" t="t"/>
                <a:pathLst>
                  <a:path extrusionOk="0" h="82" w="78">
                    <a:moveTo>
                      <a:pt x="77" y="1"/>
                    </a:moveTo>
                    <a:lnTo>
                      <a:pt x="77" y="1"/>
                    </a:lnTo>
                    <a:cubicBezTo>
                      <a:pt x="69" y="7"/>
                      <a:pt x="61" y="15"/>
                      <a:pt x="55" y="24"/>
                    </a:cubicBezTo>
                    <a:lnTo>
                      <a:pt x="55" y="24"/>
                    </a:lnTo>
                    <a:cubicBezTo>
                      <a:pt x="63" y="16"/>
                      <a:pt x="70" y="8"/>
                      <a:pt x="77" y="1"/>
                    </a:cubicBezTo>
                    <a:close/>
                    <a:moveTo>
                      <a:pt x="55" y="24"/>
                    </a:moveTo>
                    <a:cubicBezTo>
                      <a:pt x="52" y="27"/>
                      <a:pt x="48" y="30"/>
                      <a:pt x="45" y="33"/>
                    </a:cubicBezTo>
                    <a:cubicBezTo>
                      <a:pt x="28" y="49"/>
                      <a:pt x="14" y="65"/>
                      <a:pt x="1" y="82"/>
                    </a:cubicBezTo>
                    <a:cubicBezTo>
                      <a:pt x="19" y="64"/>
                      <a:pt x="37" y="43"/>
                      <a:pt x="54" y="25"/>
                    </a:cubicBezTo>
                    <a:cubicBezTo>
                      <a:pt x="55" y="25"/>
                      <a:pt x="55" y="24"/>
                      <a:pt x="55" y="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033424" y="1853030"/>
                <a:ext cx="1572" cy="1000"/>
              </a:xfrm>
              <a:custGeom>
                <a:rect b="b" l="l" r="r" t="t"/>
                <a:pathLst>
                  <a:path extrusionOk="0" h="42" w="66">
                    <a:moveTo>
                      <a:pt x="65" y="1"/>
                    </a:moveTo>
                    <a:cubicBezTo>
                      <a:pt x="64" y="2"/>
                      <a:pt x="62" y="2"/>
                      <a:pt x="60" y="3"/>
                    </a:cubicBezTo>
                    <a:lnTo>
                      <a:pt x="60" y="3"/>
                    </a:lnTo>
                    <a:cubicBezTo>
                      <a:pt x="62" y="2"/>
                      <a:pt x="64" y="2"/>
                      <a:pt x="65" y="1"/>
                    </a:cubicBezTo>
                    <a:close/>
                    <a:moveTo>
                      <a:pt x="60" y="3"/>
                    </a:moveTo>
                    <a:lnTo>
                      <a:pt x="60" y="3"/>
                    </a:lnTo>
                    <a:cubicBezTo>
                      <a:pt x="54" y="7"/>
                      <a:pt x="47" y="11"/>
                      <a:pt x="41" y="16"/>
                    </a:cubicBezTo>
                    <a:lnTo>
                      <a:pt x="41" y="16"/>
                    </a:lnTo>
                    <a:cubicBezTo>
                      <a:pt x="42" y="15"/>
                      <a:pt x="43" y="15"/>
                      <a:pt x="44" y="14"/>
                    </a:cubicBezTo>
                    <a:cubicBezTo>
                      <a:pt x="49" y="10"/>
                      <a:pt x="54" y="6"/>
                      <a:pt x="60" y="3"/>
                    </a:cubicBezTo>
                    <a:close/>
                    <a:moveTo>
                      <a:pt x="41" y="16"/>
                    </a:moveTo>
                    <a:lnTo>
                      <a:pt x="41" y="16"/>
                    </a:lnTo>
                    <a:cubicBezTo>
                      <a:pt x="39" y="18"/>
                      <a:pt x="37" y="19"/>
                      <a:pt x="35" y="20"/>
                    </a:cubicBezTo>
                    <a:lnTo>
                      <a:pt x="35" y="20"/>
                    </a:lnTo>
                    <a:cubicBezTo>
                      <a:pt x="36" y="19"/>
                      <a:pt x="38" y="18"/>
                      <a:pt x="39" y="17"/>
                    </a:cubicBezTo>
                    <a:cubicBezTo>
                      <a:pt x="40" y="17"/>
                      <a:pt x="40" y="17"/>
                      <a:pt x="41" y="16"/>
                    </a:cubicBezTo>
                    <a:close/>
                    <a:moveTo>
                      <a:pt x="35" y="20"/>
                    </a:moveTo>
                    <a:lnTo>
                      <a:pt x="35" y="20"/>
                    </a:lnTo>
                    <a:cubicBezTo>
                      <a:pt x="23" y="27"/>
                      <a:pt x="11" y="34"/>
                      <a:pt x="1" y="41"/>
                    </a:cubicBezTo>
                    <a:cubicBezTo>
                      <a:pt x="12" y="35"/>
                      <a:pt x="24" y="27"/>
                      <a:pt x="35" y="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971719" y="1919997"/>
                <a:ext cx="143" cy="214"/>
              </a:xfrm>
              <a:custGeom>
                <a:rect b="b" l="l" r="r" t="t"/>
                <a:pathLst>
                  <a:path extrusionOk="0" h="9" w="6">
                    <a:moveTo>
                      <a:pt x="5" y="1"/>
                    </a:moveTo>
                    <a:cubicBezTo>
                      <a:pt x="2" y="2"/>
                      <a:pt x="2" y="4"/>
                      <a:pt x="0" y="9"/>
                    </a:cubicBezTo>
                    <a:cubicBezTo>
                      <a:pt x="2" y="6"/>
                      <a:pt x="5" y="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980698" y="1904208"/>
                <a:ext cx="714" cy="1024"/>
              </a:xfrm>
              <a:custGeom>
                <a:rect b="b" l="l" r="r" t="t"/>
                <a:pathLst>
                  <a:path extrusionOk="0" h="43" w="30">
                    <a:moveTo>
                      <a:pt x="30" y="1"/>
                    </a:moveTo>
                    <a:lnTo>
                      <a:pt x="30" y="1"/>
                    </a:lnTo>
                    <a:cubicBezTo>
                      <a:pt x="29" y="2"/>
                      <a:pt x="28" y="3"/>
                      <a:pt x="28" y="5"/>
                    </a:cubicBezTo>
                    <a:lnTo>
                      <a:pt x="28" y="5"/>
                    </a:lnTo>
                    <a:cubicBezTo>
                      <a:pt x="28" y="4"/>
                      <a:pt x="29" y="2"/>
                      <a:pt x="30" y="1"/>
                    </a:cubicBezTo>
                    <a:close/>
                    <a:moveTo>
                      <a:pt x="28" y="5"/>
                    </a:moveTo>
                    <a:lnTo>
                      <a:pt x="28" y="5"/>
                    </a:lnTo>
                    <a:cubicBezTo>
                      <a:pt x="25" y="9"/>
                      <a:pt x="22" y="11"/>
                      <a:pt x="20" y="12"/>
                    </a:cubicBezTo>
                    <a:cubicBezTo>
                      <a:pt x="14" y="24"/>
                      <a:pt x="6" y="33"/>
                      <a:pt x="1" y="43"/>
                    </a:cubicBezTo>
                    <a:cubicBezTo>
                      <a:pt x="7" y="32"/>
                      <a:pt x="17" y="20"/>
                      <a:pt x="25" y="9"/>
                    </a:cubicBezTo>
                    <a:cubicBezTo>
                      <a:pt x="26" y="8"/>
                      <a:pt x="27" y="6"/>
                      <a:pt x="2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985342" y="1896373"/>
                <a:ext cx="1667" cy="2262"/>
              </a:xfrm>
              <a:custGeom>
                <a:rect b="b" l="l" r="r" t="t"/>
                <a:pathLst>
                  <a:path extrusionOk="0" h="95" w="70">
                    <a:moveTo>
                      <a:pt x="70" y="1"/>
                    </a:moveTo>
                    <a:lnTo>
                      <a:pt x="70" y="1"/>
                    </a:lnTo>
                    <a:cubicBezTo>
                      <a:pt x="67" y="5"/>
                      <a:pt x="64" y="10"/>
                      <a:pt x="60" y="15"/>
                    </a:cubicBezTo>
                    <a:lnTo>
                      <a:pt x="60" y="15"/>
                    </a:lnTo>
                    <a:cubicBezTo>
                      <a:pt x="64" y="10"/>
                      <a:pt x="67" y="6"/>
                      <a:pt x="70" y="1"/>
                    </a:cubicBezTo>
                    <a:close/>
                    <a:moveTo>
                      <a:pt x="60" y="15"/>
                    </a:moveTo>
                    <a:lnTo>
                      <a:pt x="60" y="15"/>
                    </a:lnTo>
                    <a:cubicBezTo>
                      <a:pt x="54" y="24"/>
                      <a:pt x="46" y="33"/>
                      <a:pt x="38" y="41"/>
                    </a:cubicBezTo>
                    <a:cubicBezTo>
                      <a:pt x="26" y="61"/>
                      <a:pt x="12" y="77"/>
                      <a:pt x="0" y="95"/>
                    </a:cubicBezTo>
                    <a:lnTo>
                      <a:pt x="4" y="90"/>
                    </a:lnTo>
                    <a:cubicBezTo>
                      <a:pt x="23" y="65"/>
                      <a:pt x="42" y="40"/>
                      <a:pt x="60" y="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014467" y="1865128"/>
                <a:ext cx="2739" cy="2215"/>
              </a:xfrm>
              <a:custGeom>
                <a:rect b="b" l="l" r="r" t="t"/>
                <a:pathLst>
                  <a:path extrusionOk="0" h="93" w="115">
                    <a:moveTo>
                      <a:pt x="114" y="0"/>
                    </a:moveTo>
                    <a:lnTo>
                      <a:pt x="114" y="0"/>
                    </a:lnTo>
                    <a:cubicBezTo>
                      <a:pt x="106" y="7"/>
                      <a:pt x="95" y="15"/>
                      <a:pt x="87" y="21"/>
                    </a:cubicBezTo>
                    <a:cubicBezTo>
                      <a:pt x="72" y="34"/>
                      <a:pt x="57" y="46"/>
                      <a:pt x="41" y="59"/>
                    </a:cubicBezTo>
                    <a:lnTo>
                      <a:pt x="41" y="59"/>
                    </a:lnTo>
                    <a:cubicBezTo>
                      <a:pt x="65" y="41"/>
                      <a:pt x="90" y="21"/>
                      <a:pt x="114" y="0"/>
                    </a:cubicBezTo>
                    <a:close/>
                    <a:moveTo>
                      <a:pt x="41" y="59"/>
                    </a:moveTo>
                    <a:lnTo>
                      <a:pt x="41" y="59"/>
                    </a:lnTo>
                    <a:cubicBezTo>
                      <a:pt x="39" y="61"/>
                      <a:pt x="36" y="63"/>
                      <a:pt x="33" y="65"/>
                    </a:cubicBezTo>
                    <a:cubicBezTo>
                      <a:pt x="25" y="71"/>
                      <a:pt x="16" y="79"/>
                      <a:pt x="8" y="86"/>
                    </a:cubicBezTo>
                    <a:lnTo>
                      <a:pt x="8" y="86"/>
                    </a:lnTo>
                    <a:cubicBezTo>
                      <a:pt x="19" y="77"/>
                      <a:pt x="30" y="68"/>
                      <a:pt x="41" y="59"/>
                    </a:cubicBezTo>
                    <a:close/>
                    <a:moveTo>
                      <a:pt x="8" y="86"/>
                    </a:moveTo>
                    <a:cubicBezTo>
                      <a:pt x="6" y="88"/>
                      <a:pt x="3" y="90"/>
                      <a:pt x="1" y="93"/>
                    </a:cubicBezTo>
                    <a:cubicBezTo>
                      <a:pt x="3" y="91"/>
                      <a:pt x="6" y="88"/>
                      <a:pt x="8" y="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008728" y="1870224"/>
                <a:ext cx="2501" cy="2167"/>
              </a:xfrm>
              <a:custGeom>
                <a:rect b="b" l="l" r="r" t="t"/>
                <a:pathLst>
                  <a:path extrusionOk="0" h="91" w="105">
                    <a:moveTo>
                      <a:pt x="104" y="0"/>
                    </a:moveTo>
                    <a:lnTo>
                      <a:pt x="104" y="0"/>
                    </a:lnTo>
                    <a:cubicBezTo>
                      <a:pt x="102" y="2"/>
                      <a:pt x="99" y="4"/>
                      <a:pt x="97" y="6"/>
                    </a:cubicBezTo>
                    <a:lnTo>
                      <a:pt x="97" y="6"/>
                    </a:lnTo>
                    <a:cubicBezTo>
                      <a:pt x="100" y="4"/>
                      <a:pt x="102" y="2"/>
                      <a:pt x="104" y="0"/>
                    </a:cubicBezTo>
                    <a:close/>
                    <a:moveTo>
                      <a:pt x="97" y="6"/>
                    </a:moveTo>
                    <a:lnTo>
                      <a:pt x="97" y="6"/>
                    </a:lnTo>
                    <a:cubicBezTo>
                      <a:pt x="90" y="11"/>
                      <a:pt x="83" y="15"/>
                      <a:pt x="77" y="21"/>
                    </a:cubicBezTo>
                    <a:cubicBezTo>
                      <a:pt x="63" y="33"/>
                      <a:pt x="49" y="46"/>
                      <a:pt x="35" y="58"/>
                    </a:cubicBezTo>
                    <a:lnTo>
                      <a:pt x="35" y="58"/>
                    </a:lnTo>
                    <a:cubicBezTo>
                      <a:pt x="40" y="54"/>
                      <a:pt x="45" y="50"/>
                      <a:pt x="51" y="45"/>
                    </a:cubicBezTo>
                    <a:cubicBezTo>
                      <a:pt x="65" y="34"/>
                      <a:pt x="80" y="20"/>
                      <a:pt x="97" y="6"/>
                    </a:cubicBezTo>
                    <a:close/>
                    <a:moveTo>
                      <a:pt x="35" y="58"/>
                    </a:moveTo>
                    <a:lnTo>
                      <a:pt x="35" y="58"/>
                    </a:lnTo>
                    <a:cubicBezTo>
                      <a:pt x="23" y="69"/>
                      <a:pt x="12" y="79"/>
                      <a:pt x="0" y="91"/>
                    </a:cubicBezTo>
                    <a:cubicBezTo>
                      <a:pt x="12" y="80"/>
                      <a:pt x="23" y="69"/>
                      <a:pt x="35" y="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020350" y="1860651"/>
                <a:ext cx="2715" cy="2072"/>
              </a:xfrm>
              <a:custGeom>
                <a:rect b="b" l="l" r="r" t="t"/>
                <a:pathLst>
                  <a:path extrusionOk="0" h="87" w="114">
                    <a:moveTo>
                      <a:pt x="114" y="0"/>
                    </a:moveTo>
                    <a:lnTo>
                      <a:pt x="114" y="0"/>
                    </a:lnTo>
                    <a:cubicBezTo>
                      <a:pt x="112" y="2"/>
                      <a:pt x="110" y="3"/>
                      <a:pt x="108" y="5"/>
                    </a:cubicBezTo>
                    <a:lnTo>
                      <a:pt x="108" y="5"/>
                    </a:lnTo>
                    <a:cubicBezTo>
                      <a:pt x="110" y="3"/>
                      <a:pt x="112" y="2"/>
                      <a:pt x="114" y="0"/>
                    </a:cubicBezTo>
                    <a:close/>
                    <a:moveTo>
                      <a:pt x="108" y="5"/>
                    </a:moveTo>
                    <a:lnTo>
                      <a:pt x="108" y="5"/>
                    </a:lnTo>
                    <a:cubicBezTo>
                      <a:pt x="102" y="8"/>
                      <a:pt x="97" y="11"/>
                      <a:pt x="91" y="16"/>
                    </a:cubicBezTo>
                    <a:cubicBezTo>
                      <a:pt x="85" y="21"/>
                      <a:pt x="78" y="26"/>
                      <a:pt x="72" y="31"/>
                    </a:cubicBezTo>
                    <a:lnTo>
                      <a:pt x="72" y="31"/>
                    </a:lnTo>
                    <a:cubicBezTo>
                      <a:pt x="84" y="22"/>
                      <a:pt x="96" y="13"/>
                      <a:pt x="108" y="5"/>
                    </a:cubicBezTo>
                    <a:close/>
                    <a:moveTo>
                      <a:pt x="72" y="31"/>
                    </a:moveTo>
                    <a:cubicBezTo>
                      <a:pt x="53" y="45"/>
                      <a:pt x="33" y="60"/>
                      <a:pt x="13" y="75"/>
                    </a:cubicBezTo>
                    <a:cubicBezTo>
                      <a:pt x="8" y="80"/>
                      <a:pt x="3" y="81"/>
                      <a:pt x="0" y="86"/>
                    </a:cubicBezTo>
                    <a:cubicBezTo>
                      <a:pt x="24" y="67"/>
                      <a:pt x="49" y="49"/>
                      <a:pt x="7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995606" y="1883441"/>
                <a:ext cx="2143" cy="2477"/>
              </a:xfrm>
              <a:custGeom>
                <a:rect b="b" l="l" r="r" t="t"/>
                <a:pathLst>
                  <a:path extrusionOk="0" h="104" w="90">
                    <a:moveTo>
                      <a:pt x="89" y="1"/>
                    </a:moveTo>
                    <a:lnTo>
                      <a:pt x="89" y="1"/>
                    </a:lnTo>
                    <a:cubicBezTo>
                      <a:pt x="82" y="9"/>
                      <a:pt x="75" y="17"/>
                      <a:pt x="67" y="25"/>
                    </a:cubicBezTo>
                    <a:lnTo>
                      <a:pt x="67" y="25"/>
                    </a:lnTo>
                    <a:lnTo>
                      <a:pt x="80" y="14"/>
                    </a:lnTo>
                    <a:cubicBezTo>
                      <a:pt x="83" y="9"/>
                      <a:pt x="88" y="6"/>
                      <a:pt x="89" y="1"/>
                    </a:cubicBezTo>
                    <a:close/>
                    <a:moveTo>
                      <a:pt x="67" y="25"/>
                    </a:moveTo>
                    <a:lnTo>
                      <a:pt x="60" y="32"/>
                    </a:lnTo>
                    <a:cubicBezTo>
                      <a:pt x="41" y="54"/>
                      <a:pt x="20" y="79"/>
                      <a:pt x="0" y="103"/>
                    </a:cubicBezTo>
                    <a:cubicBezTo>
                      <a:pt x="24" y="77"/>
                      <a:pt x="45" y="51"/>
                      <a:pt x="67"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990343" y="1889705"/>
                <a:ext cx="2048" cy="2453"/>
              </a:xfrm>
              <a:custGeom>
                <a:rect b="b" l="l" r="r" t="t"/>
                <a:pathLst>
                  <a:path extrusionOk="0" h="103" w="86">
                    <a:moveTo>
                      <a:pt x="85" y="0"/>
                    </a:moveTo>
                    <a:lnTo>
                      <a:pt x="50" y="43"/>
                    </a:lnTo>
                    <a:lnTo>
                      <a:pt x="30" y="67"/>
                    </a:lnTo>
                    <a:lnTo>
                      <a:pt x="30" y="67"/>
                    </a:lnTo>
                    <a:lnTo>
                      <a:pt x="85" y="0"/>
                    </a:lnTo>
                    <a:close/>
                    <a:moveTo>
                      <a:pt x="30" y="67"/>
                    </a:moveTo>
                    <a:lnTo>
                      <a:pt x="1" y="103"/>
                    </a:lnTo>
                    <a:lnTo>
                      <a:pt x="1" y="103"/>
                    </a:lnTo>
                    <a:lnTo>
                      <a:pt x="25" y="73"/>
                    </a:lnTo>
                    <a:lnTo>
                      <a:pt x="30" y="6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026470" y="1856626"/>
                <a:ext cx="2501" cy="1691"/>
              </a:xfrm>
              <a:custGeom>
                <a:rect b="b" l="l" r="r" t="t"/>
                <a:pathLst>
                  <a:path extrusionOk="0" h="71" w="105">
                    <a:moveTo>
                      <a:pt x="105" y="1"/>
                    </a:moveTo>
                    <a:cubicBezTo>
                      <a:pt x="98" y="4"/>
                      <a:pt x="92" y="7"/>
                      <a:pt x="85" y="12"/>
                    </a:cubicBezTo>
                    <a:cubicBezTo>
                      <a:pt x="75" y="19"/>
                      <a:pt x="65" y="26"/>
                      <a:pt x="55" y="33"/>
                    </a:cubicBezTo>
                    <a:lnTo>
                      <a:pt x="55" y="33"/>
                    </a:lnTo>
                    <a:cubicBezTo>
                      <a:pt x="71" y="22"/>
                      <a:pt x="88" y="11"/>
                      <a:pt x="105" y="1"/>
                    </a:cubicBezTo>
                    <a:close/>
                    <a:moveTo>
                      <a:pt x="55" y="33"/>
                    </a:moveTo>
                    <a:lnTo>
                      <a:pt x="55" y="33"/>
                    </a:lnTo>
                    <a:cubicBezTo>
                      <a:pt x="40" y="43"/>
                      <a:pt x="26" y="53"/>
                      <a:pt x="11" y="63"/>
                    </a:cubicBezTo>
                    <a:lnTo>
                      <a:pt x="11" y="63"/>
                    </a:lnTo>
                    <a:cubicBezTo>
                      <a:pt x="13" y="62"/>
                      <a:pt x="14" y="61"/>
                      <a:pt x="15" y="61"/>
                    </a:cubicBezTo>
                    <a:cubicBezTo>
                      <a:pt x="29" y="51"/>
                      <a:pt x="42" y="42"/>
                      <a:pt x="55" y="33"/>
                    </a:cubicBezTo>
                    <a:close/>
                    <a:moveTo>
                      <a:pt x="11" y="63"/>
                    </a:moveTo>
                    <a:cubicBezTo>
                      <a:pt x="7" y="65"/>
                      <a:pt x="3" y="67"/>
                      <a:pt x="1" y="70"/>
                    </a:cubicBezTo>
                    <a:cubicBezTo>
                      <a:pt x="4" y="68"/>
                      <a:pt x="8" y="65"/>
                      <a:pt x="11"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980483" y="1844290"/>
                <a:ext cx="113717" cy="78518"/>
              </a:xfrm>
              <a:custGeom>
                <a:rect b="b" l="l" r="r" t="t"/>
                <a:pathLst>
                  <a:path extrusionOk="0" h="3297" w="4775">
                    <a:moveTo>
                      <a:pt x="3536" y="0"/>
                    </a:moveTo>
                    <a:cubicBezTo>
                      <a:pt x="2420" y="478"/>
                      <a:pt x="1522" y="1219"/>
                      <a:pt x="840" y="2045"/>
                    </a:cubicBezTo>
                    <a:cubicBezTo>
                      <a:pt x="838" y="2047"/>
                      <a:pt x="835" y="2050"/>
                      <a:pt x="833" y="2053"/>
                    </a:cubicBezTo>
                    <a:cubicBezTo>
                      <a:pt x="506" y="2452"/>
                      <a:pt x="227" y="2872"/>
                      <a:pt x="0" y="3296"/>
                    </a:cubicBezTo>
                    <a:cubicBezTo>
                      <a:pt x="613" y="2671"/>
                      <a:pt x="1739" y="1502"/>
                      <a:pt x="3057" y="854"/>
                    </a:cubicBezTo>
                    <a:cubicBezTo>
                      <a:pt x="3604" y="583"/>
                      <a:pt x="4185" y="402"/>
                      <a:pt x="4774" y="389"/>
                    </a:cubicBezTo>
                    <a:cubicBezTo>
                      <a:pt x="4585" y="279"/>
                      <a:pt x="4390" y="186"/>
                      <a:pt x="4191" y="122"/>
                    </a:cubicBezTo>
                    <a:cubicBezTo>
                      <a:pt x="4180" y="118"/>
                      <a:pt x="4170" y="113"/>
                      <a:pt x="4159" y="112"/>
                    </a:cubicBezTo>
                    <a:cubicBezTo>
                      <a:pt x="4065" y="84"/>
                      <a:pt x="3972" y="60"/>
                      <a:pt x="3878" y="41"/>
                    </a:cubicBezTo>
                    <a:cubicBezTo>
                      <a:pt x="3862" y="37"/>
                      <a:pt x="3844" y="36"/>
                      <a:pt x="3828" y="32"/>
                    </a:cubicBezTo>
                    <a:cubicBezTo>
                      <a:pt x="3739" y="19"/>
                      <a:pt x="3650" y="6"/>
                      <a:pt x="3559" y="3"/>
                    </a:cubicBezTo>
                    <a:cubicBezTo>
                      <a:pt x="3553" y="3"/>
                      <a:pt x="3546"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392173" y="2697319"/>
                <a:ext cx="35341" cy="39271"/>
              </a:xfrm>
              <a:custGeom>
                <a:rect b="b" l="l" r="r" t="t"/>
                <a:pathLst>
                  <a:path extrusionOk="0" h="1649" w="1484">
                    <a:moveTo>
                      <a:pt x="1023" y="0"/>
                    </a:moveTo>
                    <a:cubicBezTo>
                      <a:pt x="1021" y="0"/>
                      <a:pt x="1021" y="2"/>
                      <a:pt x="1020" y="2"/>
                    </a:cubicBezTo>
                    <a:cubicBezTo>
                      <a:pt x="657" y="143"/>
                      <a:pt x="365" y="370"/>
                      <a:pt x="203" y="642"/>
                    </a:cubicBezTo>
                    <a:cubicBezTo>
                      <a:pt x="25" y="937"/>
                      <a:pt x="0" y="1277"/>
                      <a:pt x="124" y="1648"/>
                    </a:cubicBezTo>
                    <a:lnTo>
                      <a:pt x="1483" y="1123"/>
                    </a:lnTo>
                    <a:cubicBezTo>
                      <a:pt x="1344" y="757"/>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60072" y="2667908"/>
                <a:ext cx="154893" cy="120790"/>
              </a:xfrm>
              <a:custGeom>
                <a:rect b="b" l="l" r="r" t="t"/>
                <a:pathLst>
                  <a:path extrusionOk="0" h="5072" w="6504">
                    <a:moveTo>
                      <a:pt x="5607" y="1"/>
                    </a:moveTo>
                    <a:cubicBezTo>
                      <a:pt x="5573" y="1"/>
                      <a:pt x="5539" y="7"/>
                      <a:pt x="5505" y="20"/>
                    </a:cubicBezTo>
                    <a:cubicBezTo>
                      <a:pt x="5445" y="41"/>
                      <a:pt x="5416" y="83"/>
                      <a:pt x="5402" y="135"/>
                    </a:cubicBezTo>
                    <a:cubicBezTo>
                      <a:pt x="5322" y="406"/>
                      <a:pt x="5701" y="1012"/>
                      <a:pt x="5141" y="1307"/>
                    </a:cubicBezTo>
                    <a:cubicBezTo>
                      <a:pt x="5141" y="1307"/>
                      <a:pt x="5137" y="1307"/>
                      <a:pt x="5137" y="1310"/>
                    </a:cubicBezTo>
                    <a:cubicBezTo>
                      <a:pt x="5108" y="1326"/>
                      <a:pt x="5077" y="1342"/>
                      <a:pt x="5039" y="1357"/>
                    </a:cubicBezTo>
                    <a:cubicBezTo>
                      <a:pt x="4949" y="1391"/>
                      <a:pt x="4860" y="1406"/>
                      <a:pt x="4774" y="1406"/>
                    </a:cubicBezTo>
                    <a:cubicBezTo>
                      <a:pt x="4457" y="1406"/>
                      <a:pt x="4191" y="1208"/>
                      <a:pt x="4125" y="1123"/>
                    </a:cubicBezTo>
                    <a:cubicBezTo>
                      <a:pt x="4043" y="1016"/>
                      <a:pt x="3741" y="582"/>
                      <a:pt x="3104" y="582"/>
                    </a:cubicBezTo>
                    <a:cubicBezTo>
                      <a:pt x="3095" y="582"/>
                      <a:pt x="3085" y="582"/>
                      <a:pt x="3076" y="582"/>
                    </a:cubicBezTo>
                    <a:lnTo>
                      <a:pt x="3065" y="582"/>
                    </a:lnTo>
                    <a:cubicBezTo>
                      <a:pt x="2400" y="598"/>
                      <a:pt x="2557" y="1213"/>
                      <a:pt x="2950" y="1619"/>
                    </a:cubicBezTo>
                    <a:cubicBezTo>
                      <a:pt x="2943" y="1650"/>
                      <a:pt x="2932" y="1684"/>
                      <a:pt x="2920" y="1717"/>
                    </a:cubicBezTo>
                    <a:cubicBezTo>
                      <a:pt x="3236" y="1759"/>
                      <a:pt x="3539" y="1875"/>
                      <a:pt x="3800" y="2057"/>
                    </a:cubicBezTo>
                    <a:cubicBezTo>
                      <a:pt x="3838" y="2083"/>
                      <a:pt x="3847" y="2135"/>
                      <a:pt x="3821" y="2170"/>
                    </a:cubicBezTo>
                    <a:cubicBezTo>
                      <a:pt x="3805" y="2193"/>
                      <a:pt x="3781" y="2204"/>
                      <a:pt x="3753" y="2204"/>
                    </a:cubicBezTo>
                    <a:cubicBezTo>
                      <a:pt x="3737" y="2204"/>
                      <a:pt x="3721" y="2201"/>
                      <a:pt x="3708" y="2191"/>
                    </a:cubicBezTo>
                    <a:cubicBezTo>
                      <a:pt x="3458" y="2016"/>
                      <a:pt x="3167" y="1905"/>
                      <a:pt x="2862" y="1872"/>
                    </a:cubicBezTo>
                    <a:cubicBezTo>
                      <a:pt x="2859" y="1872"/>
                      <a:pt x="2856" y="1871"/>
                      <a:pt x="2851" y="1869"/>
                    </a:cubicBezTo>
                    <a:cubicBezTo>
                      <a:pt x="2788" y="1984"/>
                      <a:pt x="2700" y="2107"/>
                      <a:pt x="2593" y="2237"/>
                    </a:cubicBezTo>
                    <a:cubicBezTo>
                      <a:pt x="2877" y="2285"/>
                      <a:pt x="3149" y="2402"/>
                      <a:pt x="3377" y="2577"/>
                    </a:cubicBezTo>
                    <a:cubicBezTo>
                      <a:pt x="3413" y="2606"/>
                      <a:pt x="3420" y="2657"/>
                      <a:pt x="3392" y="2691"/>
                    </a:cubicBezTo>
                    <a:cubicBezTo>
                      <a:pt x="3376" y="2712"/>
                      <a:pt x="3351" y="2723"/>
                      <a:pt x="3327" y="2723"/>
                    </a:cubicBezTo>
                    <a:cubicBezTo>
                      <a:pt x="3308" y="2723"/>
                      <a:pt x="3292" y="2718"/>
                      <a:pt x="3275" y="2707"/>
                    </a:cubicBezTo>
                    <a:cubicBezTo>
                      <a:pt x="3053" y="2535"/>
                      <a:pt x="2786" y="2426"/>
                      <a:pt x="2506" y="2388"/>
                    </a:cubicBezTo>
                    <a:cubicBezTo>
                      <a:pt x="2494" y="2386"/>
                      <a:pt x="2484" y="2381"/>
                      <a:pt x="2473" y="2375"/>
                    </a:cubicBezTo>
                    <a:cubicBezTo>
                      <a:pt x="2381" y="2480"/>
                      <a:pt x="2277" y="2588"/>
                      <a:pt x="2168" y="2694"/>
                    </a:cubicBezTo>
                    <a:cubicBezTo>
                      <a:pt x="2400" y="2786"/>
                      <a:pt x="2627" y="2900"/>
                      <a:pt x="2838" y="3037"/>
                    </a:cubicBezTo>
                    <a:cubicBezTo>
                      <a:pt x="2877" y="3062"/>
                      <a:pt x="2886" y="3112"/>
                      <a:pt x="2862" y="3151"/>
                    </a:cubicBezTo>
                    <a:cubicBezTo>
                      <a:pt x="2846" y="3175"/>
                      <a:pt x="2820" y="3188"/>
                      <a:pt x="2794" y="3188"/>
                    </a:cubicBezTo>
                    <a:cubicBezTo>
                      <a:pt x="2778" y="3188"/>
                      <a:pt x="2763" y="3183"/>
                      <a:pt x="2749" y="3175"/>
                    </a:cubicBezTo>
                    <a:cubicBezTo>
                      <a:pt x="2535" y="3036"/>
                      <a:pt x="2306" y="2921"/>
                      <a:pt x="2066" y="2828"/>
                    </a:cubicBezTo>
                    <a:cubicBezTo>
                      <a:pt x="2058" y="2825"/>
                      <a:pt x="2050" y="2820"/>
                      <a:pt x="2044" y="2815"/>
                    </a:cubicBezTo>
                    <a:cubicBezTo>
                      <a:pt x="1959" y="2896"/>
                      <a:pt x="1872" y="2974"/>
                      <a:pt x="1784" y="3054"/>
                    </a:cubicBezTo>
                    <a:cubicBezTo>
                      <a:pt x="1361" y="3431"/>
                      <a:pt x="924" y="3772"/>
                      <a:pt x="669" y="3968"/>
                    </a:cubicBezTo>
                    <a:cubicBezTo>
                      <a:pt x="556" y="4055"/>
                      <a:pt x="460" y="4141"/>
                      <a:pt x="373" y="4230"/>
                    </a:cubicBezTo>
                    <a:cubicBezTo>
                      <a:pt x="131" y="4480"/>
                      <a:pt x="0" y="4746"/>
                      <a:pt x="10" y="5071"/>
                    </a:cubicBezTo>
                    <a:lnTo>
                      <a:pt x="880" y="4737"/>
                    </a:lnTo>
                    <a:lnTo>
                      <a:pt x="2361" y="4161"/>
                    </a:lnTo>
                    <a:lnTo>
                      <a:pt x="5518" y="2942"/>
                    </a:lnTo>
                    <a:cubicBezTo>
                      <a:pt x="5434" y="2694"/>
                      <a:pt x="5410" y="2451"/>
                      <a:pt x="5450" y="2224"/>
                    </a:cubicBezTo>
                    <a:lnTo>
                      <a:pt x="5450" y="2219"/>
                    </a:lnTo>
                    <a:cubicBezTo>
                      <a:pt x="5476" y="2070"/>
                      <a:pt x="5530" y="1926"/>
                      <a:pt x="5611" y="1791"/>
                    </a:cubicBezTo>
                    <a:cubicBezTo>
                      <a:pt x="5791" y="1491"/>
                      <a:pt x="6107" y="1240"/>
                      <a:pt x="6504" y="1086"/>
                    </a:cubicBezTo>
                    <a:cubicBezTo>
                      <a:pt x="6214" y="477"/>
                      <a:pt x="5904" y="1"/>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60762" y="2727683"/>
                <a:ext cx="171373" cy="68111"/>
              </a:xfrm>
              <a:custGeom>
                <a:rect b="b" l="l" r="r" t="t"/>
                <a:pathLst>
                  <a:path extrusionOk="0" h="2860" w="7196">
                    <a:moveTo>
                      <a:pt x="7060" y="1"/>
                    </a:moveTo>
                    <a:lnTo>
                      <a:pt x="5681" y="534"/>
                    </a:lnTo>
                    <a:lnTo>
                      <a:pt x="5679" y="534"/>
                    </a:lnTo>
                    <a:lnTo>
                      <a:pt x="5622" y="557"/>
                    </a:lnTo>
                    <a:lnTo>
                      <a:pt x="2408" y="1796"/>
                    </a:lnTo>
                    <a:lnTo>
                      <a:pt x="976" y="2349"/>
                    </a:lnTo>
                    <a:lnTo>
                      <a:pt x="15" y="2720"/>
                    </a:lnTo>
                    <a:cubicBezTo>
                      <a:pt x="10" y="2722"/>
                      <a:pt x="3" y="2722"/>
                      <a:pt x="0" y="2722"/>
                    </a:cubicBezTo>
                    <a:cubicBezTo>
                      <a:pt x="8" y="2766"/>
                      <a:pt x="15" y="2813"/>
                      <a:pt x="26" y="2860"/>
                    </a:cubicBezTo>
                    <a:lnTo>
                      <a:pt x="1092" y="2462"/>
                    </a:lnTo>
                    <a:lnTo>
                      <a:pt x="2486" y="1942"/>
                    </a:lnTo>
                    <a:lnTo>
                      <a:pt x="3113" y="1707"/>
                    </a:lnTo>
                    <a:cubicBezTo>
                      <a:pt x="3141" y="1697"/>
                      <a:pt x="3169" y="1692"/>
                      <a:pt x="3196" y="1692"/>
                    </a:cubicBezTo>
                    <a:cubicBezTo>
                      <a:pt x="3281" y="1692"/>
                      <a:pt x="3363" y="1740"/>
                      <a:pt x="3407" y="1816"/>
                    </a:cubicBezTo>
                    <a:lnTo>
                      <a:pt x="5789" y="897"/>
                    </a:lnTo>
                    <a:lnTo>
                      <a:pt x="5792" y="897"/>
                    </a:lnTo>
                    <a:lnTo>
                      <a:pt x="7196" y="356"/>
                    </a:lnTo>
                    <a:cubicBezTo>
                      <a:pt x="7154" y="244"/>
                      <a:pt x="7107" y="124"/>
                      <a:pt x="7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372216" y="2954593"/>
                <a:ext cx="80995" cy="109430"/>
              </a:xfrm>
              <a:custGeom>
                <a:rect b="b" l="l" r="r" t="t"/>
                <a:pathLst>
                  <a:path extrusionOk="0" h="4595" w="3401">
                    <a:moveTo>
                      <a:pt x="1991" y="0"/>
                    </a:moveTo>
                    <a:cubicBezTo>
                      <a:pt x="1986" y="2"/>
                      <a:pt x="1983" y="4"/>
                      <a:pt x="1978" y="9"/>
                    </a:cubicBezTo>
                    <a:cubicBezTo>
                      <a:pt x="1847" y="96"/>
                      <a:pt x="1707" y="171"/>
                      <a:pt x="1560" y="231"/>
                    </a:cubicBezTo>
                    <a:lnTo>
                      <a:pt x="1829" y="837"/>
                    </a:lnTo>
                    <a:lnTo>
                      <a:pt x="1916" y="1036"/>
                    </a:lnTo>
                    <a:lnTo>
                      <a:pt x="2623" y="2626"/>
                    </a:lnTo>
                    <a:lnTo>
                      <a:pt x="2689" y="2775"/>
                    </a:lnTo>
                    <a:lnTo>
                      <a:pt x="2825" y="3081"/>
                    </a:lnTo>
                    <a:lnTo>
                      <a:pt x="176" y="4125"/>
                    </a:lnTo>
                    <a:cubicBezTo>
                      <a:pt x="143" y="4136"/>
                      <a:pt x="114" y="4157"/>
                      <a:pt x="90" y="4182"/>
                    </a:cubicBezTo>
                    <a:cubicBezTo>
                      <a:pt x="25" y="4248"/>
                      <a:pt x="1" y="4347"/>
                      <a:pt x="38" y="4441"/>
                    </a:cubicBezTo>
                    <a:cubicBezTo>
                      <a:pt x="77" y="4537"/>
                      <a:pt x="168" y="4595"/>
                      <a:pt x="265" y="4595"/>
                    </a:cubicBezTo>
                    <a:cubicBezTo>
                      <a:pt x="296" y="4595"/>
                      <a:pt x="325" y="4588"/>
                      <a:pt x="354" y="4579"/>
                    </a:cubicBezTo>
                    <a:lnTo>
                      <a:pt x="3240" y="3443"/>
                    </a:lnTo>
                    <a:cubicBezTo>
                      <a:pt x="3302" y="3418"/>
                      <a:pt x="3352" y="3370"/>
                      <a:pt x="3376" y="3308"/>
                    </a:cubicBezTo>
                    <a:cubicBezTo>
                      <a:pt x="3401" y="3248"/>
                      <a:pt x="3401" y="3178"/>
                      <a:pt x="3375" y="3119"/>
                    </a:cubicBezTo>
                    <a:lnTo>
                      <a:pt x="3302" y="2943"/>
                    </a:lnTo>
                    <a:lnTo>
                      <a:pt x="3148" y="2597"/>
                    </a:lnTo>
                    <a:lnTo>
                      <a:pt x="3080" y="2448"/>
                    </a:lnTo>
                    <a:lnTo>
                      <a:pt x="2043" y="120"/>
                    </a:lnTo>
                    <a:lnTo>
                      <a:pt x="19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512987" y="2672266"/>
                <a:ext cx="142128" cy="219431"/>
              </a:xfrm>
              <a:custGeom>
                <a:rect b="b" l="l" r="r" t="t"/>
                <a:pathLst>
                  <a:path extrusionOk="0" h="9214" w="5968">
                    <a:moveTo>
                      <a:pt x="5381" y="0"/>
                    </a:moveTo>
                    <a:cubicBezTo>
                      <a:pt x="2284" y="1948"/>
                      <a:pt x="173" y="5334"/>
                      <a:pt x="0" y="9214"/>
                    </a:cubicBezTo>
                    <a:lnTo>
                      <a:pt x="1217" y="9207"/>
                    </a:lnTo>
                    <a:cubicBezTo>
                      <a:pt x="1254" y="8510"/>
                      <a:pt x="1360" y="7830"/>
                      <a:pt x="1530" y="7173"/>
                    </a:cubicBezTo>
                    <a:cubicBezTo>
                      <a:pt x="1614" y="6846"/>
                      <a:pt x="1713" y="6524"/>
                      <a:pt x="1830" y="6209"/>
                    </a:cubicBezTo>
                    <a:cubicBezTo>
                      <a:pt x="1888" y="6050"/>
                      <a:pt x="1948" y="5895"/>
                      <a:pt x="2013" y="5742"/>
                    </a:cubicBezTo>
                    <a:cubicBezTo>
                      <a:pt x="2143" y="5434"/>
                      <a:pt x="2288" y="5135"/>
                      <a:pt x="2447" y="4843"/>
                    </a:cubicBezTo>
                    <a:cubicBezTo>
                      <a:pt x="2604" y="4553"/>
                      <a:pt x="2778" y="4269"/>
                      <a:pt x="2964" y="3995"/>
                    </a:cubicBezTo>
                    <a:cubicBezTo>
                      <a:pt x="3753" y="2827"/>
                      <a:pt x="4779" y="1832"/>
                      <a:pt x="5967" y="1070"/>
                    </a:cubicBezTo>
                    <a:lnTo>
                      <a:pt x="538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764068" y="2877861"/>
                <a:ext cx="48821" cy="52822"/>
              </a:xfrm>
              <a:custGeom>
                <a:rect b="b" l="l" r="r" t="t"/>
                <a:pathLst>
                  <a:path extrusionOk="0" h="2218" w="2050">
                    <a:moveTo>
                      <a:pt x="941" y="1"/>
                    </a:moveTo>
                    <a:cubicBezTo>
                      <a:pt x="925" y="1"/>
                      <a:pt x="909" y="5"/>
                      <a:pt x="891" y="5"/>
                    </a:cubicBezTo>
                    <a:lnTo>
                      <a:pt x="1344" y="830"/>
                    </a:lnTo>
                    <a:cubicBezTo>
                      <a:pt x="1348" y="837"/>
                      <a:pt x="1349" y="847"/>
                      <a:pt x="1354" y="855"/>
                    </a:cubicBezTo>
                    <a:cubicBezTo>
                      <a:pt x="1364" y="872"/>
                      <a:pt x="1372" y="892"/>
                      <a:pt x="1379" y="913"/>
                    </a:cubicBezTo>
                    <a:cubicBezTo>
                      <a:pt x="1385" y="929"/>
                      <a:pt x="1390" y="947"/>
                      <a:pt x="1395" y="963"/>
                    </a:cubicBezTo>
                    <a:lnTo>
                      <a:pt x="1408" y="1018"/>
                    </a:lnTo>
                    <a:cubicBezTo>
                      <a:pt x="1411" y="1038"/>
                      <a:pt x="1413" y="1059"/>
                      <a:pt x="1413" y="1078"/>
                    </a:cubicBezTo>
                    <a:cubicBezTo>
                      <a:pt x="1413" y="1086"/>
                      <a:pt x="1416" y="1096"/>
                      <a:pt x="1416" y="1104"/>
                    </a:cubicBezTo>
                    <a:cubicBezTo>
                      <a:pt x="1416" y="1112"/>
                      <a:pt x="1413" y="1124"/>
                      <a:pt x="1413" y="1132"/>
                    </a:cubicBezTo>
                    <a:cubicBezTo>
                      <a:pt x="1416" y="1151"/>
                      <a:pt x="1413" y="1172"/>
                      <a:pt x="1411" y="1192"/>
                    </a:cubicBezTo>
                    <a:cubicBezTo>
                      <a:pt x="1409" y="1211"/>
                      <a:pt x="1404" y="1229"/>
                      <a:pt x="1401" y="1247"/>
                    </a:cubicBezTo>
                    <a:cubicBezTo>
                      <a:pt x="1396" y="1265"/>
                      <a:pt x="1391" y="1281"/>
                      <a:pt x="1385" y="1300"/>
                    </a:cubicBezTo>
                    <a:cubicBezTo>
                      <a:pt x="1379" y="1318"/>
                      <a:pt x="1372" y="1336"/>
                      <a:pt x="1364" y="1352"/>
                    </a:cubicBezTo>
                    <a:cubicBezTo>
                      <a:pt x="1356" y="1368"/>
                      <a:pt x="1348" y="1385"/>
                      <a:pt x="1338" y="1401"/>
                    </a:cubicBezTo>
                    <a:cubicBezTo>
                      <a:pt x="1328" y="1417"/>
                      <a:pt x="1320" y="1433"/>
                      <a:pt x="1307" y="1448"/>
                    </a:cubicBezTo>
                    <a:cubicBezTo>
                      <a:pt x="1297" y="1464"/>
                      <a:pt x="1286" y="1479"/>
                      <a:pt x="1272" y="1492"/>
                    </a:cubicBezTo>
                    <a:cubicBezTo>
                      <a:pt x="1259" y="1506"/>
                      <a:pt x="1247" y="1519"/>
                      <a:pt x="1233" y="1532"/>
                    </a:cubicBezTo>
                    <a:cubicBezTo>
                      <a:pt x="1218" y="1545"/>
                      <a:pt x="1205" y="1556"/>
                      <a:pt x="1191" y="1568"/>
                    </a:cubicBezTo>
                    <a:cubicBezTo>
                      <a:pt x="1174" y="1579"/>
                      <a:pt x="1158" y="1592"/>
                      <a:pt x="1140" y="1602"/>
                    </a:cubicBezTo>
                    <a:cubicBezTo>
                      <a:pt x="1132" y="1605"/>
                      <a:pt x="1126" y="1612"/>
                      <a:pt x="1118" y="1616"/>
                    </a:cubicBezTo>
                    <a:cubicBezTo>
                      <a:pt x="1111" y="1620"/>
                      <a:pt x="1105" y="1620"/>
                      <a:pt x="1097" y="1624"/>
                    </a:cubicBezTo>
                    <a:cubicBezTo>
                      <a:pt x="1066" y="1637"/>
                      <a:pt x="1037" y="1650"/>
                      <a:pt x="1004" y="1660"/>
                    </a:cubicBezTo>
                    <a:cubicBezTo>
                      <a:pt x="991" y="1665"/>
                      <a:pt x="981" y="1668"/>
                      <a:pt x="968" y="1670"/>
                    </a:cubicBezTo>
                    <a:cubicBezTo>
                      <a:pt x="926" y="1681"/>
                      <a:pt x="884" y="1686"/>
                      <a:pt x="840" y="1686"/>
                    </a:cubicBezTo>
                    <a:lnTo>
                      <a:pt x="1" y="1691"/>
                    </a:lnTo>
                    <a:cubicBezTo>
                      <a:pt x="195" y="2007"/>
                      <a:pt x="542" y="2218"/>
                      <a:pt x="941" y="2218"/>
                    </a:cubicBezTo>
                    <a:cubicBezTo>
                      <a:pt x="1552" y="2218"/>
                      <a:pt x="2049" y="1722"/>
                      <a:pt x="2049" y="1109"/>
                    </a:cubicBezTo>
                    <a:cubicBezTo>
                      <a:pt x="2049" y="498"/>
                      <a:pt x="1552" y="1"/>
                      <a:pt x="94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609112" y="2630399"/>
                <a:ext cx="547816" cy="547769"/>
              </a:xfrm>
              <a:custGeom>
                <a:rect b="b" l="l" r="r" t="t"/>
                <a:pathLst>
                  <a:path extrusionOk="0" h="23001" w="23003">
                    <a:moveTo>
                      <a:pt x="11500" y="0"/>
                    </a:moveTo>
                    <a:cubicBezTo>
                      <a:pt x="5157" y="0"/>
                      <a:pt x="0" y="5160"/>
                      <a:pt x="0" y="11500"/>
                    </a:cubicBezTo>
                    <a:cubicBezTo>
                      <a:pt x="0" y="17843"/>
                      <a:pt x="5160" y="23000"/>
                      <a:pt x="11500" y="23000"/>
                    </a:cubicBezTo>
                    <a:cubicBezTo>
                      <a:pt x="17844" y="23000"/>
                      <a:pt x="23002" y="17842"/>
                      <a:pt x="23002" y="11500"/>
                    </a:cubicBezTo>
                    <a:cubicBezTo>
                      <a:pt x="23002" y="6439"/>
                      <a:pt x="19715" y="2134"/>
                      <a:pt x="15168" y="601"/>
                    </a:cubicBezTo>
                    <a:lnTo>
                      <a:pt x="14836" y="1775"/>
                    </a:lnTo>
                    <a:cubicBezTo>
                      <a:pt x="16967" y="2507"/>
                      <a:pt x="18785" y="3919"/>
                      <a:pt x="20025" y="5755"/>
                    </a:cubicBezTo>
                    <a:cubicBezTo>
                      <a:pt x="20210" y="6029"/>
                      <a:pt x="20381" y="6312"/>
                      <a:pt x="20542" y="6604"/>
                    </a:cubicBezTo>
                    <a:cubicBezTo>
                      <a:pt x="20702" y="6896"/>
                      <a:pt x="20847" y="7196"/>
                      <a:pt x="20976" y="7504"/>
                    </a:cubicBezTo>
                    <a:cubicBezTo>
                      <a:pt x="21039" y="7658"/>
                      <a:pt x="21103" y="7813"/>
                      <a:pt x="21159" y="7969"/>
                    </a:cubicBezTo>
                    <a:cubicBezTo>
                      <a:pt x="21276" y="8283"/>
                      <a:pt x="21377" y="8606"/>
                      <a:pt x="21459" y="8933"/>
                    </a:cubicBezTo>
                    <a:cubicBezTo>
                      <a:pt x="21670" y="9753"/>
                      <a:pt x="21783" y="10615"/>
                      <a:pt x="21783" y="11500"/>
                    </a:cubicBezTo>
                    <a:cubicBezTo>
                      <a:pt x="21783" y="17171"/>
                      <a:pt x="17171" y="21783"/>
                      <a:pt x="11500" y="21783"/>
                    </a:cubicBezTo>
                    <a:cubicBezTo>
                      <a:pt x="5831" y="21783"/>
                      <a:pt x="1217" y="17171"/>
                      <a:pt x="1217" y="11500"/>
                    </a:cubicBezTo>
                    <a:cubicBezTo>
                      <a:pt x="1217" y="10615"/>
                      <a:pt x="1331" y="9753"/>
                      <a:pt x="1541" y="8933"/>
                    </a:cubicBezTo>
                    <a:cubicBezTo>
                      <a:pt x="1627" y="8606"/>
                      <a:pt x="1726" y="8283"/>
                      <a:pt x="1841" y="7969"/>
                    </a:cubicBezTo>
                    <a:cubicBezTo>
                      <a:pt x="1900" y="7812"/>
                      <a:pt x="1961" y="7654"/>
                      <a:pt x="2026" y="7504"/>
                    </a:cubicBezTo>
                    <a:cubicBezTo>
                      <a:pt x="2156" y="7196"/>
                      <a:pt x="2302" y="6896"/>
                      <a:pt x="2459" y="6604"/>
                    </a:cubicBezTo>
                    <a:cubicBezTo>
                      <a:pt x="2618" y="6312"/>
                      <a:pt x="2789" y="6029"/>
                      <a:pt x="2976" y="5755"/>
                    </a:cubicBezTo>
                    <a:cubicBezTo>
                      <a:pt x="4827" y="3018"/>
                      <a:pt x="7958" y="1217"/>
                      <a:pt x="11500" y="1217"/>
                    </a:cubicBezTo>
                    <a:cubicBezTo>
                      <a:pt x="12265" y="1217"/>
                      <a:pt x="13008" y="1305"/>
                      <a:pt x="13725" y="1462"/>
                    </a:cubicBezTo>
                    <a:lnTo>
                      <a:pt x="14058" y="290"/>
                    </a:lnTo>
                    <a:cubicBezTo>
                      <a:pt x="13234" y="101"/>
                      <a:pt x="12380" y="0"/>
                      <a:pt x="1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856622" y="2879099"/>
                <a:ext cx="52774" cy="51536"/>
              </a:xfrm>
              <a:custGeom>
                <a:rect b="b" l="l" r="r" t="t"/>
                <a:pathLst>
                  <a:path extrusionOk="0" h="2164" w="2216">
                    <a:moveTo>
                      <a:pt x="791" y="0"/>
                    </a:moveTo>
                    <a:lnTo>
                      <a:pt x="791" y="0"/>
                    </a:lnTo>
                    <a:cubicBezTo>
                      <a:pt x="336" y="138"/>
                      <a:pt x="0" y="555"/>
                      <a:pt x="0" y="1055"/>
                    </a:cubicBezTo>
                    <a:cubicBezTo>
                      <a:pt x="0" y="1666"/>
                      <a:pt x="496" y="2164"/>
                      <a:pt x="1107" y="2164"/>
                    </a:cubicBezTo>
                    <a:cubicBezTo>
                      <a:pt x="1720" y="2164"/>
                      <a:pt x="2216" y="1666"/>
                      <a:pt x="2216" y="1055"/>
                    </a:cubicBezTo>
                    <a:cubicBezTo>
                      <a:pt x="2216" y="759"/>
                      <a:pt x="2098" y="492"/>
                      <a:pt x="1908" y="294"/>
                    </a:cubicBezTo>
                    <a:lnTo>
                      <a:pt x="1663" y="1159"/>
                    </a:lnTo>
                    <a:cubicBezTo>
                      <a:pt x="1592" y="1412"/>
                      <a:pt x="1359" y="1577"/>
                      <a:pt x="1107" y="1577"/>
                    </a:cubicBezTo>
                    <a:cubicBezTo>
                      <a:pt x="1026" y="1577"/>
                      <a:pt x="944" y="1560"/>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1256856" y="2767931"/>
                <a:ext cx="169968" cy="177850"/>
              </a:xfrm>
              <a:custGeom>
                <a:rect b="b" l="l" r="r" t="t"/>
                <a:pathLst>
                  <a:path extrusionOk="0" h="7468" w="7137">
                    <a:moveTo>
                      <a:pt x="3359" y="0"/>
                    </a:moveTo>
                    <a:cubicBezTo>
                      <a:pt x="3332" y="0"/>
                      <a:pt x="3303" y="5"/>
                      <a:pt x="3276" y="16"/>
                    </a:cubicBezTo>
                    <a:lnTo>
                      <a:pt x="2647" y="252"/>
                    </a:lnTo>
                    <a:lnTo>
                      <a:pt x="1253" y="772"/>
                    </a:lnTo>
                    <a:lnTo>
                      <a:pt x="188" y="1170"/>
                    </a:lnTo>
                    <a:lnTo>
                      <a:pt x="176" y="1173"/>
                    </a:lnTo>
                    <a:cubicBezTo>
                      <a:pt x="140" y="1187"/>
                      <a:pt x="111" y="1210"/>
                      <a:pt x="86" y="1236"/>
                    </a:cubicBezTo>
                    <a:cubicBezTo>
                      <a:pt x="25" y="1301"/>
                      <a:pt x="0" y="1398"/>
                      <a:pt x="35" y="1487"/>
                    </a:cubicBezTo>
                    <a:cubicBezTo>
                      <a:pt x="71" y="1586"/>
                      <a:pt x="164" y="1646"/>
                      <a:pt x="264" y="1646"/>
                    </a:cubicBezTo>
                    <a:cubicBezTo>
                      <a:pt x="292" y="1646"/>
                      <a:pt x="321" y="1641"/>
                      <a:pt x="349" y="1631"/>
                    </a:cubicBezTo>
                    <a:lnTo>
                      <a:pt x="446" y="1594"/>
                    </a:lnTo>
                    <a:lnTo>
                      <a:pt x="1632" y="1152"/>
                    </a:lnTo>
                    <a:lnTo>
                      <a:pt x="2877" y="685"/>
                    </a:lnTo>
                    <a:lnTo>
                      <a:pt x="3235" y="552"/>
                    </a:lnTo>
                    <a:lnTo>
                      <a:pt x="4627" y="3495"/>
                    </a:lnTo>
                    <a:lnTo>
                      <a:pt x="4939" y="4155"/>
                    </a:lnTo>
                    <a:lnTo>
                      <a:pt x="4963" y="4208"/>
                    </a:lnTo>
                    <a:cubicBezTo>
                      <a:pt x="4909" y="4224"/>
                      <a:pt x="4858" y="4244"/>
                      <a:pt x="4804" y="4267"/>
                    </a:cubicBezTo>
                    <a:cubicBezTo>
                      <a:pt x="4428" y="4430"/>
                      <a:pt x="4123" y="4728"/>
                      <a:pt x="3952" y="5101"/>
                    </a:cubicBezTo>
                    <a:cubicBezTo>
                      <a:pt x="3853" y="5313"/>
                      <a:pt x="3798" y="5548"/>
                      <a:pt x="3798" y="5798"/>
                    </a:cubicBezTo>
                    <a:cubicBezTo>
                      <a:pt x="3798" y="6719"/>
                      <a:pt x="4548" y="7467"/>
                      <a:pt x="5467" y="7467"/>
                    </a:cubicBezTo>
                    <a:cubicBezTo>
                      <a:pt x="5686" y="7467"/>
                      <a:pt x="5893" y="7425"/>
                      <a:pt x="6083" y="7351"/>
                    </a:cubicBezTo>
                    <a:cubicBezTo>
                      <a:pt x="6204" y="7302"/>
                      <a:pt x="6321" y="7239"/>
                      <a:pt x="6428" y="7164"/>
                    </a:cubicBezTo>
                    <a:cubicBezTo>
                      <a:pt x="6454" y="7145"/>
                      <a:pt x="6483" y="7125"/>
                      <a:pt x="6507" y="7104"/>
                    </a:cubicBezTo>
                    <a:cubicBezTo>
                      <a:pt x="6746" y="6915"/>
                      <a:pt x="6930" y="6662"/>
                      <a:pt x="7036" y="6370"/>
                    </a:cubicBezTo>
                    <a:cubicBezTo>
                      <a:pt x="7101" y="6192"/>
                      <a:pt x="7136" y="6001"/>
                      <a:pt x="7136" y="5800"/>
                    </a:cubicBezTo>
                    <a:cubicBezTo>
                      <a:pt x="7136" y="5589"/>
                      <a:pt x="7096" y="5390"/>
                      <a:pt x="7026" y="5205"/>
                    </a:cubicBezTo>
                    <a:cubicBezTo>
                      <a:pt x="6979" y="5083"/>
                      <a:pt x="6921" y="4970"/>
                      <a:pt x="6849" y="4865"/>
                    </a:cubicBezTo>
                    <a:cubicBezTo>
                      <a:pt x="6793" y="4782"/>
                      <a:pt x="6728" y="4704"/>
                      <a:pt x="6658" y="4631"/>
                    </a:cubicBezTo>
                    <a:cubicBezTo>
                      <a:pt x="6355" y="4323"/>
                      <a:pt x="5935" y="4130"/>
                      <a:pt x="5470" y="4130"/>
                    </a:cubicBezTo>
                    <a:lnTo>
                      <a:pt x="5467" y="4130"/>
                    </a:lnTo>
                    <a:lnTo>
                      <a:pt x="5433" y="4057"/>
                    </a:lnTo>
                    <a:lnTo>
                      <a:pt x="5109" y="3374"/>
                    </a:lnTo>
                    <a:lnTo>
                      <a:pt x="3582" y="140"/>
                    </a:lnTo>
                    <a:cubicBezTo>
                      <a:pt x="3579" y="134"/>
                      <a:pt x="3574" y="132"/>
                      <a:pt x="3571" y="126"/>
                    </a:cubicBezTo>
                    <a:cubicBezTo>
                      <a:pt x="3527" y="47"/>
                      <a:pt x="3445" y="0"/>
                      <a:pt x="335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529038" y="2342309"/>
                <a:ext cx="198712" cy="70659"/>
              </a:xfrm>
              <a:custGeom>
                <a:rect b="b" l="l" r="r" t="t"/>
                <a:pathLst>
                  <a:path extrusionOk="0" h="2967" w="8344">
                    <a:moveTo>
                      <a:pt x="7280" y="0"/>
                    </a:moveTo>
                    <a:cubicBezTo>
                      <a:pt x="7246" y="0"/>
                      <a:pt x="7211" y="3"/>
                      <a:pt x="7176" y="9"/>
                    </a:cubicBezTo>
                    <a:lnTo>
                      <a:pt x="4611" y="451"/>
                    </a:lnTo>
                    <a:cubicBezTo>
                      <a:pt x="4433" y="638"/>
                      <a:pt x="4245" y="811"/>
                      <a:pt x="4049" y="971"/>
                    </a:cubicBezTo>
                    <a:cubicBezTo>
                      <a:pt x="3995" y="1014"/>
                      <a:pt x="3940" y="1056"/>
                      <a:pt x="3887" y="1099"/>
                    </a:cubicBezTo>
                    <a:cubicBezTo>
                      <a:pt x="3770" y="1185"/>
                      <a:pt x="3655" y="1270"/>
                      <a:pt x="3535" y="1347"/>
                    </a:cubicBezTo>
                    <a:cubicBezTo>
                      <a:pt x="2705" y="1898"/>
                      <a:pt x="1807" y="2239"/>
                      <a:pt x="1107" y="2372"/>
                    </a:cubicBezTo>
                    <a:cubicBezTo>
                      <a:pt x="837" y="2422"/>
                      <a:pt x="459" y="2480"/>
                      <a:pt x="0" y="2543"/>
                    </a:cubicBezTo>
                    <a:cubicBezTo>
                      <a:pt x="574" y="2741"/>
                      <a:pt x="1255" y="2843"/>
                      <a:pt x="1914" y="2853"/>
                    </a:cubicBezTo>
                    <a:cubicBezTo>
                      <a:pt x="1961" y="2854"/>
                      <a:pt x="2008" y="2854"/>
                      <a:pt x="2054" y="2854"/>
                    </a:cubicBezTo>
                    <a:cubicBezTo>
                      <a:pt x="2415" y="2854"/>
                      <a:pt x="2764" y="2827"/>
                      <a:pt x="3079" y="2772"/>
                    </a:cubicBezTo>
                    <a:cubicBezTo>
                      <a:pt x="3379" y="2722"/>
                      <a:pt x="3652" y="2647"/>
                      <a:pt x="3872" y="2547"/>
                    </a:cubicBezTo>
                    <a:cubicBezTo>
                      <a:pt x="4016" y="2641"/>
                      <a:pt x="4175" y="2718"/>
                      <a:pt x="4345" y="2780"/>
                    </a:cubicBezTo>
                    <a:cubicBezTo>
                      <a:pt x="4685" y="2905"/>
                      <a:pt x="5068" y="2967"/>
                      <a:pt x="5454" y="2967"/>
                    </a:cubicBezTo>
                    <a:cubicBezTo>
                      <a:pt x="6876" y="2967"/>
                      <a:pt x="8343" y="2124"/>
                      <a:pt x="7883" y="453"/>
                    </a:cubicBezTo>
                    <a:cubicBezTo>
                      <a:pt x="7807" y="180"/>
                      <a:pt x="7555" y="0"/>
                      <a:pt x="7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831544" y="2281438"/>
                <a:ext cx="13146" cy="8788"/>
              </a:xfrm>
              <a:custGeom>
                <a:rect b="b" l="l" r="r" t="t"/>
                <a:pathLst>
                  <a:path extrusionOk="0" h="369" w="552">
                    <a:moveTo>
                      <a:pt x="0" y="1"/>
                    </a:moveTo>
                    <a:cubicBezTo>
                      <a:pt x="8" y="114"/>
                      <a:pt x="13" y="223"/>
                      <a:pt x="21" y="332"/>
                    </a:cubicBezTo>
                    <a:cubicBezTo>
                      <a:pt x="183" y="338"/>
                      <a:pt x="361" y="351"/>
                      <a:pt x="551" y="369"/>
                    </a:cubicBezTo>
                    <a:cubicBezTo>
                      <a:pt x="512" y="255"/>
                      <a:pt x="478" y="157"/>
                      <a:pt x="418" y="124"/>
                    </a:cubicBezTo>
                    <a:cubicBezTo>
                      <a:pt x="355" y="90"/>
                      <a:pt x="186" y="50"/>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830139" y="2255813"/>
                <a:ext cx="22839" cy="16671"/>
              </a:xfrm>
              <a:custGeom>
                <a:rect b="b" l="l" r="r" t="t"/>
                <a:pathLst>
                  <a:path extrusionOk="0" h="700" w="959">
                    <a:moveTo>
                      <a:pt x="477" y="0"/>
                    </a:moveTo>
                    <a:cubicBezTo>
                      <a:pt x="468" y="0"/>
                      <a:pt x="459" y="0"/>
                      <a:pt x="450" y="1"/>
                    </a:cubicBezTo>
                    <a:cubicBezTo>
                      <a:pt x="195" y="17"/>
                      <a:pt x="1" y="236"/>
                      <a:pt x="17" y="490"/>
                    </a:cubicBezTo>
                    <a:lnTo>
                      <a:pt x="23" y="571"/>
                    </a:lnTo>
                    <a:cubicBezTo>
                      <a:pt x="27" y="583"/>
                      <a:pt x="27" y="592"/>
                      <a:pt x="28" y="600"/>
                    </a:cubicBezTo>
                    <a:cubicBezTo>
                      <a:pt x="81" y="598"/>
                      <a:pt x="136" y="598"/>
                      <a:pt x="189" y="598"/>
                    </a:cubicBezTo>
                    <a:cubicBezTo>
                      <a:pt x="357" y="598"/>
                      <a:pt x="521" y="606"/>
                      <a:pt x="646" y="620"/>
                    </a:cubicBezTo>
                    <a:cubicBezTo>
                      <a:pt x="728" y="631"/>
                      <a:pt x="837" y="657"/>
                      <a:pt x="958" y="699"/>
                    </a:cubicBezTo>
                    <a:cubicBezTo>
                      <a:pt x="954" y="636"/>
                      <a:pt x="950" y="576"/>
                      <a:pt x="946" y="513"/>
                    </a:cubicBezTo>
                    <a:lnTo>
                      <a:pt x="939" y="432"/>
                    </a:lnTo>
                    <a:cubicBezTo>
                      <a:pt x="923" y="188"/>
                      <a:pt x="721"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837641" y="2360075"/>
                <a:ext cx="118646" cy="98618"/>
              </a:xfrm>
              <a:custGeom>
                <a:rect b="b" l="l" r="r" t="t"/>
                <a:pathLst>
                  <a:path extrusionOk="0" h="4141" w="4982">
                    <a:moveTo>
                      <a:pt x="922" y="0"/>
                    </a:moveTo>
                    <a:cubicBezTo>
                      <a:pt x="628" y="61"/>
                      <a:pt x="364" y="90"/>
                      <a:pt x="189" y="90"/>
                    </a:cubicBezTo>
                    <a:cubicBezTo>
                      <a:pt x="160" y="90"/>
                      <a:pt x="133" y="89"/>
                      <a:pt x="109" y="88"/>
                    </a:cubicBezTo>
                    <a:cubicBezTo>
                      <a:pt x="68" y="83"/>
                      <a:pt x="31" y="80"/>
                      <a:pt x="8" y="71"/>
                    </a:cubicBezTo>
                    <a:cubicBezTo>
                      <a:pt x="7" y="71"/>
                      <a:pt x="5" y="68"/>
                      <a:pt x="0" y="67"/>
                    </a:cubicBezTo>
                    <a:lnTo>
                      <a:pt x="0" y="67"/>
                    </a:lnTo>
                    <a:cubicBezTo>
                      <a:pt x="114" y="1287"/>
                      <a:pt x="219" y="2042"/>
                      <a:pt x="323" y="2379"/>
                    </a:cubicBezTo>
                    <a:cubicBezTo>
                      <a:pt x="538" y="3081"/>
                      <a:pt x="1149" y="4141"/>
                      <a:pt x="2891" y="4141"/>
                    </a:cubicBezTo>
                    <a:cubicBezTo>
                      <a:pt x="3180" y="4141"/>
                      <a:pt x="3496" y="4113"/>
                      <a:pt x="3847" y="4049"/>
                    </a:cubicBezTo>
                    <a:cubicBezTo>
                      <a:pt x="4204" y="3984"/>
                      <a:pt x="4496" y="3794"/>
                      <a:pt x="4692" y="3501"/>
                    </a:cubicBezTo>
                    <a:cubicBezTo>
                      <a:pt x="4959" y="3104"/>
                      <a:pt x="4982" y="2616"/>
                      <a:pt x="4915" y="2293"/>
                    </a:cubicBezTo>
                    <a:cubicBezTo>
                      <a:pt x="4869" y="2076"/>
                      <a:pt x="4678" y="1927"/>
                      <a:pt x="4463" y="1927"/>
                    </a:cubicBezTo>
                    <a:cubicBezTo>
                      <a:pt x="4432" y="1927"/>
                      <a:pt x="4400" y="1930"/>
                      <a:pt x="4368" y="1937"/>
                    </a:cubicBezTo>
                    <a:cubicBezTo>
                      <a:pt x="4120" y="1989"/>
                      <a:pt x="3959" y="2235"/>
                      <a:pt x="4011" y="2483"/>
                    </a:cubicBezTo>
                    <a:cubicBezTo>
                      <a:pt x="4040" y="2621"/>
                      <a:pt x="4026" y="2838"/>
                      <a:pt x="3927" y="2985"/>
                    </a:cubicBezTo>
                    <a:cubicBezTo>
                      <a:pt x="3870" y="3071"/>
                      <a:pt x="3792" y="3120"/>
                      <a:pt x="3684" y="3141"/>
                    </a:cubicBezTo>
                    <a:cubicBezTo>
                      <a:pt x="3392" y="3194"/>
                      <a:pt x="3125" y="3220"/>
                      <a:pt x="2883" y="3220"/>
                    </a:cubicBezTo>
                    <a:cubicBezTo>
                      <a:pt x="1985" y="3220"/>
                      <a:pt x="1433" y="2853"/>
                      <a:pt x="1206" y="2107"/>
                    </a:cubicBezTo>
                    <a:cubicBezTo>
                      <a:pt x="1156" y="1943"/>
                      <a:pt x="1091" y="1579"/>
                      <a:pt x="1005" y="825"/>
                    </a:cubicBezTo>
                    <a:cubicBezTo>
                      <a:pt x="979" y="590"/>
                      <a:pt x="951" y="316"/>
                      <a:pt x="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996368" y="1995777"/>
                <a:ext cx="26316" cy="15908"/>
              </a:xfrm>
              <a:custGeom>
                <a:rect b="b" l="l" r="r" t="t"/>
                <a:pathLst>
                  <a:path extrusionOk="0" h="668" w="1105">
                    <a:moveTo>
                      <a:pt x="625" y="1"/>
                    </a:moveTo>
                    <a:cubicBezTo>
                      <a:pt x="569" y="1"/>
                      <a:pt x="512" y="8"/>
                      <a:pt x="458" y="23"/>
                    </a:cubicBezTo>
                    <a:cubicBezTo>
                      <a:pt x="254" y="78"/>
                      <a:pt x="75" y="229"/>
                      <a:pt x="1" y="428"/>
                    </a:cubicBezTo>
                    <a:cubicBezTo>
                      <a:pt x="75" y="556"/>
                      <a:pt x="207" y="645"/>
                      <a:pt x="351" y="668"/>
                    </a:cubicBezTo>
                    <a:cubicBezTo>
                      <a:pt x="391" y="523"/>
                      <a:pt x="547" y="379"/>
                      <a:pt x="693" y="344"/>
                    </a:cubicBezTo>
                    <a:cubicBezTo>
                      <a:pt x="755" y="327"/>
                      <a:pt x="822" y="321"/>
                      <a:pt x="889" y="321"/>
                    </a:cubicBezTo>
                    <a:cubicBezTo>
                      <a:pt x="942" y="321"/>
                      <a:pt x="996" y="325"/>
                      <a:pt x="1046" y="332"/>
                    </a:cubicBezTo>
                    <a:cubicBezTo>
                      <a:pt x="1080" y="284"/>
                      <a:pt x="1104" y="191"/>
                      <a:pt x="1057" y="154"/>
                    </a:cubicBezTo>
                    <a:cubicBezTo>
                      <a:pt x="937" y="55"/>
                      <a:pt x="781" y="1"/>
                      <a:pt x="625"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13729" y="2017377"/>
                <a:ext cx="14837" cy="11026"/>
              </a:xfrm>
              <a:custGeom>
                <a:rect b="b" l="l" r="r" t="t"/>
                <a:pathLst>
                  <a:path extrusionOk="0" h="463" w="623">
                    <a:moveTo>
                      <a:pt x="198" y="0"/>
                    </a:moveTo>
                    <a:cubicBezTo>
                      <a:pt x="166" y="0"/>
                      <a:pt x="136" y="10"/>
                      <a:pt x="113" y="33"/>
                    </a:cubicBezTo>
                    <a:cubicBezTo>
                      <a:pt x="1" y="143"/>
                      <a:pt x="185" y="462"/>
                      <a:pt x="370" y="462"/>
                    </a:cubicBezTo>
                    <a:cubicBezTo>
                      <a:pt x="409" y="462"/>
                      <a:pt x="449" y="448"/>
                      <a:pt x="486" y="414"/>
                    </a:cubicBezTo>
                    <a:cubicBezTo>
                      <a:pt x="622" y="288"/>
                      <a:pt x="370" y="0"/>
                      <a:pt x="19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81935" y="1956982"/>
                <a:ext cx="72398" cy="63181"/>
              </a:xfrm>
              <a:custGeom>
                <a:rect b="b" l="l" r="r" t="t"/>
                <a:pathLst>
                  <a:path extrusionOk="0" h="2653" w="3040">
                    <a:moveTo>
                      <a:pt x="2638" y="0"/>
                    </a:moveTo>
                    <a:lnTo>
                      <a:pt x="2552" y="23"/>
                    </a:lnTo>
                    <a:lnTo>
                      <a:pt x="1" y="692"/>
                    </a:lnTo>
                    <a:cubicBezTo>
                      <a:pt x="518" y="1081"/>
                      <a:pt x="722" y="1765"/>
                      <a:pt x="236" y="2191"/>
                    </a:cubicBezTo>
                    <a:cubicBezTo>
                      <a:pt x="239" y="2191"/>
                      <a:pt x="644" y="2618"/>
                      <a:pt x="933" y="2648"/>
                    </a:cubicBezTo>
                    <a:cubicBezTo>
                      <a:pt x="959" y="2651"/>
                      <a:pt x="987" y="2653"/>
                      <a:pt x="1014" y="2653"/>
                    </a:cubicBezTo>
                    <a:cubicBezTo>
                      <a:pt x="1199" y="2653"/>
                      <a:pt x="1403" y="2588"/>
                      <a:pt x="1612" y="2478"/>
                    </a:cubicBezTo>
                    <a:cubicBezTo>
                      <a:pt x="1748" y="2407"/>
                      <a:pt x="1886" y="2316"/>
                      <a:pt x="2017" y="2211"/>
                    </a:cubicBezTo>
                    <a:cubicBezTo>
                      <a:pt x="2017" y="2211"/>
                      <a:pt x="2018" y="2211"/>
                      <a:pt x="2018" y="2209"/>
                    </a:cubicBezTo>
                    <a:cubicBezTo>
                      <a:pt x="2057" y="2178"/>
                      <a:pt x="2096" y="2148"/>
                      <a:pt x="2135" y="2114"/>
                    </a:cubicBezTo>
                    <a:cubicBezTo>
                      <a:pt x="2642" y="1674"/>
                      <a:pt x="3039" y="1050"/>
                      <a:pt x="2975" y="587"/>
                    </a:cubicBezTo>
                    <a:cubicBezTo>
                      <a:pt x="2973" y="574"/>
                      <a:pt x="2975" y="559"/>
                      <a:pt x="2973" y="548"/>
                    </a:cubicBezTo>
                    <a:cubicBezTo>
                      <a:pt x="2963" y="491"/>
                      <a:pt x="2932" y="444"/>
                      <a:pt x="2894" y="409"/>
                    </a:cubicBezTo>
                    <a:cubicBezTo>
                      <a:pt x="2777" y="295"/>
                      <a:pt x="2691" y="153"/>
                      <a:pt x="2638"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19611" y="1981631"/>
                <a:ext cx="82043" cy="105715"/>
              </a:xfrm>
              <a:custGeom>
                <a:rect b="b" l="l" r="r" t="t"/>
                <a:pathLst>
                  <a:path extrusionOk="0" h="4439" w="3445">
                    <a:moveTo>
                      <a:pt x="1321" y="1"/>
                    </a:moveTo>
                    <a:lnTo>
                      <a:pt x="992" y="88"/>
                    </a:lnTo>
                    <a:lnTo>
                      <a:pt x="803" y="139"/>
                    </a:lnTo>
                    <a:lnTo>
                      <a:pt x="0" y="349"/>
                    </a:lnTo>
                    <a:cubicBezTo>
                      <a:pt x="513" y="1055"/>
                      <a:pt x="899" y="1312"/>
                      <a:pt x="1184" y="1312"/>
                    </a:cubicBezTo>
                    <a:cubicBezTo>
                      <a:pt x="1308" y="1312"/>
                      <a:pt x="1414" y="1263"/>
                      <a:pt x="1503" y="1181"/>
                    </a:cubicBezTo>
                    <a:cubicBezTo>
                      <a:pt x="2221" y="2307"/>
                      <a:pt x="3026" y="3709"/>
                      <a:pt x="3256" y="4377"/>
                    </a:cubicBezTo>
                    <a:cubicBezTo>
                      <a:pt x="3261" y="4386"/>
                      <a:pt x="3269" y="4393"/>
                      <a:pt x="3274" y="4401"/>
                    </a:cubicBezTo>
                    <a:cubicBezTo>
                      <a:pt x="3294" y="4422"/>
                      <a:pt x="3315" y="4438"/>
                      <a:pt x="3342" y="4438"/>
                    </a:cubicBezTo>
                    <a:cubicBezTo>
                      <a:pt x="3352" y="4438"/>
                      <a:pt x="3362" y="4435"/>
                      <a:pt x="3371" y="4432"/>
                    </a:cubicBezTo>
                    <a:cubicBezTo>
                      <a:pt x="3420" y="4415"/>
                      <a:pt x="3444" y="4362"/>
                      <a:pt x="3428" y="4317"/>
                    </a:cubicBezTo>
                    <a:cubicBezTo>
                      <a:pt x="3425" y="4304"/>
                      <a:pt x="3418" y="4292"/>
                      <a:pt x="3415" y="4278"/>
                    </a:cubicBezTo>
                    <a:cubicBezTo>
                      <a:pt x="3156" y="3560"/>
                      <a:pt x="2342" y="2150"/>
                      <a:pt x="1624" y="1028"/>
                    </a:cubicBezTo>
                    <a:cubicBezTo>
                      <a:pt x="1650" y="986"/>
                      <a:pt x="1676" y="941"/>
                      <a:pt x="1699" y="894"/>
                    </a:cubicBezTo>
                    <a:cubicBezTo>
                      <a:pt x="1628" y="821"/>
                      <a:pt x="1563" y="748"/>
                      <a:pt x="1514" y="680"/>
                    </a:cubicBezTo>
                    <a:cubicBezTo>
                      <a:pt x="1383" y="497"/>
                      <a:pt x="1310" y="241"/>
                      <a:pt x="132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978316" y="1999968"/>
                <a:ext cx="3191" cy="6430"/>
              </a:xfrm>
              <a:custGeom>
                <a:rect b="b" l="l" r="r" t="t"/>
                <a:pathLst>
                  <a:path extrusionOk="0" h="270" w="134">
                    <a:moveTo>
                      <a:pt x="133" y="1"/>
                    </a:moveTo>
                    <a:lnTo>
                      <a:pt x="0" y="35"/>
                    </a:lnTo>
                    <a:cubicBezTo>
                      <a:pt x="7" y="48"/>
                      <a:pt x="13" y="59"/>
                      <a:pt x="20" y="74"/>
                    </a:cubicBezTo>
                    <a:cubicBezTo>
                      <a:pt x="41" y="122"/>
                      <a:pt x="65" y="169"/>
                      <a:pt x="88" y="216"/>
                    </a:cubicBezTo>
                    <a:lnTo>
                      <a:pt x="114" y="268"/>
                    </a:lnTo>
                    <a:lnTo>
                      <a:pt x="117" y="270"/>
                    </a:lnTo>
                    <a:cubicBezTo>
                      <a:pt x="101" y="187"/>
                      <a:pt x="109" y="96"/>
                      <a:pt x="133"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066765" y="1864628"/>
                <a:ext cx="52060" cy="53584"/>
              </a:xfrm>
              <a:custGeom>
                <a:rect b="b" l="l" r="r" t="t"/>
                <a:pathLst>
                  <a:path extrusionOk="0" h="2250" w="2186">
                    <a:moveTo>
                      <a:pt x="28" y="49"/>
                    </a:moveTo>
                    <a:cubicBezTo>
                      <a:pt x="28" y="49"/>
                      <a:pt x="28" y="50"/>
                      <a:pt x="28" y="50"/>
                    </a:cubicBezTo>
                    <a:cubicBezTo>
                      <a:pt x="28" y="50"/>
                      <a:pt x="28" y="50"/>
                      <a:pt x="28" y="49"/>
                    </a:cubicBezTo>
                    <a:close/>
                    <a:moveTo>
                      <a:pt x="1" y="0"/>
                    </a:moveTo>
                    <a:cubicBezTo>
                      <a:pt x="9" y="16"/>
                      <a:pt x="18" y="32"/>
                      <a:pt x="28" y="49"/>
                    </a:cubicBezTo>
                    <a:lnTo>
                      <a:pt x="28" y="49"/>
                    </a:lnTo>
                    <a:cubicBezTo>
                      <a:pt x="28" y="49"/>
                      <a:pt x="28" y="49"/>
                      <a:pt x="28" y="49"/>
                    </a:cubicBezTo>
                    <a:lnTo>
                      <a:pt x="28" y="49"/>
                    </a:lnTo>
                    <a:cubicBezTo>
                      <a:pt x="28" y="49"/>
                      <a:pt x="28" y="50"/>
                      <a:pt x="28" y="50"/>
                    </a:cubicBezTo>
                    <a:cubicBezTo>
                      <a:pt x="498" y="982"/>
                      <a:pt x="1265" y="1760"/>
                      <a:pt x="2185" y="2250"/>
                    </a:cubicBezTo>
                    <a:cubicBezTo>
                      <a:pt x="1751" y="1316"/>
                      <a:pt x="754" y="459"/>
                      <a:pt x="119" y="68"/>
                    </a:cubicBezTo>
                    <a:cubicBezTo>
                      <a:pt x="118" y="68"/>
                      <a:pt x="118" y="67"/>
                      <a:pt x="116" y="67"/>
                    </a:cubicBezTo>
                    <a:cubicBezTo>
                      <a:pt x="77" y="44"/>
                      <a:pt x="41" y="21"/>
                      <a:pt x="6" y="2"/>
                    </a:cubicBezTo>
                    <a:cubicBezTo>
                      <a:pt x="4" y="2"/>
                      <a:pt x="2" y="0"/>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24159" y="1920807"/>
                <a:ext cx="2882" cy="1381"/>
              </a:xfrm>
              <a:custGeom>
                <a:rect b="b" l="l" r="r" t="t"/>
                <a:pathLst>
                  <a:path extrusionOk="0" h="58" w="121">
                    <a:moveTo>
                      <a:pt x="1" y="1"/>
                    </a:moveTo>
                    <a:cubicBezTo>
                      <a:pt x="41" y="19"/>
                      <a:pt x="80" y="41"/>
                      <a:pt x="121" y="57"/>
                    </a:cubicBezTo>
                    <a:cubicBezTo>
                      <a:pt x="80" y="40"/>
                      <a:pt x="41" y="19"/>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096796" y="1879893"/>
                <a:ext cx="21529" cy="22958"/>
              </a:xfrm>
              <a:custGeom>
                <a:rect b="b" l="l" r="r" t="t"/>
                <a:pathLst>
                  <a:path extrusionOk="0" h="964" w="904">
                    <a:moveTo>
                      <a:pt x="1" y="1"/>
                    </a:moveTo>
                    <a:cubicBezTo>
                      <a:pt x="357" y="270"/>
                      <a:pt x="668" y="594"/>
                      <a:pt x="903" y="964"/>
                    </a:cubicBezTo>
                    <a:cubicBezTo>
                      <a:pt x="668" y="594"/>
                      <a:pt x="357" y="268"/>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078196" y="1938645"/>
                <a:ext cx="2382" cy="1191"/>
              </a:xfrm>
              <a:custGeom>
                <a:rect b="b" l="l" r="r" t="t"/>
                <a:pathLst>
                  <a:path extrusionOk="0" h="50" w="100">
                    <a:moveTo>
                      <a:pt x="1" y="1"/>
                    </a:moveTo>
                    <a:cubicBezTo>
                      <a:pt x="26" y="13"/>
                      <a:pt x="51" y="27"/>
                      <a:pt x="75" y="38"/>
                    </a:cubicBezTo>
                    <a:lnTo>
                      <a:pt x="75" y="38"/>
                    </a:lnTo>
                    <a:cubicBezTo>
                      <a:pt x="51" y="26"/>
                      <a:pt x="26" y="13"/>
                      <a:pt x="1" y="1"/>
                    </a:cubicBezTo>
                    <a:close/>
                    <a:moveTo>
                      <a:pt x="75" y="38"/>
                    </a:moveTo>
                    <a:lnTo>
                      <a:pt x="75" y="38"/>
                    </a:lnTo>
                    <a:cubicBezTo>
                      <a:pt x="83" y="42"/>
                      <a:pt x="91" y="45"/>
                      <a:pt x="99" y="49"/>
                    </a:cubicBezTo>
                    <a:lnTo>
                      <a:pt x="99" y="47"/>
                    </a:lnTo>
                    <a:cubicBezTo>
                      <a:pt x="91" y="45"/>
                      <a:pt x="83" y="41"/>
                      <a:pt x="75" y="38"/>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1054643" y="1903708"/>
                <a:ext cx="18528" cy="19647"/>
              </a:xfrm>
              <a:custGeom>
                <a:rect b="b" l="l" r="r" t="t"/>
                <a:pathLst>
                  <a:path extrusionOk="0" h="825" w="778">
                    <a:moveTo>
                      <a:pt x="1" y="1"/>
                    </a:moveTo>
                    <a:cubicBezTo>
                      <a:pt x="307" y="231"/>
                      <a:pt x="576" y="508"/>
                      <a:pt x="777" y="824"/>
                    </a:cubicBezTo>
                    <a:cubicBezTo>
                      <a:pt x="576" y="508"/>
                      <a:pt x="309" y="23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1029423" y="1890943"/>
                <a:ext cx="44177" cy="45534"/>
              </a:xfrm>
              <a:custGeom>
                <a:rect b="b" l="l" r="r" t="t"/>
                <a:pathLst>
                  <a:path extrusionOk="0" h="1912" w="1855">
                    <a:moveTo>
                      <a:pt x="0" y="0"/>
                    </a:moveTo>
                    <a:lnTo>
                      <a:pt x="0" y="0"/>
                    </a:lnTo>
                    <a:cubicBezTo>
                      <a:pt x="397" y="811"/>
                      <a:pt x="1058" y="1488"/>
                      <a:pt x="1854" y="1911"/>
                    </a:cubicBezTo>
                    <a:cubicBezTo>
                      <a:pt x="1463" y="1070"/>
                      <a:pt x="532" y="300"/>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96344" y="1920307"/>
                <a:ext cx="35222" cy="36389"/>
              </a:xfrm>
              <a:custGeom>
                <a:rect b="b" l="l" r="r" t="t"/>
                <a:pathLst>
                  <a:path extrusionOk="0" h="1528" w="1479">
                    <a:moveTo>
                      <a:pt x="0" y="1"/>
                    </a:moveTo>
                    <a:lnTo>
                      <a:pt x="0" y="1"/>
                    </a:lnTo>
                    <a:cubicBezTo>
                      <a:pt x="316" y="647"/>
                      <a:pt x="845" y="1189"/>
                      <a:pt x="1478" y="1527"/>
                    </a:cubicBezTo>
                    <a:cubicBezTo>
                      <a:pt x="1167" y="855"/>
                      <a:pt x="425" y="242"/>
                      <a:pt x="3" y="4"/>
                    </a:cubicBezTo>
                    <a:cubicBezTo>
                      <a:pt x="2" y="4"/>
                      <a:pt x="2" y="1"/>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35210" y="1958435"/>
                <a:ext cx="1953" cy="953"/>
              </a:xfrm>
              <a:custGeom>
                <a:rect b="b" l="l" r="r" t="t"/>
                <a:pathLst>
                  <a:path extrusionOk="0" h="40" w="82">
                    <a:moveTo>
                      <a:pt x="0" y="1"/>
                    </a:moveTo>
                    <a:cubicBezTo>
                      <a:pt x="14" y="7"/>
                      <a:pt x="28" y="13"/>
                      <a:pt x="42" y="20"/>
                    </a:cubicBezTo>
                    <a:lnTo>
                      <a:pt x="42" y="20"/>
                    </a:lnTo>
                    <a:cubicBezTo>
                      <a:pt x="29" y="13"/>
                      <a:pt x="15" y="7"/>
                      <a:pt x="0" y="1"/>
                    </a:cubicBezTo>
                    <a:close/>
                    <a:moveTo>
                      <a:pt x="42" y="20"/>
                    </a:moveTo>
                    <a:lnTo>
                      <a:pt x="42" y="20"/>
                    </a:lnTo>
                    <a:cubicBezTo>
                      <a:pt x="55" y="27"/>
                      <a:pt x="68" y="34"/>
                      <a:pt x="81" y="40"/>
                    </a:cubicBezTo>
                    <a:cubicBezTo>
                      <a:pt x="68" y="33"/>
                      <a:pt x="55" y="27"/>
                      <a:pt x="42" y="2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16134" y="1930262"/>
                <a:ext cx="15146" cy="15932"/>
              </a:xfrm>
              <a:custGeom>
                <a:rect b="b" l="l" r="r" t="t"/>
                <a:pathLst>
                  <a:path extrusionOk="0" h="669" w="636">
                    <a:moveTo>
                      <a:pt x="1" y="1"/>
                    </a:moveTo>
                    <a:cubicBezTo>
                      <a:pt x="250" y="186"/>
                      <a:pt x="469" y="412"/>
                      <a:pt x="636" y="668"/>
                    </a:cubicBezTo>
                    <a:cubicBezTo>
                      <a:pt x="471" y="412"/>
                      <a:pt x="252" y="186"/>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957288" y="1844266"/>
                <a:ext cx="107501" cy="155417"/>
              </a:xfrm>
              <a:custGeom>
                <a:rect b="b" l="l" r="r" t="t"/>
                <a:pathLst>
                  <a:path extrusionOk="0" h="6526" w="4514">
                    <a:moveTo>
                      <a:pt x="4478" y="1"/>
                    </a:moveTo>
                    <a:cubicBezTo>
                      <a:pt x="4419" y="1"/>
                      <a:pt x="4358" y="4"/>
                      <a:pt x="4295" y="11"/>
                    </a:cubicBezTo>
                    <a:cubicBezTo>
                      <a:pt x="4270" y="14"/>
                      <a:pt x="4246" y="19"/>
                      <a:pt x="4222" y="22"/>
                    </a:cubicBezTo>
                    <a:cubicBezTo>
                      <a:pt x="4185" y="27"/>
                      <a:pt x="4147" y="32"/>
                      <a:pt x="4107" y="40"/>
                    </a:cubicBezTo>
                    <a:cubicBezTo>
                      <a:pt x="4100" y="42"/>
                      <a:pt x="4094" y="43"/>
                      <a:pt x="4087" y="43"/>
                    </a:cubicBezTo>
                    <a:cubicBezTo>
                      <a:pt x="4081" y="46"/>
                      <a:pt x="4073" y="48"/>
                      <a:pt x="4066" y="50"/>
                    </a:cubicBezTo>
                    <a:cubicBezTo>
                      <a:pt x="4039" y="56"/>
                      <a:pt x="4008" y="64"/>
                      <a:pt x="3979" y="72"/>
                    </a:cubicBezTo>
                    <a:cubicBezTo>
                      <a:pt x="3951" y="80"/>
                      <a:pt x="3925" y="87"/>
                      <a:pt x="3896" y="95"/>
                    </a:cubicBezTo>
                    <a:cubicBezTo>
                      <a:pt x="3875" y="100"/>
                      <a:pt x="3856" y="108"/>
                      <a:pt x="3835" y="114"/>
                    </a:cubicBezTo>
                    <a:cubicBezTo>
                      <a:pt x="3833" y="114"/>
                      <a:pt x="3831" y="116"/>
                      <a:pt x="3830" y="116"/>
                    </a:cubicBezTo>
                    <a:cubicBezTo>
                      <a:pt x="3799" y="127"/>
                      <a:pt x="3768" y="137"/>
                      <a:pt x="3737" y="148"/>
                    </a:cubicBezTo>
                    <a:cubicBezTo>
                      <a:pt x="3719" y="155"/>
                      <a:pt x="3700" y="163"/>
                      <a:pt x="3681" y="170"/>
                    </a:cubicBezTo>
                    <a:cubicBezTo>
                      <a:pt x="3653" y="179"/>
                      <a:pt x="3624" y="194"/>
                      <a:pt x="3596" y="205"/>
                    </a:cubicBezTo>
                    <a:cubicBezTo>
                      <a:pt x="3590" y="208"/>
                      <a:pt x="3583" y="212"/>
                      <a:pt x="3578" y="213"/>
                    </a:cubicBezTo>
                    <a:cubicBezTo>
                      <a:pt x="3549" y="226"/>
                      <a:pt x="3522" y="236"/>
                      <a:pt x="3493" y="251"/>
                    </a:cubicBezTo>
                    <a:cubicBezTo>
                      <a:pt x="3483" y="257"/>
                      <a:pt x="3470" y="260"/>
                      <a:pt x="3460" y="267"/>
                    </a:cubicBezTo>
                    <a:cubicBezTo>
                      <a:pt x="3426" y="283"/>
                      <a:pt x="3392" y="301"/>
                      <a:pt x="3360" y="319"/>
                    </a:cubicBezTo>
                    <a:cubicBezTo>
                      <a:pt x="3327" y="335"/>
                      <a:pt x="3295" y="351"/>
                      <a:pt x="3259" y="371"/>
                    </a:cubicBezTo>
                    <a:cubicBezTo>
                      <a:pt x="3253" y="374"/>
                      <a:pt x="3246" y="379"/>
                      <a:pt x="3238" y="382"/>
                    </a:cubicBezTo>
                    <a:cubicBezTo>
                      <a:pt x="3224" y="390"/>
                      <a:pt x="3207" y="400"/>
                      <a:pt x="3193" y="408"/>
                    </a:cubicBezTo>
                    <a:cubicBezTo>
                      <a:pt x="3170" y="422"/>
                      <a:pt x="3146" y="435"/>
                      <a:pt x="3125" y="448"/>
                    </a:cubicBezTo>
                    <a:cubicBezTo>
                      <a:pt x="3087" y="471"/>
                      <a:pt x="3052" y="492"/>
                      <a:pt x="3014" y="516"/>
                    </a:cubicBezTo>
                    <a:cubicBezTo>
                      <a:pt x="3013" y="518"/>
                      <a:pt x="3011" y="520"/>
                      <a:pt x="3010" y="520"/>
                    </a:cubicBezTo>
                    <a:cubicBezTo>
                      <a:pt x="2974" y="542"/>
                      <a:pt x="2940" y="567"/>
                      <a:pt x="2906" y="589"/>
                    </a:cubicBezTo>
                    <a:cubicBezTo>
                      <a:pt x="2901" y="591"/>
                      <a:pt x="2898" y="594"/>
                      <a:pt x="2893" y="597"/>
                    </a:cubicBezTo>
                    <a:cubicBezTo>
                      <a:pt x="2859" y="618"/>
                      <a:pt x="2826" y="641"/>
                      <a:pt x="2792" y="665"/>
                    </a:cubicBezTo>
                    <a:cubicBezTo>
                      <a:pt x="2781" y="672"/>
                      <a:pt x="2771" y="680"/>
                      <a:pt x="2762" y="688"/>
                    </a:cubicBezTo>
                    <a:cubicBezTo>
                      <a:pt x="2728" y="712"/>
                      <a:pt x="2695" y="737"/>
                      <a:pt x="2660" y="763"/>
                    </a:cubicBezTo>
                    <a:cubicBezTo>
                      <a:pt x="2656" y="768"/>
                      <a:pt x="2651" y="769"/>
                      <a:pt x="2648" y="772"/>
                    </a:cubicBezTo>
                    <a:cubicBezTo>
                      <a:pt x="2622" y="793"/>
                      <a:pt x="2593" y="813"/>
                      <a:pt x="2567" y="834"/>
                    </a:cubicBezTo>
                    <a:cubicBezTo>
                      <a:pt x="2549" y="849"/>
                      <a:pt x="2530" y="862"/>
                      <a:pt x="2514" y="878"/>
                    </a:cubicBezTo>
                    <a:cubicBezTo>
                      <a:pt x="2488" y="900"/>
                      <a:pt x="2460" y="923"/>
                      <a:pt x="2433" y="946"/>
                    </a:cubicBezTo>
                    <a:cubicBezTo>
                      <a:pt x="2423" y="954"/>
                      <a:pt x="2412" y="962"/>
                      <a:pt x="2400" y="972"/>
                    </a:cubicBezTo>
                    <a:cubicBezTo>
                      <a:pt x="2382" y="988"/>
                      <a:pt x="2365" y="1003"/>
                      <a:pt x="2347" y="1019"/>
                    </a:cubicBezTo>
                    <a:cubicBezTo>
                      <a:pt x="2318" y="1043"/>
                      <a:pt x="2292" y="1067"/>
                      <a:pt x="2262" y="1093"/>
                    </a:cubicBezTo>
                    <a:cubicBezTo>
                      <a:pt x="2245" y="1110"/>
                      <a:pt x="2227" y="1126"/>
                      <a:pt x="2211" y="1142"/>
                    </a:cubicBezTo>
                    <a:cubicBezTo>
                      <a:pt x="2194" y="1157"/>
                      <a:pt x="2178" y="1171"/>
                      <a:pt x="2160" y="1186"/>
                    </a:cubicBezTo>
                    <a:cubicBezTo>
                      <a:pt x="2149" y="1197"/>
                      <a:pt x="2138" y="1207"/>
                      <a:pt x="2128" y="1216"/>
                    </a:cubicBezTo>
                    <a:cubicBezTo>
                      <a:pt x="2081" y="1259"/>
                      <a:pt x="2036" y="1304"/>
                      <a:pt x="1990" y="1351"/>
                    </a:cubicBezTo>
                    <a:cubicBezTo>
                      <a:pt x="1971" y="1369"/>
                      <a:pt x="1953" y="1385"/>
                      <a:pt x="1935" y="1403"/>
                    </a:cubicBezTo>
                    <a:cubicBezTo>
                      <a:pt x="1927" y="1411"/>
                      <a:pt x="1921" y="1419"/>
                      <a:pt x="1912" y="1426"/>
                    </a:cubicBezTo>
                    <a:cubicBezTo>
                      <a:pt x="1895" y="1443"/>
                      <a:pt x="1877" y="1464"/>
                      <a:pt x="1857" y="1482"/>
                    </a:cubicBezTo>
                    <a:cubicBezTo>
                      <a:pt x="1831" y="1510"/>
                      <a:pt x="1804" y="1539"/>
                      <a:pt x="1776" y="1567"/>
                    </a:cubicBezTo>
                    <a:lnTo>
                      <a:pt x="1703" y="1646"/>
                    </a:lnTo>
                    <a:lnTo>
                      <a:pt x="1702" y="1648"/>
                    </a:lnTo>
                    <a:cubicBezTo>
                      <a:pt x="1671" y="1680"/>
                      <a:pt x="1642" y="1716"/>
                      <a:pt x="1613" y="1750"/>
                    </a:cubicBezTo>
                    <a:cubicBezTo>
                      <a:pt x="1598" y="1766"/>
                      <a:pt x="1587" y="1780"/>
                      <a:pt x="1572" y="1797"/>
                    </a:cubicBezTo>
                    <a:cubicBezTo>
                      <a:pt x="1548" y="1824"/>
                      <a:pt x="1525" y="1850"/>
                      <a:pt x="1501" y="1879"/>
                    </a:cubicBezTo>
                    <a:cubicBezTo>
                      <a:pt x="1493" y="1889"/>
                      <a:pt x="1483" y="1902"/>
                      <a:pt x="1475" y="1912"/>
                    </a:cubicBezTo>
                    <a:lnTo>
                      <a:pt x="1391" y="2015"/>
                    </a:lnTo>
                    <a:cubicBezTo>
                      <a:pt x="1384" y="2020"/>
                      <a:pt x="1379" y="2028"/>
                      <a:pt x="1374" y="2035"/>
                    </a:cubicBezTo>
                    <a:cubicBezTo>
                      <a:pt x="1352" y="2064"/>
                      <a:pt x="1327" y="2092"/>
                      <a:pt x="1305" y="2121"/>
                    </a:cubicBezTo>
                    <a:lnTo>
                      <a:pt x="1250" y="2194"/>
                    </a:lnTo>
                    <a:cubicBezTo>
                      <a:pt x="1229" y="2223"/>
                      <a:pt x="1206" y="2252"/>
                      <a:pt x="1183" y="2283"/>
                    </a:cubicBezTo>
                    <a:lnTo>
                      <a:pt x="1180" y="2286"/>
                    </a:lnTo>
                    <a:cubicBezTo>
                      <a:pt x="1159" y="2315"/>
                      <a:pt x="1136" y="2343"/>
                      <a:pt x="1117" y="2372"/>
                    </a:cubicBezTo>
                    <a:cubicBezTo>
                      <a:pt x="1079" y="2422"/>
                      <a:pt x="1045" y="2471"/>
                      <a:pt x="1013" y="2521"/>
                    </a:cubicBezTo>
                    <a:cubicBezTo>
                      <a:pt x="1010" y="2526"/>
                      <a:pt x="1006" y="2529"/>
                      <a:pt x="1003" y="2536"/>
                    </a:cubicBezTo>
                    <a:cubicBezTo>
                      <a:pt x="997" y="2545"/>
                      <a:pt x="989" y="2555"/>
                      <a:pt x="982" y="2566"/>
                    </a:cubicBezTo>
                    <a:cubicBezTo>
                      <a:pt x="969" y="2588"/>
                      <a:pt x="955" y="2609"/>
                      <a:pt x="940" y="2631"/>
                    </a:cubicBezTo>
                    <a:cubicBezTo>
                      <a:pt x="904" y="2685"/>
                      <a:pt x="869" y="2740"/>
                      <a:pt x="835" y="2797"/>
                    </a:cubicBezTo>
                    <a:cubicBezTo>
                      <a:pt x="823" y="2814"/>
                      <a:pt x="812" y="2834"/>
                      <a:pt x="801" y="2853"/>
                    </a:cubicBezTo>
                    <a:lnTo>
                      <a:pt x="783" y="2884"/>
                    </a:lnTo>
                    <a:cubicBezTo>
                      <a:pt x="780" y="2887"/>
                      <a:pt x="776" y="2892"/>
                      <a:pt x="775" y="2899"/>
                    </a:cubicBezTo>
                    <a:cubicBezTo>
                      <a:pt x="742" y="2952"/>
                      <a:pt x="710" y="3007"/>
                      <a:pt x="679" y="3062"/>
                    </a:cubicBezTo>
                    <a:cubicBezTo>
                      <a:pt x="658" y="3096"/>
                      <a:pt x="640" y="3134"/>
                      <a:pt x="621" y="3168"/>
                    </a:cubicBezTo>
                    <a:cubicBezTo>
                      <a:pt x="616" y="3174"/>
                      <a:pt x="614" y="3179"/>
                      <a:pt x="609" y="3186"/>
                    </a:cubicBezTo>
                    <a:cubicBezTo>
                      <a:pt x="608" y="3187"/>
                      <a:pt x="608" y="3190"/>
                      <a:pt x="606" y="3194"/>
                    </a:cubicBezTo>
                    <a:cubicBezTo>
                      <a:pt x="582" y="3239"/>
                      <a:pt x="558" y="3284"/>
                      <a:pt x="535" y="3330"/>
                    </a:cubicBezTo>
                    <a:cubicBezTo>
                      <a:pt x="517" y="3369"/>
                      <a:pt x="499" y="3404"/>
                      <a:pt x="480" y="3443"/>
                    </a:cubicBezTo>
                    <a:lnTo>
                      <a:pt x="407" y="3600"/>
                    </a:lnTo>
                    <a:cubicBezTo>
                      <a:pt x="389" y="3641"/>
                      <a:pt x="373" y="3680"/>
                      <a:pt x="357" y="3720"/>
                    </a:cubicBezTo>
                    <a:cubicBezTo>
                      <a:pt x="334" y="3771"/>
                      <a:pt x="314" y="3824"/>
                      <a:pt x="297" y="3874"/>
                    </a:cubicBezTo>
                    <a:cubicBezTo>
                      <a:pt x="280" y="3916"/>
                      <a:pt x="266" y="3957"/>
                      <a:pt x="250" y="4001"/>
                    </a:cubicBezTo>
                    <a:cubicBezTo>
                      <a:pt x="232" y="4051"/>
                      <a:pt x="216" y="4100"/>
                      <a:pt x="199" y="4150"/>
                    </a:cubicBezTo>
                    <a:cubicBezTo>
                      <a:pt x="185" y="4195"/>
                      <a:pt x="172" y="4237"/>
                      <a:pt x="159" y="4281"/>
                    </a:cubicBezTo>
                    <a:cubicBezTo>
                      <a:pt x="144" y="4330"/>
                      <a:pt x="131" y="4377"/>
                      <a:pt x="120" y="4425"/>
                    </a:cubicBezTo>
                    <a:cubicBezTo>
                      <a:pt x="107" y="4472"/>
                      <a:pt x="97" y="4516"/>
                      <a:pt x="88" y="4563"/>
                    </a:cubicBezTo>
                    <a:cubicBezTo>
                      <a:pt x="78" y="4608"/>
                      <a:pt x="67" y="4654"/>
                      <a:pt x="58" y="4699"/>
                    </a:cubicBezTo>
                    <a:cubicBezTo>
                      <a:pt x="50" y="4748"/>
                      <a:pt x="42" y="4795"/>
                      <a:pt x="37" y="4843"/>
                    </a:cubicBezTo>
                    <a:cubicBezTo>
                      <a:pt x="31" y="4886"/>
                      <a:pt x="24" y="4928"/>
                      <a:pt x="21" y="4970"/>
                    </a:cubicBezTo>
                    <a:cubicBezTo>
                      <a:pt x="15" y="5018"/>
                      <a:pt x="13" y="5070"/>
                      <a:pt x="8" y="5119"/>
                    </a:cubicBezTo>
                    <a:lnTo>
                      <a:pt x="2" y="5241"/>
                    </a:lnTo>
                    <a:cubicBezTo>
                      <a:pt x="0" y="5291"/>
                      <a:pt x="2" y="5341"/>
                      <a:pt x="2" y="5391"/>
                    </a:cubicBezTo>
                    <a:cubicBezTo>
                      <a:pt x="5" y="5425"/>
                      <a:pt x="7" y="5461"/>
                      <a:pt x="8" y="5500"/>
                    </a:cubicBezTo>
                    <a:cubicBezTo>
                      <a:pt x="13" y="5552"/>
                      <a:pt x="16" y="5604"/>
                      <a:pt x="23" y="5654"/>
                    </a:cubicBezTo>
                    <a:cubicBezTo>
                      <a:pt x="28" y="5688"/>
                      <a:pt x="31" y="5722"/>
                      <a:pt x="37" y="5757"/>
                    </a:cubicBezTo>
                    <a:cubicBezTo>
                      <a:pt x="45" y="5809"/>
                      <a:pt x="57" y="5861"/>
                      <a:pt x="70" y="5913"/>
                    </a:cubicBezTo>
                    <a:cubicBezTo>
                      <a:pt x="78" y="5945"/>
                      <a:pt x="84" y="5978"/>
                      <a:pt x="92" y="6007"/>
                    </a:cubicBezTo>
                    <a:cubicBezTo>
                      <a:pt x="105" y="6061"/>
                      <a:pt x="125" y="6112"/>
                      <a:pt x="141" y="6164"/>
                    </a:cubicBezTo>
                    <a:cubicBezTo>
                      <a:pt x="151" y="6192"/>
                      <a:pt x="161" y="6223"/>
                      <a:pt x="170" y="6250"/>
                    </a:cubicBezTo>
                    <a:cubicBezTo>
                      <a:pt x="191" y="6304"/>
                      <a:pt x="216" y="6354"/>
                      <a:pt x="240" y="6407"/>
                    </a:cubicBezTo>
                    <a:cubicBezTo>
                      <a:pt x="251" y="6433"/>
                      <a:pt x="264" y="6461"/>
                      <a:pt x="279" y="6488"/>
                    </a:cubicBezTo>
                    <a:cubicBezTo>
                      <a:pt x="284" y="6500"/>
                      <a:pt x="290" y="6514"/>
                      <a:pt x="297" y="6526"/>
                    </a:cubicBezTo>
                    <a:cubicBezTo>
                      <a:pt x="297" y="6522"/>
                      <a:pt x="297" y="6521"/>
                      <a:pt x="293" y="6516"/>
                    </a:cubicBezTo>
                    <a:cubicBezTo>
                      <a:pt x="170" y="5970"/>
                      <a:pt x="229" y="5253"/>
                      <a:pt x="468" y="4490"/>
                    </a:cubicBezTo>
                    <a:lnTo>
                      <a:pt x="468" y="4489"/>
                    </a:lnTo>
                    <a:cubicBezTo>
                      <a:pt x="590" y="4100"/>
                      <a:pt x="760" y="3696"/>
                      <a:pt x="974" y="3297"/>
                    </a:cubicBezTo>
                    <a:cubicBezTo>
                      <a:pt x="1201" y="2874"/>
                      <a:pt x="1476" y="2455"/>
                      <a:pt x="1807" y="2056"/>
                    </a:cubicBezTo>
                    <a:cubicBezTo>
                      <a:pt x="1810" y="2053"/>
                      <a:pt x="1812" y="2049"/>
                      <a:pt x="1815" y="2045"/>
                    </a:cubicBezTo>
                    <a:cubicBezTo>
                      <a:pt x="2497" y="1216"/>
                      <a:pt x="3395" y="479"/>
                      <a:pt x="4512" y="1"/>
                    </a:cubicBezTo>
                    <a:lnTo>
                      <a:pt x="4514" y="1"/>
                    </a:lnTo>
                    <a:cubicBezTo>
                      <a:pt x="4502" y="1"/>
                      <a:pt x="4490" y="1"/>
                      <a:pt x="4478"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899274" y="2088346"/>
                <a:ext cx="348604" cy="257226"/>
              </a:xfrm>
              <a:custGeom>
                <a:rect b="b" l="l" r="r" t="t"/>
                <a:pathLst>
                  <a:path extrusionOk="0" h="10801" w="14638">
                    <a:moveTo>
                      <a:pt x="14544" y="1"/>
                    </a:moveTo>
                    <a:cubicBezTo>
                      <a:pt x="14515" y="1"/>
                      <a:pt x="14490" y="25"/>
                      <a:pt x="14487" y="54"/>
                    </a:cubicBezTo>
                    <a:cubicBezTo>
                      <a:pt x="14442" y="740"/>
                      <a:pt x="14111" y="2150"/>
                      <a:pt x="13591" y="3412"/>
                    </a:cubicBezTo>
                    <a:cubicBezTo>
                      <a:pt x="13584" y="3425"/>
                      <a:pt x="13586" y="3438"/>
                      <a:pt x="13591" y="3451"/>
                    </a:cubicBezTo>
                    <a:cubicBezTo>
                      <a:pt x="13594" y="3467"/>
                      <a:pt x="13604" y="3482"/>
                      <a:pt x="13620" y="3487"/>
                    </a:cubicBezTo>
                    <a:lnTo>
                      <a:pt x="13623" y="3487"/>
                    </a:lnTo>
                    <a:cubicBezTo>
                      <a:pt x="12716" y="5881"/>
                      <a:pt x="11348" y="8501"/>
                      <a:pt x="10474" y="9360"/>
                    </a:cubicBezTo>
                    <a:cubicBezTo>
                      <a:pt x="10332" y="9503"/>
                      <a:pt x="10199" y="9595"/>
                      <a:pt x="10089" y="9634"/>
                    </a:cubicBezTo>
                    <a:cubicBezTo>
                      <a:pt x="9979" y="9686"/>
                      <a:pt x="9729" y="9747"/>
                      <a:pt x="9381" y="9811"/>
                    </a:cubicBezTo>
                    <a:cubicBezTo>
                      <a:pt x="7202" y="10199"/>
                      <a:pt x="1073" y="10705"/>
                      <a:pt x="28" y="10705"/>
                    </a:cubicBezTo>
                    <a:cubicBezTo>
                      <a:pt x="19" y="10705"/>
                      <a:pt x="9" y="10705"/>
                      <a:pt x="0" y="10705"/>
                    </a:cubicBezTo>
                    <a:lnTo>
                      <a:pt x="0" y="10705"/>
                    </a:lnTo>
                    <a:cubicBezTo>
                      <a:pt x="54" y="10729"/>
                      <a:pt x="114" y="10751"/>
                      <a:pt x="175" y="10755"/>
                    </a:cubicBezTo>
                    <a:cubicBezTo>
                      <a:pt x="420" y="10785"/>
                      <a:pt x="1286" y="10801"/>
                      <a:pt x="2418" y="10801"/>
                    </a:cubicBezTo>
                    <a:cubicBezTo>
                      <a:pt x="5259" y="10801"/>
                      <a:pt x="9778" y="10700"/>
                      <a:pt x="10376" y="10460"/>
                    </a:cubicBezTo>
                    <a:cubicBezTo>
                      <a:pt x="11251" y="10243"/>
                      <a:pt x="13392" y="6840"/>
                      <a:pt x="14638" y="4001"/>
                    </a:cubicBezTo>
                    <a:cubicBezTo>
                      <a:pt x="14311" y="3852"/>
                      <a:pt x="13978" y="3685"/>
                      <a:pt x="13654" y="3490"/>
                    </a:cubicBezTo>
                    <a:cubicBezTo>
                      <a:pt x="13672" y="3485"/>
                      <a:pt x="13688" y="3476"/>
                      <a:pt x="13696" y="3458"/>
                    </a:cubicBezTo>
                    <a:cubicBezTo>
                      <a:pt x="14158" y="2341"/>
                      <a:pt x="14547" y="881"/>
                      <a:pt x="14602" y="62"/>
                    </a:cubicBezTo>
                    <a:cubicBezTo>
                      <a:pt x="14604" y="30"/>
                      <a:pt x="14580" y="3"/>
                      <a:pt x="14549" y="1"/>
                    </a:cubicBezTo>
                    <a:lnTo>
                      <a:pt x="14547" y="1"/>
                    </a:lnTo>
                    <a:cubicBezTo>
                      <a:pt x="14546" y="1"/>
                      <a:pt x="14545" y="1"/>
                      <a:pt x="1454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277766" y="2013257"/>
                <a:ext cx="194021" cy="208119"/>
              </a:xfrm>
              <a:custGeom>
                <a:rect b="b" l="l" r="r" t="t"/>
                <a:pathLst>
                  <a:path extrusionOk="0" h="8739" w="8147">
                    <a:moveTo>
                      <a:pt x="3649" y="0"/>
                    </a:moveTo>
                    <a:cubicBezTo>
                      <a:pt x="2957" y="2750"/>
                      <a:pt x="1704" y="5361"/>
                      <a:pt x="1" y="7628"/>
                    </a:cubicBezTo>
                    <a:cubicBezTo>
                      <a:pt x="32" y="7638"/>
                      <a:pt x="59" y="7646"/>
                      <a:pt x="90" y="7658"/>
                    </a:cubicBezTo>
                    <a:cubicBezTo>
                      <a:pt x="208" y="7697"/>
                      <a:pt x="327" y="7732"/>
                      <a:pt x="443" y="7765"/>
                    </a:cubicBezTo>
                    <a:cubicBezTo>
                      <a:pt x="451" y="7766"/>
                      <a:pt x="456" y="7769"/>
                      <a:pt x="464" y="7771"/>
                    </a:cubicBezTo>
                    <a:cubicBezTo>
                      <a:pt x="521" y="7787"/>
                      <a:pt x="578" y="7803"/>
                      <a:pt x="635" y="7818"/>
                    </a:cubicBezTo>
                    <a:cubicBezTo>
                      <a:pt x="662" y="7823"/>
                      <a:pt x="686" y="7831"/>
                      <a:pt x="712" y="7838"/>
                    </a:cubicBezTo>
                    <a:cubicBezTo>
                      <a:pt x="771" y="7854"/>
                      <a:pt x="827" y="7868"/>
                      <a:pt x="883" y="7883"/>
                    </a:cubicBezTo>
                    <a:cubicBezTo>
                      <a:pt x="899" y="7886"/>
                      <a:pt x="915" y="7891"/>
                      <a:pt x="933" y="7894"/>
                    </a:cubicBezTo>
                    <a:cubicBezTo>
                      <a:pt x="1587" y="8063"/>
                      <a:pt x="2114" y="8162"/>
                      <a:pt x="2406" y="8252"/>
                    </a:cubicBezTo>
                    <a:cubicBezTo>
                      <a:pt x="2408" y="8252"/>
                      <a:pt x="2412" y="8256"/>
                      <a:pt x="2414" y="8256"/>
                    </a:cubicBezTo>
                    <a:cubicBezTo>
                      <a:pt x="2448" y="8265"/>
                      <a:pt x="2479" y="8277"/>
                      <a:pt x="2506" y="8286"/>
                    </a:cubicBezTo>
                    <a:cubicBezTo>
                      <a:pt x="2510" y="8290"/>
                      <a:pt x="2513" y="8290"/>
                      <a:pt x="2514" y="8291"/>
                    </a:cubicBezTo>
                    <a:cubicBezTo>
                      <a:pt x="2544" y="8303"/>
                      <a:pt x="2570" y="8314"/>
                      <a:pt x="2589" y="8325"/>
                    </a:cubicBezTo>
                    <a:lnTo>
                      <a:pt x="2693" y="8387"/>
                    </a:lnTo>
                    <a:cubicBezTo>
                      <a:pt x="2903" y="8508"/>
                      <a:pt x="3109" y="8625"/>
                      <a:pt x="3305" y="8739"/>
                    </a:cubicBezTo>
                    <a:cubicBezTo>
                      <a:pt x="5531" y="6915"/>
                      <a:pt x="7213" y="4467"/>
                      <a:pt x="8146" y="1739"/>
                    </a:cubicBezTo>
                    <a:lnTo>
                      <a:pt x="8146" y="1737"/>
                    </a:lnTo>
                    <a:cubicBezTo>
                      <a:pt x="8120" y="1723"/>
                      <a:pt x="8093" y="1712"/>
                      <a:pt x="8065" y="1697"/>
                    </a:cubicBezTo>
                    <a:cubicBezTo>
                      <a:pt x="7947" y="1637"/>
                      <a:pt x="7825" y="1577"/>
                      <a:pt x="7704" y="1519"/>
                    </a:cubicBezTo>
                    <a:cubicBezTo>
                      <a:pt x="7647" y="1491"/>
                      <a:pt x="7589" y="1462"/>
                      <a:pt x="7530" y="1436"/>
                    </a:cubicBezTo>
                    <a:cubicBezTo>
                      <a:pt x="7380" y="1363"/>
                      <a:pt x="7222" y="1292"/>
                      <a:pt x="7068" y="1224"/>
                    </a:cubicBezTo>
                    <a:cubicBezTo>
                      <a:pt x="6987" y="1186"/>
                      <a:pt x="6906" y="1152"/>
                      <a:pt x="6825" y="1118"/>
                    </a:cubicBezTo>
                    <a:cubicBezTo>
                      <a:pt x="6736" y="1079"/>
                      <a:pt x="6647" y="1041"/>
                      <a:pt x="6558" y="1005"/>
                    </a:cubicBezTo>
                    <a:cubicBezTo>
                      <a:pt x="6472" y="968"/>
                      <a:pt x="6385" y="934"/>
                      <a:pt x="6297" y="896"/>
                    </a:cubicBezTo>
                    <a:cubicBezTo>
                      <a:pt x="6192" y="854"/>
                      <a:pt x="6086" y="814"/>
                      <a:pt x="5981" y="775"/>
                    </a:cubicBezTo>
                    <a:cubicBezTo>
                      <a:pt x="5923" y="754"/>
                      <a:pt x="5864" y="729"/>
                      <a:pt x="5804" y="707"/>
                    </a:cubicBezTo>
                    <a:cubicBezTo>
                      <a:pt x="5710" y="673"/>
                      <a:pt x="5615" y="637"/>
                      <a:pt x="5521" y="605"/>
                    </a:cubicBezTo>
                    <a:cubicBezTo>
                      <a:pt x="5461" y="584"/>
                      <a:pt x="5399" y="561"/>
                      <a:pt x="5341" y="540"/>
                    </a:cubicBezTo>
                    <a:cubicBezTo>
                      <a:pt x="5252" y="511"/>
                      <a:pt x="5164" y="480"/>
                      <a:pt x="5078" y="449"/>
                    </a:cubicBezTo>
                    <a:cubicBezTo>
                      <a:pt x="4999" y="423"/>
                      <a:pt x="4920" y="396"/>
                      <a:pt x="4840" y="368"/>
                    </a:cubicBezTo>
                    <a:cubicBezTo>
                      <a:pt x="4759" y="342"/>
                      <a:pt x="4681" y="316"/>
                      <a:pt x="4602" y="289"/>
                    </a:cubicBezTo>
                    <a:cubicBezTo>
                      <a:pt x="4506" y="259"/>
                      <a:pt x="4411" y="229"/>
                      <a:pt x="4318" y="199"/>
                    </a:cubicBezTo>
                    <a:cubicBezTo>
                      <a:pt x="4257" y="182"/>
                      <a:pt x="4195" y="162"/>
                      <a:pt x="4134" y="143"/>
                    </a:cubicBezTo>
                    <a:cubicBezTo>
                      <a:pt x="3973" y="94"/>
                      <a:pt x="3816" y="49"/>
                      <a:pt x="3660" y="3"/>
                    </a:cubicBezTo>
                    <a:cubicBezTo>
                      <a:pt x="3655" y="2"/>
                      <a:pt x="3652" y="2"/>
                      <a:pt x="3649"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964337" y="1924046"/>
                <a:ext cx="201832" cy="79780"/>
              </a:xfrm>
              <a:custGeom>
                <a:rect b="b" l="l" r="r" t="t"/>
                <a:pathLst>
                  <a:path extrusionOk="0" h="3350" w="8475">
                    <a:moveTo>
                      <a:pt x="7961" y="1"/>
                    </a:moveTo>
                    <a:lnTo>
                      <a:pt x="7375" y="236"/>
                    </a:lnTo>
                    <a:lnTo>
                      <a:pt x="7373" y="236"/>
                    </a:lnTo>
                    <a:lnTo>
                      <a:pt x="2934" y="2007"/>
                    </a:lnTo>
                    <a:lnTo>
                      <a:pt x="2754" y="2079"/>
                    </a:lnTo>
                    <a:lnTo>
                      <a:pt x="2044" y="2362"/>
                    </a:lnTo>
                    <a:lnTo>
                      <a:pt x="892" y="2822"/>
                    </a:lnTo>
                    <a:lnTo>
                      <a:pt x="480" y="2986"/>
                    </a:lnTo>
                    <a:lnTo>
                      <a:pt x="4" y="3177"/>
                    </a:lnTo>
                    <a:lnTo>
                      <a:pt x="1" y="3179"/>
                    </a:lnTo>
                    <a:cubicBezTo>
                      <a:pt x="33" y="3236"/>
                      <a:pt x="67" y="3294"/>
                      <a:pt x="106" y="3349"/>
                    </a:cubicBezTo>
                    <a:lnTo>
                      <a:pt x="587" y="3223"/>
                    </a:lnTo>
                    <a:lnTo>
                      <a:pt x="720" y="3189"/>
                    </a:lnTo>
                    <a:lnTo>
                      <a:pt x="2321" y="2767"/>
                    </a:lnTo>
                    <a:lnTo>
                      <a:pt x="3124" y="2557"/>
                    </a:lnTo>
                    <a:lnTo>
                      <a:pt x="3313" y="2506"/>
                    </a:lnTo>
                    <a:lnTo>
                      <a:pt x="3642" y="2419"/>
                    </a:lnTo>
                    <a:lnTo>
                      <a:pt x="4263" y="2257"/>
                    </a:lnTo>
                    <a:lnTo>
                      <a:pt x="4396" y="2223"/>
                    </a:lnTo>
                    <a:lnTo>
                      <a:pt x="4937" y="2080"/>
                    </a:lnTo>
                    <a:lnTo>
                      <a:pt x="7488" y="1412"/>
                    </a:lnTo>
                    <a:lnTo>
                      <a:pt x="7572" y="1390"/>
                    </a:lnTo>
                    <a:lnTo>
                      <a:pt x="8475" y="1153"/>
                    </a:lnTo>
                    <a:cubicBezTo>
                      <a:pt x="8467" y="1132"/>
                      <a:pt x="8459" y="1108"/>
                      <a:pt x="8451" y="1087"/>
                    </a:cubicBezTo>
                    <a:cubicBezTo>
                      <a:pt x="8434" y="1041"/>
                      <a:pt x="8418" y="994"/>
                      <a:pt x="8397" y="946"/>
                    </a:cubicBezTo>
                    <a:cubicBezTo>
                      <a:pt x="8389" y="926"/>
                      <a:pt x="8383" y="905"/>
                      <a:pt x="8373" y="886"/>
                    </a:cubicBezTo>
                    <a:cubicBezTo>
                      <a:pt x="8345" y="813"/>
                      <a:pt x="8313" y="735"/>
                      <a:pt x="8277" y="657"/>
                    </a:cubicBezTo>
                    <a:lnTo>
                      <a:pt x="8253" y="602"/>
                    </a:lnTo>
                    <a:cubicBezTo>
                      <a:pt x="8219" y="528"/>
                      <a:pt x="8183" y="448"/>
                      <a:pt x="8146" y="367"/>
                    </a:cubicBezTo>
                    <a:cubicBezTo>
                      <a:pt x="8131" y="336"/>
                      <a:pt x="8115" y="304"/>
                      <a:pt x="8102" y="272"/>
                    </a:cubicBezTo>
                    <a:cubicBezTo>
                      <a:pt x="8070" y="203"/>
                      <a:pt x="8033" y="134"/>
                      <a:pt x="7997" y="62"/>
                    </a:cubicBezTo>
                    <a:cubicBezTo>
                      <a:pt x="7986" y="41"/>
                      <a:pt x="7976" y="20"/>
                      <a:pt x="7964"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52928" y="2053719"/>
                <a:ext cx="14789" cy="35056"/>
              </a:xfrm>
              <a:custGeom>
                <a:rect b="b" l="l" r="r" t="t"/>
                <a:pathLst>
                  <a:path extrusionOk="0" h="1472" w="621">
                    <a:moveTo>
                      <a:pt x="556" y="0"/>
                    </a:moveTo>
                    <a:cubicBezTo>
                      <a:pt x="534" y="0"/>
                      <a:pt x="513" y="12"/>
                      <a:pt x="503" y="35"/>
                    </a:cubicBezTo>
                    <a:cubicBezTo>
                      <a:pt x="387" y="290"/>
                      <a:pt x="227" y="735"/>
                      <a:pt x="10" y="1397"/>
                    </a:cubicBezTo>
                    <a:cubicBezTo>
                      <a:pt x="0" y="1427"/>
                      <a:pt x="16" y="1460"/>
                      <a:pt x="47" y="1469"/>
                    </a:cubicBezTo>
                    <a:cubicBezTo>
                      <a:pt x="54" y="1471"/>
                      <a:pt x="58" y="1471"/>
                      <a:pt x="65" y="1471"/>
                    </a:cubicBezTo>
                    <a:cubicBezTo>
                      <a:pt x="89" y="1471"/>
                      <a:pt x="112" y="1455"/>
                      <a:pt x="120" y="1431"/>
                    </a:cubicBezTo>
                    <a:cubicBezTo>
                      <a:pt x="334" y="774"/>
                      <a:pt x="494" y="333"/>
                      <a:pt x="608" y="79"/>
                    </a:cubicBezTo>
                    <a:cubicBezTo>
                      <a:pt x="621" y="51"/>
                      <a:pt x="608" y="21"/>
                      <a:pt x="582" y="6"/>
                    </a:cubicBezTo>
                    <a:cubicBezTo>
                      <a:pt x="579" y="6"/>
                      <a:pt x="579" y="4"/>
                      <a:pt x="579" y="4"/>
                    </a:cubicBezTo>
                    <a:cubicBezTo>
                      <a:pt x="571" y="2"/>
                      <a:pt x="564" y="0"/>
                      <a:pt x="5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080697" y="2207040"/>
                <a:ext cx="596613" cy="444221"/>
              </a:xfrm>
              <a:custGeom>
                <a:rect b="b" l="l" r="r" t="t"/>
                <a:pathLst>
                  <a:path extrusionOk="0" h="18653" w="25052">
                    <a:moveTo>
                      <a:pt x="23568" y="1"/>
                    </a:moveTo>
                    <a:cubicBezTo>
                      <a:pt x="21690" y="1"/>
                      <a:pt x="18753" y="410"/>
                      <a:pt x="15601" y="1091"/>
                    </a:cubicBezTo>
                    <a:cubicBezTo>
                      <a:pt x="14880" y="1247"/>
                      <a:pt x="14149" y="1415"/>
                      <a:pt x="13417" y="1597"/>
                    </a:cubicBezTo>
                    <a:cubicBezTo>
                      <a:pt x="6759" y="3251"/>
                      <a:pt x="1" y="5940"/>
                      <a:pt x="693" y="8439"/>
                    </a:cubicBezTo>
                    <a:cubicBezTo>
                      <a:pt x="695" y="8445"/>
                      <a:pt x="699" y="8452"/>
                      <a:pt x="701" y="8458"/>
                    </a:cubicBezTo>
                    <a:cubicBezTo>
                      <a:pt x="716" y="8488"/>
                      <a:pt x="732" y="8520"/>
                      <a:pt x="750" y="8556"/>
                    </a:cubicBezTo>
                    <a:lnTo>
                      <a:pt x="774" y="8598"/>
                    </a:lnTo>
                    <a:cubicBezTo>
                      <a:pt x="795" y="8632"/>
                      <a:pt x="816" y="8671"/>
                      <a:pt x="839" y="8710"/>
                    </a:cubicBezTo>
                    <a:cubicBezTo>
                      <a:pt x="845" y="8719"/>
                      <a:pt x="848" y="8727"/>
                      <a:pt x="855" y="8737"/>
                    </a:cubicBezTo>
                    <a:cubicBezTo>
                      <a:pt x="886" y="8787"/>
                      <a:pt x="921" y="8841"/>
                      <a:pt x="959" y="8898"/>
                    </a:cubicBezTo>
                    <a:cubicBezTo>
                      <a:pt x="967" y="8907"/>
                      <a:pt x="975" y="8920"/>
                      <a:pt x="981" y="8932"/>
                    </a:cubicBezTo>
                    <a:cubicBezTo>
                      <a:pt x="1017" y="8987"/>
                      <a:pt x="1056" y="9042"/>
                      <a:pt x="1096" y="9100"/>
                    </a:cubicBezTo>
                    <a:cubicBezTo>
                      <a:pt x="1100" y="9107"/>
                      <a:pt x="1105" y="9110"/>
                      <a:pt x="1108" y="9116"/>
                    </a:cubicBezTo>
                    <a:cubicBezTo>
                      <a:pt x="1634" y="9864"/>
                      <a:pt x="2558" y="10988"/>
                      <a:pt x="3647" y="12256"/>
                    </a:cubicBezTo>
                    <a:cubicBezTo>
                      <a:pt x="3968" y="12632"/>
                      <a:pt x="4304" y="13016"/>
                      <a:pt x="4647" y="13409"/>
                    </a:cubicBezTo>
                    <a:cubicBezTo>
                      <a:pt x="5435" y="14309"/>
                      <a:pt x="6270" y="15241"/>
                      <a:pt x="7083" y="16135"/>
                    </a:cubicBezTo>
                    <a:cubicBezTo>
                      <a:pt x="7216" y="16283"/>
                      <a:pt x="7350" y="16429"/>
                      <a:pt x="7482" y="16575"/>
                    </a:cubicBezTo>
                    <a:cubicBezTo>
                      <a:pt x="7816" y="16944"/>
                      <a:pt x="8146" y="17302"/>
                      <a:pt x="8464" y="17647"/>
                    </a:cubicBezTo>
                    <a:cubicBezTo>
                      <a:pt x="8469" y="17652"/>
                      <a:pt x="8474" y="17657"/>
                      <a:pt x="8478" y="17664"/>
                    </a:cubicBezTo>
                    <a:cubicBezTo>
                      <a:pt x="8571" y="17763"/>
                      <a:pt x="8660" y="17861"/>
                      <a:pt x="8752" y="17959"/>
                    </a:cubicBezTo>
                    <a:cubicBezTo>
                      <a:pt x="8817" y="18030"/>
                      <a:pt x="8882" y="18098"/>
                      <a:pt x="8947" y="18168"/>
                    </a:cubicBezTo>
                    <a:cubicBezTo>
                      <a:pt x="8952" y="18174"/>
                      <a:pt x="8957" y="18179"/>
                      <a:pt x="8963" y="18185"/>
                    </a:cubicBezTo>
                    <a:cubicBezTo>
                      <a:pt x="9012" y="18239"/>
                      <a:pt x="9062" y="18292"/>
                      <a:pt x="9111" y="18346"/>
                    </a:cubicBezTo>
                    <a:cubicBezTo>
                      <a:pt x="9208" y="18450"/>
                      <a:pt x="9300" y="18552"/>
                      <a:pt x="9394" y="18652"/>
                    </a:cubicBezTo>
                    <a:cubicBezTo>
                      <a:pt x="9692" y="18547"/>
                      <a:pt x="9984" y="18417"/>
                      <a:pt x="10263" y="18267"/>
                    </a:cubicBezTo>
                    <a:cubicBezTo>
                      <a:pt x="10553" y="18111"/>
                      <a:pt x="10832" y="17933"/>
                      <a:pt x="11096" y="17733"/>
                    </a:cubicBezTo>
                    <a:cubicBezTo>
                      <a:pt x="11112" y="17722"/>
                      <a:pt x="11130" y="17707"/>
                      <a:pt x="11148" y="17696"/>
                    </a:cubicBezTo>
                    <a:cubicBezTo>
                      <a:pt x="11159" y="17688"/>
                      <a:pt x="11170" y="17680"/>
                      <a:pt x="11182" y="17672"/>
                    </a:cubicBezTo>
                    <a:cubicBezTo>
                      <a:pt x="11183" y="17669"/>
                      <a:pt x="11185" y="17667"/>
                      <a:pt x="11187" y="17667"/>
                    </a:cubicBezTo>
                    <a:cubicBezTo>
                      <a:pt x="11263" y="17609"/>
                      <a:pt x="11336" y="17549"/>
                      <a:pt x="11407" y="17485"/>
                    </a:cubicBezTo>
                    <a:cubicBezTo>
                      <a:pt x="11407" y="17485"/>
                      <a:pt x="11407" y="17482"/>
                      <a:pt x="11405" y="17482"/>
                    </a:cubicBezTo>
                    <a:cubicBezTo>
                      <a:pt x="11379" y="17445"/>
                      <a:pt x="11355" y="17406"/>
                      <a:pt x="11329" y="17367"/>
                    </a:cubicBezTo>
                    <a:cubicBezTo>
                      <a:pt x="11110" y="17049"/>
                      <a:pt x="10900" y="16729"/>
                      <a:pt x="10692" y="16408"/>
                    </a:cubicBezTo>
                    <a:cubicBezTo>
                      <a:pt x="10645" y="16333"/>
                      <a:pt x="10600" y="16259"/>
                      <a:pt x="10551" y="16184"/>
                    </a:cubicBezTo>
                    <a:cubicBezTo>
                      <a:pt x="10493" y="16092"/>
                      <a:pt x="10431" y="15996"/>
                      <a:pt x="10375" y="15904"/>
                    </a:cubicBezTo>
                    <a:cubicBezTo>
                      <a:pt x="10310" y="15800"/>
                      <a:pt x="10247" y="15696"/>
                      <a:pt x="10185" y="15592"/>
                    </a:cubicBezTo>
                    <a:cubicBezTo>
                      <a:pt x="10149" y="15536"/>
                      <a:pt x="10115" y="15482"/>
                      <a:pt x="10081" y="15424"/>
                    </a:cubicBezTo>
                    <a:lnTo>
                      <a:pt x="9838" y="15024"/>
                    </a:lnTo>
                    <a:cubicBezTo>
                      <a:pt x="9509" y="14476"/>
                      <a:pt x="9196" y="13938"/>
                      <a:pt x="8888" y="13409"/>
                    </a:cubicBezTo>
                    <a:cubicBezTo>
                      <a:pt x="8751" y="13174"/>
                      <a:pt x="8615" y="12941"/>
                      <a:pt x="8480" y="12713"/>
                    </a:cubicBezTo>
                    <a:cubicBezTo>
                      <a:pt x="8391" y="12559"/>
                      <a:pt x="8300" y="12406"/>
                      <a:pt x="8213" y="12257"/>
                    </a:cubicBezTo>
                    <a:cubicBezTo>
                      <a:pt x="7595" y="11214"/>
                      <a:pt x="6994" y="10257"/>
                      <a:pt x="6367" y="9455"/>
                    </a:cubicBezTo>
                    <a:cubicBezTo>
                      <a:pt x="6364" y="9458"/>
                      <a:pt x="6364" y="9466"/>
                      <a:pt x="6357" y="9468"/>
                    </a:cubicBezTo>
                    <a:cubicBezTo>
                      <a:pt x="6347" y="9475"/>
                      <a:pt x="6334" y="9479"/>
                      <a:pt x="6325" y="9479"/>
                    </a:cubicBezTo>
                    <a:cubicBezTo>
                      <a:pt x="6307" y="9479"/>
                      <a:pt x="6289" y="9471"/>
                      <a:pt x="6278" y="9455"/>
                    </a:cubicBezTo>
                    <a:cubicBezTo>
                      <a:pt x="6237" y="9398"/>
                      <a:pt x="6197" y="9343"/>
                      <a:pt x="6154" y="9287"/>
                    </a:cubicBezTo>
                    <a:cubicBezTo>
                      <a:pt x="5725" y="8713"/>
                      <a:pt x="5197" y="8210"/>
                      <a:pt x="4600" y="7813"/>
                    </a:cubicBezTo>
                    <a:lnTo>
                      <a:pt x="4600" y="7813"/>
                    </a:lnTo>
                    <a:cubicBezTo>
                      <a:pt x="4921" y="8253"/>
                      <a:pt x="5270" y="8745"/>
                      <a:pt x="5634" y="9272"/>
                    </a:cubicBezTo>
                    <a:cubicBezTo>
                      <a:pt x="6278" y="10202"/>
                      <a:pt x="6973" y="11233"/>
                      <a:pt x="7645" y="12254"/>
                    </a:cubicBezTo>
                    <a:cubicBezTo>
                      <a:pt x="7846" y="12560"/>
                      <a:pt x="8044" y="12865"/>
                      <a:pt x="8239" y="13163"/>
                    </a:cubicBezTo>
                    <a:lnTo>
                      <a:pt x="8397" y="13406"/>
                    </a:lnTo>
                    <a:cubicBezTo>
                      <a:pt x="9388" y="14938"/>
                      <a:pt x="10260" y="16340"/>
                      <a:pt x="10751" y="17205"/>
                    </a:cubicBezTo>
                    <a:cubicBezTo>
                      <a:pt x="10767" y="17234"/>
                      <a:pt x="10786" y="17267"/>
                      <a:pt x="10802" y="17293"/>
                    </a:cubicBezTo>
                    <a:cubicBezTo>
                      <a:pt x="10838" y="17359"/>
                      <a:pt x="10875" y="17422"/>
                      <a:pt x="10908" y="17481"/>
                    </a:cubicBezTo>
                    <a:cubicBezTo>
                      <a:pt x="10913" y="17493"/>
                      <a:pt x="10913" y="17505"/>
                      <a:pt x="10911" y="17519"/>
                    </a:cubicBezTo>
                    <a:cubicBezTo>
                      <a:pt x="10909" y="17536"/>
                      <a:pt x="10901" y="17552"/>
                      <a:pt x="10885" y="17560"/>
                    </a:cubicBezTo>
                    <a:cubicBezTo>
                      <a:pt x="10877" y="17563"/>
                      <a:pt x="10867" y="17568"/>
                      <a:pt x="10856" y="17568"/>
                    </a:cubicBezTo>
                    <a:cubicBezTo>
                      <a:pt x="10836" y="17568"/>
                      <a:pt x="10815" y="17558"/>
                      <a:pt x="10806" y="17537"/>
                    </a:cubicBezTo>
                    <a:cubicBezTo>
                      <a:pt x="10762" y="17456"/>
                      <a:pt x="10710" y="17367"/>
                      <a:pt x="10658" y="17275"/>
                    </a:cubicBezTo>
                    <a:cubicBezTo>
                      <a:pt x="10611" y="17194"/>
                      <a:pt x="10563" y="17109"/>
                      <a:pt x="10512" y="17019"/>
                    </a:cubicBezTo>
                    <a:cubicBezTo>
                      <a:pt x="10508" y="17011"/>
                      <a:pt x="10504" y="17002"/>
                      <a:pt x="10498" y="16994"/>
                    </a:cubicBezTo>
                    <a:cubicBezTo>
                      <a:pt x="9981" y="16111"/>
                      <a:pt x="9170" y="14811"/>
                      <a:pt x="8261" y="13406"/>
                    </a:cubicBezTo>
                    <a:cubicBezTo>
                      <a:pt x="8235" y="13366"/>
                      <a:pt x="8209" y="13324"/>
                      <a:pt x="8180" y="13283"/>
                    </a:cubicBezTo>
                    <a:cubicBezTo>
                      <a:pt x="7960" y="12944"/>
                      <a:pt x="7735" y="12601"/>
                      <a:pt x="7508" y="12254"/>
                    </a:cubicBezTo>
                    <a:cubicBezTo>
                      <a:pt x="6832" y="11230"/>
                      <a:pt x="6137" y="10196"/>
                      <a:pt x="5492" y="9269"/>
                    </a:cubicBezTo>
                    <a:cubicBezTo>
                      <a:pt x="5077" y="8669"/>
                      <a:pt x="4681" y="8113"/>
                      <a:pt x="4328" y="7635"/>
                    </a:cubicBezTo>
                    <a:cubicBezTo>
                      <a:pt x="4323" y="7632"/>
                      <a:pt x="4323" y="7625"/>
                      <a:pt x="4322" y="7621"/>
                    </a:cubicBezTo>
                    <a:cubicBezTo>
                      <a:pt x="4320" y="7617"/>
                      <a:pt x="4320" y="7616"/>
                      <a:pt x="4317" y="7611"/>
                    </a:cubicBezTo>
                    <a:cubicBezTo>
                      <a:pt x="4315" y="7600"/>
                      <a:pt x="4315" y="7585"/>
                      <a:pt x="4322" y="7575"/>
                    </a:cubicBezTo>
                    <a:lnTo>
                      <a:pt x="4323" y="7572"/>
                    </a:lnTo>
                    <a:lnTo>
                      <a:pt x="4323" y="7570"/>
                    </a:lnTo>
                    <a:cubicBezTo>
                      <a:pt x="4323" y="7569"/>
                      <a:pt x="4326" y="7569"/>
                      <a:pt x="4328" y="7569"/>
                    </a:cubicBezTo>
                    <a:cubicBezTo>
                      <a:pt x="4328" y="7567"/>
                      <a:pt x="4330" y="7567"/>
                      <a:pt x="4330" y="7567"/>
                    </a:cubicBezTo>
                    <a:cubicBezTo>
                      <a:pt x="4336" y="7559"/>
                      <a:pt x="4344" y="7553"/>
                      <a:pt x="4354" y="7548"/>
                    </a:cubicBezTo>
                    <a:cubicBezTo>
                      <a:pt x="4357" y="7546"/>
                      <a:pt x="4360" y="7546"/>
                      <a:pt x="4364" y="7546"/>
                    </a:cubicBezTo>
                    <a:cubicBezTo>
                      <a:pt x="4369" y="7546"/>
                      <a:pt x="4370" y="7544"/>
                      <a:pt x="4375" y="7544"/>
                    </a:cubicBezTo>
                    <a:cubicBezTo>
                      <a:pt x="4489" y="7548"/>
                      <a:pt x="4610" y="7550"/>
                      <a:pt x="4737" y="7550"/>
                    </a:cubicBezTo>
                    <a:cubicBezTo>
                      <a:pt x="6609" y="7550"/>
                      <a:pt x="9843" y="7123"/>
                      <a:pt x="12890" y="6501"/>
                    </a:cubicBezTo>
                    <a:cubicBezTo>
                      <a:pt x="16105" y="5844"/>
                      <a:pt x="19111" y="4971"/>
                      <a:pt x="20098" y="4157"/>
                    </a:cubicBezTo>
                    <a:cubicBezTo>
                      <a:pt x="19627" y="3866"/>
                      <a:pt x="19248" y="3415"/>
                      <a:pt x="19068" y="2892"/>
                    </a:cubicBezTo>
                    <a:cubicBezTo>
                      <a:pt x="18962" y="2587"/>
                      <a:pt x="18928" y="2261"/>
                      <a:pt x="18953" y="1939"/>
                    </a:cubicBezTo>
                    <a:cubicBezTo>
                      <a:pt x="18995" y="1397"/>
                      <a:pt x="19214" y="867"/>
                      <a:pt x="19585" y="470"/>
                    </a:cubicBezTo>
                    <a:cubicBezTo>
                      <a:pt x="19596" y="459"/>
                      <a:pt x="19611" y="452"/>
                      <a:pt x="19626" y="452"/>
                    </a:cubicBezTo>
                    <a:cubicBezTo>
                      <a:pt x="19640" y="452"/>
                      <a:pt x="19655" y="458"/>
                      <a:pt x="19666" y="469"/>
                    </a:cubicBezTo>
                    <a:cubicBezTo>
                      <a:pt x="19687" y="490"/>
                      <a:pt x="19690" y="527"/>
                      <a:pt x="19667" y="550"/>
                    </a:cubicBezTo>
                    <a:cubicBezTo>
                      <a:pt x="19329" y="911"/>
                      <a:pt x="19124" y="1394"/>
                      <a:pt x="19074" y="1890"/>
                    </a:cubicBezTo>
                    <a:cubicBezTo>
                      <a:pt x="19039" y="2214"/>
                      <a:pt x="19069" y="2545"/>
                      <a:pt x="19175" y="2853"/>
                    </a:cubicBezTo>
                    <a:cubicBezTo>
                      <a:pt x="19442" y="3631"/>
                      <a:pt x="20165" y="4240"/>
                      <a:pt x="20978" y="4370"/>
                    </a:cubicBezTo>
                    <a:cubicBezTo>
                      <a:pt x="21011" y="4376"/>
                      <a:pt x="21030" y="4404"/>
                      <a:pt x="21027" y="4436"/>
                    </a:cubicBezTo>
                    <a:cubicBezTo>
                      <a:pt x="21022" y="4465"/>
                      <a:pt x="20998" y="4485"/>
                      <a:pt x="20969" y="4485"/>
                    </a:cubicBezTo>
                    <a:lnTo>
                      <a:pt x="20962" y="4485"/>
                    </a:lnTo>
                    <a:cubicBezTo>
                      <a:pt x="20696" y="4443"/>
                      <a:pt x="20442" y="4347"/>
                      <a:pt x="20205" y="4216"/>
                    </a:cubicBezTo>
                    <a:cubicBezTo>
                      <a:pt x="19230" y="5058"/>
                      <a:pt x="16097" y="5966"/>
                      <a:pt x="12773" y="6638"/>
                    </a:cubicBezTo>
                    <a:cubicBezTo>
                      <a:pt x="9758" y="7249"/>
                      <a:pt x="6594" y="7665"/>
                      <a:pt x="4741" y="7665"/>
                    </a:cubicBezTo>
                    <a:cubicBezTo>
                      <a:pt x="4685" y="7665"/>
                      <a:pt x="4631" y="7665"/>
                      <a:pt x="4578" y="7664"/>
                    </a:cubicBezTo>
                    <a:lnTo>
                      <a:pt x="4578" y="7664"/>
                    </a:lnTo>
                    <a:cubicBezTo>
                      <a:pt x="5244" y="8091"/>
                      <a:pt x="5834" y="8648"/>
                      <a:pt x="6297" y="9288"/>
                    </a:cubicBezTo>
                    <a:cubicBezTo>
                      <a:pt x="6368" y="9290"/>
                      <a:pt x="6447" y="9291"/>
                      <a:pt x="6531" y="9291"/>
                    </a:cubicBezTo>
                    <a:cubicBezTo>
                      <a:pt x="7303" y="9291"/>
                      <a:pt x="8605" y="9219"/>
                      <a:pt x="10114" y="9103"/>
                    </a:cubicBezTo>
                    <a:cubicBezTo>
                      <a:pt x="10357" y="9086"/>
                      <a:pt x="10603" y="9066"/>
                      <a:pt x="10854" y="9045"/>
                    </a:cubicBezTo>
                    <a:cubicBezTo>
                      <a:pt x="13650" y="8818"/>
                      <a:pt x="16924" y="8483"/>
                      <a:pt x="18818" y="8223"/>
                    </a:cubicBezTo>
                    <a:cubicBezTo>
                      <a:pt x="19277" y="8160"/>
                      <a:pt x="19654" y="8102"/>
                      <a:pt x="19925" y="8050"/>
                    </a:cubicBezTo>
                    <a:cubicBezTo>
                      <a:pt x="20625" y="7919"/>
                      <a:pt x="21525" y="7578"/>
                      <a:pt x="22353" y="7027"/>
                    </a:cubicBezTo>
                    <a:cubicBezTo>
                      <a:pt x="22471" y="6948"/>
                      <a:pt x="22588" y="6865"/>
                      <a:pt x="22704" y="6778"/>
                    </a:cubicBezTo>
                    <a:cubicBezTo>
                      <a:pt x="22758" y="6737"/>
                      <a:pt x="22813" y="6695"/>
                      <a:pt x="22867" y="6651"/>
                    </a:cubicBezTo>
                    <a:cubicBezTo>
                      <a:pt x="23063" y="6491"/>
                      <a:pt x="23252" y="6316"/>
                      <a:pt x="23429" y="6130"/>
                    </a:cubicBezTo>
                    <a:cubicBezTo>
                      <a:pt x="23565" y="5987"/>
                      <a:pt x="23695" y="5836"/>
                      <a:pt x="23816" y="5676"/>
                    </a:cubicBezTo>
                    <a:cubicBezTo>
                      <a:pt x="24643" y="4601"/>
                      <a:pt x="25051" y="3157"/>
                      <a:pt x="24468" y="1336"/>
                    </a:cubicBezTo>
                    <a:cubicBezTo>
                      <a:pt x="24468" y="1334"/>
                      <a:pt x="24466" y="1329"/>
                      <a:pt x="24466" y="1328"/>
                    </a:cubicBezTo>
                    <a:cubicBezTo>
                      <a:pt x="24330" y="906"/>
                      <a:pt x="24142" y="467"/>
                      <a:pt x="23892" y="5"/>
                    </a:cubicBezTo>
                    <a:lnTo>
                      <a:pt x="23891" y="5"/>
                    </a:lnTo>
                    <a:cubicBezTo>
                      <a:pt x="23787" y="2"/>
                      <a:pt x="23680" y="1"/>
                      <a:pt x="23568"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3"/>
            <p:cNvSpPr/>
            <p:nvPr/>
          </p:nvSpPr>
          <p:spPr>
            <a:xfrm>
              <a:off x="1288816" y="2402942"/>
              <a:ext cx="285780" cy="96046"/>
            </a:xfrm>
            <a:custGeom>
              <a:rect b="b" l="l" r="r" t="t"/>
              <a:pathLst>
                <a:path extrusionOk="0" h="4033" w="12000">
                  <a:moveTo>
                    <a:pt x="10086" y="1"/>
                  </a:moveTo>
                  <a:cubicBezTo>
                    <a:pt x="8193" y="260"/>
                    <a:pt x="4917" y="599"/>
                    <a:pt x="2122" y="824"/>
                  </a:cubicBezTo>
                  <a:cubicBezTo>
                    <a:pt x="1352" y="1863"/>
                    <a:pt x="621" y="2953"/>
                    <a:pt x="0" y="4033"/>
                  </a:cubicBezTo>
                  <a:lnTo>
                    <a:pt x="7297" y="4033"/>
                  </a:lnTo>
                  <a:cubicBezTo>
                    <a:pt x="7885" y="3556"/>
                    <a:pt x="8493" y="3086"/>
                    <a:pt x="9097" y="2618"/>
                  </a:cubicBezTo>
                  <a:cubicBezTo>
                    <a:pt x="10097" y="1845"/>
                    <a:pt x="11092" y="1078"/>
                    <a:pt x="12000" y="307"/>
                  </a:cubicBezTo>
                  <a:cubicBezTo>
                    <a:pt x="11342" y="297"/>
                    <a:pt x="10661" y="195"/>
                    <a:pt x="1008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1292436" y="2526518"/>
              <a:ext cx="137460" cy="94165"/>
            </a:xfrm>
            <a:custGeom>
              <a:rect b="b" l="l" r="r" t="t"/>
              <a:pathLst>
                <a:path extrusionOk="0" h="3954" w="5772">
                  <a:moveTo>
                    <a:pt x="1" y="1"/>
                  </a:moveTo>
                  <a:cubicBezTo>
                    <a:pt x="309" y="524"/>
                    <a:pt x="623" y="1064"/>
                    <a:pt x="949" y="1610"/>
                  </a:cubicBezTo>
                  <a:lnTo>
                    <a:pt x="1192" y="2012"/>
                  </a:lnTo>
                  <a:cubicBezTo>
                    <a:pt x="1226" y="2069"/>
                    <a:pt x="1260" y="2124"/>
                    <a:pt x="1296" y="2181"/>
                  </a:cubicBezTo>
                  <a:cubicBezTo>
                    <a:pt x="1359" y="2283"/>
                    <a:pt x="1424" y="2387"/>
                    <a:pt x="1485" y="2490"/>
                  </a:cubicBezTo>
                  <a:cubicBezTo>
                    <a:pt x="1544" y="2583"/>
                    <a:pt x="1604" y="2678"/>
                    <a:pt x="1662" y="2772"/>
                  </a:cubicBezTo>
                  <a:cubicBezTo>
                    <a:pt x="1709" y="2847"/>
                    <a:pt x="1756" y="2920"/>
                    <a:pt x="1804" y="2994"/>
                  </a:cubicBezTo>
                  <a:cubicBezTo>
                    <a:pt x="2010" y="3315"/>
                    <a:pt x="2221" y="3634"/>
                    <a:pt x="2440" y="3954"/>
                  </a:cubicBezTo>
                  <a:cubicBezTo>
                    <a:pt x="3161" y="2539"/>
                    <a:pt x="4370" y="1239"/>
                    <a:pt x="577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3"/>
            <p:cNvGrpSpPr/>
            <p:nvPr/>
          </p:nvGrpSpPr>
          <p:grpSpPr>
            <a:xfrm>
              <a:off x="1245592" y="2591366"/>
              <a:ext cx="87592" cy="149225"/>
              <a:chOff x="1245592" y="2591366"/>
              <a:chExt cx="87592" cy="149225"/>
            </a:xfrm>
          </p:grpSpPr>
          <p:sp>
            <p:nvSpPr>
              <p:cNvPr id="1505" name="Google Shape;1505;p3"/>
              <p:cNvSpPr/>
              <p:nvPr/>
            </p:nvSpPr>
            <p:spPr>
              <a:xfrm>
                <a:off x="1248283" y="2624588"/>
                <a:ext cx="84900" cy="116003"/>
              </a:xfrm>
              <a:custGeom>
                <a:rect b="b" l="l" r="r" t="t"/>
                <a:pathLst>
                  <a:path extrusionOk="0" h="4871" w="3565">
                    <a:moveTo>
                      <a:pt x="1" y="1"/>
                    </a:moveTo>
                    <a:lnTo>
                      <a:pt x="1" y="1"/>
                    </a:lnTo>
                    <a:cubicBezTo>
                      <a:pt x="320" y="941"/>
                      <a:pt x="1211" y="2792"/>
                      <a:pt x="2281" y="4871"/>
                    </a:cubicBezTo>
                    <a:cubicBezTo>
                      <a:pt x="2367" y="4792"/>
                      <a:pt x="2454" y="4712"/>
                      <a:pt x="2540" y="4631"/>
                    </a:cubicBezTo>
                    <a:cubicBezTo>
                      <a:pt x="2513" y="4608"/>
                      <a:pt x="2503" y="4574"/>
                      <a:pt x="2516" y="4540"/>
                    </a:cubicBezTo>
                    <a:cubicBezTo>
                      <a:pt x="2528" y="4508"/>
                      <a:pt x="2558" y="4488"/>
                      <a:pt x="2591" y="4488"/>
                    </a:cubicBezTo>
                    <a:cubicBezTo>
                      <a:pt x="2601" y="4488"/>
                      <a:pt x="2611" y="4490"/>
                      <a:pt x="2621" y="4493"/>
                    </a:cubicBezTo>
                    <a:cubicBezTo>
                      <a:pt x="2634" y="4500"/>
                      <a:pt x="2649" y="4508"/>
                      <a:pt x="2663" y="4511"/>
                    </a:cubicBezTo>
                    <a:cubicBezTo>
                      <a:pt x="2772" y="4404"/>
                      <a:pt x="2876" y="4297"/>
                      <a:pt x="2970" y="4194"/>
                    </a:cubicBezTo>
                    <a:cubicBezTo>
                      <a:pt x="2942" y="4177"/>
                      <a:pt x="2926" y="4147"/>
                      <a:pt x="2931" y="4114"/>
                    </a:cubicBezTo>
                    <a:cubicBezTo>
                      <a:pt x="2937" y="4073"/>
                      <a:pt x="2972" y="4044"/>
                      <a:pt x="3012" y="4044"/>
                    </a:cubicBezTo>
                    <a:cubicBezTo>
                      <a:pt x="3015" y="4044"/>
                      <a:pt x="3019" y="4044"/>
                      <a:pt x="3022" y="4044"/>
                    </a:cubicBezTo>
                    <a:cubicBezTo>
                      <a:pt x="3044" y="4046"/>
                      <a:pt x="3064" y="4053"/>
                      <a:pt x="3085" y="4056"/>
                    </a:cubicBezTo>
                    <a:cubicBezTo>
                      <a:pt x="3190" y="3926"/>
                      <a:pt x="3279" y="3803"/>
                      <a:pt x="3342" y="3688"/>
                    </a:cubicBezTo>
                    <a:cubicBezTo>
                      <a:pt x="3304" y="3678"/>
                      <a:pt x="3278" y="3641"/>
                      <a:pt x="3281" y="3600"/>
                    </a:cubicBezTo>
                    <a:cubicBezTo>
                      <a:pt x="3285" y="3560"/>
                      <a:pt x="3321" y="3527"/>
                      <a:pt x="3360" y="3527"/>
                    </a:cubicBezTo>
                    <a:cubicBezTo>
                      <a:pt x="3363" y="3527"/>
                      <a:pt x="3367" y="3527"/>
                      <a:pt x="3370" y="3527"/>
                    </a:cubicBezTo>
                    <a:cubicBezTo>
                      <a:pt x="3383" y="3529"/>
                      <a:pt x="3396" y="3531"/>
                      <a:pt x="3409" y="3534"/>
                    </a:cubicBezTo>
                    <a:cubicBezTo>
                      <a:pt x="3420" y="3500"/>
                      <a:pt x="3433" y="3466"/>
                      <a:pt x="3440" y="3437"/>
                    </a:cubicBezTo>
                    <a:cubicBezTo>
                      <a:pt x="3046" y="3028"/>
                      <a:pt x="2892" y="2416"/>
                      <a:pt x="3555" y="2400"/>
                    </a:cubicBezTo>
                    <a:lnTo>
                      <a:pt x="3564" y="2400"/>
                    </a:lnTo>
                    <a:cubicBezTo>
                      <a:pt x="3218" y="2035"/>
                      <a:pt x="2809" y="1601"/>
                      <a:pt x="2362" y="1121"/>
                    </a:cubicBezTo>
                    <a:cubicBezTo>
                      <a:pt x="2268" y="1022"/>
                      <a:pt x="2172" y="918"/>
                      <a:pt x="2078" y="815"/>
                    </a:cubicBezTo>
                    <a:cubicBezTo>
                      <a:pt x="1195" y="758"/>
                      <a:pt x="307" y="46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1245711" y="2591366"/>
                <a:ext cx="13336" cy="23839"/>
              </a:xfrm>
              <a:custGeom>
                <a:rect b="b" l="l" r="r" t="t"/>
                <a:pathLst>
                  <a:path extrusionOk="0" h="1001" w="560">
                    <a:moveTo>
                      <a:pt x="161" y="1"/>
                    </a:moveTo>
                    <a:cubicBezTo>
                      <a:pt x="125" y="143"/>
                      <a:pt x="97" y="287"/>
                      <a:pt x="75" y="427"/>
                    </a:cubicBezTo>
                    <a:cubicBezTo>
                      <a:pt x="42" y="621"/>
                      <a:pt x="15" y="814"/>
                      <a:pt x="0" y="1000"/>
                    </a:cubicBezTo>
                    <a:lnTo>
                      <a:pt x="0" y="1000"/>
                    </a:lnTo>
                    <a:cubicBezTo>
                      <a:pt x="2" y="995"/>
                      <a:pt x="193" y="698"/>
                      <a:pt x="559" y="440"/>
                    </a:cubicBezTo>
                    <a:cubicBezTo>
                      <a:pt x="428" y="294"/>
                      <a:pt x="293" y="148"/>
                      <a:pt x="161" y="1"/>
                    </a:cubicBezTo>
                    <a:close/>
                    <a:moveTo>
                      <a:pt x="0" y="1000"/>
                    </a:moveTo>
                    <a:cubicBezTo>
                      <a:pt x="0" y="1001"/>
                      <a:pt x="0" y="1001"/>
                      <a:pt x="0" y="1001"/>
                    </a:cubicBezTo>
                    <a:cubicBezTo>
                      <a:pt x="0" y="1001"/>
                      <a:pt x="0" y="1001"/>
                      <a:pt x="0" y="100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1245592" y="2601821"/>
                <a:ext cx="52202" cy="42176"/>
              </a:xfrm>
              <a:custGeom>
                <a:rect b="b" l="l" r="r" t="t"/>
                <a:pathLst>
                  <a:path extrusionOk="0" h="1771" w="2192">
                    <a:moveTo>
                      <a:pt x="563" y="1"/>
                    </a:moveTo>
                    <a:cubicBezTo>
                      <a:pt x="193" y="260"/>
                      <a:pt x="0" y="562"/>
                      <a:pt x="0" y="562"/>
                    </a:cubicBezTo>
                    <a:cubicBezTo>
                      <a:pt x="20" y="664"/>
                      <a:pt x="57" y="795"/>
                      <a:pt x="110" y="949"/>
                    </a:cubicBezTo>
                    <a:cubicBezTo>
                      <a:pt x="110" y="949"/>
                      <a:pt x="110" y="951"/>
                      <a:pt x="112" y="951"/>
                    </a:cubicBezTo>
                    <a:lnTo>
                      <a:pt x="112" y="952"/>
                    </a:lnTo>
                    <a:cubicBezTo>
                      <a:pt x="420" y="1417"/>
                      <a:pt x="1308" y="1714"/>
                      <a:pt x="2191" y="1771"/>
                    </a:cubicBezTo>
                    <a:cubicBezTo>
                      <a:pt x="2143" y="1719"/>
                      <a:pt x="2091" y="1665"/>
                      <a:pt x="2042" y="1612"/>
                    </a:cubicBezTo>
                    <a:cubicBezTo>
                      <a:pt x="2037" y="1605"/>
                      <a:pt x="2033" y="1599"/>
                      <a:pt x="2026" y="1592"/>
                    </a:cubicBezTo>
                    <a:cubicBezTo>
                      <a:pt x="1961" y="1524"/>
                      <a:pt x="1900" y="1455"/>
                      <a:pt x="1832" y="1385"/>
                    </a:cubicBezTo>
                    <a:cubicBezTo>
                      <a:pt x="1742" y="1288"/>
                      <a:pt x="1650" y="1187"/>
                      <a:pt x="1559" y="1088"/>
                    </a:cubicBezTo>
                    <a:cubicBezTo>
                      <a:pt x="1554" y="1082"/>
                      <a:pt x="1548" y="1079"/>
                      <a:pt x="1545" y="1072"/>
                    </a:cubicBezTo>
                    <a:cubicBezTo>
                      <a:pt x="1227" y="728"/>
                      <a:pt x="898" y="369"/>
                      <a:pt x="563"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3"/>
            <p:cNvGrpSpPr/>
            <p:nvPr/>
          </p:nvGrpSpPr>
          <p:grpSpPr>
            <a:xfrm>
              <a:off x="1325396" y="2748998"/>
              <a:ext cx="113193" cy="127887"/>
              <a:chOff x="1325396" y="2748998"/>
              <a:chExt cx="113193" cy="127887"/>
            </a:xfrm>
          </p:grpSpPr>
          <p:sp>
            <p:nvSpPr>
              <p:cNvPr id="1509" name="Google Shape;1509;p3"/>
              <p:cNvSpPr/>
              <p:nvPr/>
            </p:nvSpPr>
            <p:spPr>
              <a:xfrm>
                <a:off x="1325396" y="2781076"/>
                <a:ext cx="41748" cy="72040"/>
              </a:xfrm>
              <a:custGeom>
                <a:rect b="b" l="l" r="r" t="t"/>
                <a:pathLst>
                  <a:path extrusionOk="0" h="3025" w="1753">
                    <a:moveTo>
                      <a:pt x="359" y="0"/>
                    </a:moveTo>
                    <a:lnTo>
                      <a:pt x="1" y="133"/>
                    </a:lnTo>
                    <a:cubicBezTo>
                      <a:pt x="518" y="1112"/>
                      <a:pt x="1048" y="2096"/>
                      <a:pt x="1555" y="3024"/>
                    </a:cubicBezTo>
                    <a:cubicBezTo>
                      <a:pt x="1620" y="2993"/>
                      <a:pt x="1685" y="2967"/>
                      <a:pt x="1753" y="2941"/>
                    </a:cubicBezTo>
                    <a:lnTo>
                      <a:pt x="35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423442" y="2848521"/>
                <a:ext cx="15146" cy="28364"/>
              </a:xfrm>
              <a:custGeom>
                <a:rect b="b" l="l" r="r" t="t"/>
                <a:pathLst>
                  <a:path extrusionOk="0" h="1191" w="636">
                    <a:moveTo>
                      <a:pt x="227" y="1"/>
                    </a:moveTo>
                    <a:lnTo>
                      <a:pt x="0" y="494"/>
                    </a:lnTo>
                    <a:cubicBezTo>
                      <a:pt x="242" y="686"/>
                      <a:pt x="446" y="921"/>
                      <a:pt x="600" y="1190"/>
                    </a:cubicBezTo>
                    <a:cubicBezTo>
                      <a:pt x="611" y="1184"/>
                      <a:pt x="624" y="1181"/>
                      <a:pt x="635" y="1176"/>
                    </a:cubicBezTo>
                    <a:cubicBezTo>
                      <a:pt x="493" y="784"/>
                      <a:pt x="357" y="393"/>
                      <a:pt x="22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341876" y="2748998"/>
                <a:ext cx="74708" cy="99713"/>
              </a:xfrm>
              <a:custGeom>
                <a:rect b="b" l="l" r="r" t="t"/>
                <a:pathLst>
                  <a:path extrusionOk="0" h="4187" w="3137">
                    <a:moveTo>
                      <a:pt x="2383" y="0"/>
                    </a:moveTo>
                    <a:lnTo>
                      <a:pt x="1" y="921"/>
                    </a:lnTo>
                    <a:cubicBezTo>
                      <a:pt x="4" y="927"/>
                      <a:pt x="9" y="929"/>
                      <a:pt x="12" y="935"/>
                    </a:cubicBezTo>
                    <a:lnTo>
                      <a:pt x="1539" y="4169"/>
                    </a:lnTo>
                    <a:cubicBezTo>
                      <a:pt x="1657" y="4151"/>
                      <a:pt x="1775" y="4138"/>
                      <a:pt x="1900" y="4138"/>
                    </a:cubicBezTo>
                    <a:cubicBezTo>
                      <a:pt x="2064" y="4138"/>
                      <a:pt x="2224" y="4154"/>
                      <a:pt x="2378" y="4186"/>
                    </a:cubicBezTo>
                    <a:lnTo>
                      <a:pt x="3137" y="2546"/>
                    </a:lnTo>
                    <a:cubicBezTo>
                      <a:pt x="3112" y="2469"/>
                      <a:pt x="3091" y="2391"/>
                      <a:pt x="3069" y="2315"/>
                    </a:cubicBezTo>
                    <a:cubicBezTo>
                      <a:pt x="3056" y="2276"/>
                      <a:pt x="3046" y="2238"/>
                      <a:pt x="3035" y="2198"/>
                    </a:cubicBezTo>
                    <a:cubicBezTo>
                      <a:pt x="2991" y="2057"/>
                      <a:pt x="2950" y="1919"/>
                      <a:pt x="2910" y="1780"/>
                    </a:cubicBezTo>
                    <a:cubicBezTo>
                      <a:pt x="2730" y="1170"/>
                      <a:pt x="2558" y="577"/>
                      <a:pt x="2383"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3"/>
          <p:cNvGrpSpPr/>
          <p:nvPr/>
        </p:nvGrpSpPr>
        <p:grpSpPr>
          <a:xfrm>
            <a:off x="6340350" y="3551097"/>
            <a:ext cx="1438324" cy="1333878"/>
            <a:chOff x="2526575" y="2115209"/>
            <a:chExt cx="1438324" cy="1333878"/>
          </a:xfrm>
        </p:grpSpPr>
        <p:sp>
          <p:nvSpPr>
            <p:cNvPr id="1513" name="Google Shape;1513;p3"/>
            <p:cNvSpPr/>
            <p:nvPr/>
          </p:nvSpPr>
          <p:spPr>
            <a:xfrm>
              <a:off x="2526575" y="2916925"/>
              <a:ext cx="521700" cy="521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2984745" y="2512634"/>
              <a:ext cx="334101" cy="186852"/>
            </a:xfrm>
            <a:custGeom>
              <a:rect b="b" l="l" r="r" t="t"/>
              <a:pathLst>
                <a:path extrusionOk="0" h="7846" w="14029">
                  <a:moveTo>
                    <a:pt x="14029" y="1"/>
                  </a:moveTo>
                  <a:cubicBezTo>
                    <a:pt x="13971" y="14"/>
                    <a:pt x="13913" y="28"/>
                    <a:pt x="13855" y="42"/>
                  </a:cubicBezTo>
                  <a:lnTo>
                    <a:pt x="13855" y="42"/>
                  </a:lnTo>
                  <a:cubicBezTo>
                    <a:pt x="13913" y="28"/>
                    <a:pt x="13971" y="14"/>
                    <a:pt x="14029" y="1"/>
                  </a:cubicBezTo>
                  <a:close/>
                  <a:moveTo>
                    <a:pt x="13855" y="42"/>
                  </a:moveTo>
                  <a:lnTo>
                    <a:pt x="13855" y="42"/>
                  </a:lnTo>
                  <a:cubicBezTo>
                    <a:pt x="7061" y="1684"/>
                    <a:pt x="0" y="4434"/>
                    <a:pt x="709" y="6987"/>
                  </a:cubicBezTo>
                  <a:cubicBezTo>
                    <a:pt x="709" y="6987"/>
                    <a:pt x="1171" y="5616"/>
                    <a:pt x="2644" y="5616"/>
                  </a:cubicBezTo>
                  <a:cubicBezTo>
                    <a:pt x="2988" y="5616"/>
                    <a:pt x="3388" y="5691"/>
                    <a:pt x="3850" y="5875"/>
                  </a:cubicBezTo>
                  <a:cubicBezTo>
                    <a:pt x="4020" y="5943"/>
                    <a:pt x="4185" y="6026"/>
                    <a:pt x="4350" y="6120"/>
                  </a:cubicBezTo>
                  <a:cubicBezTo>
                    <a:pt x="4362" y="6106"/>
                    <a:pt x="4379" y="6097"/>
                    <a:pt x="4396" y="6097"/>
                  </a:cubicBezTo>
                  <a:cubicBezTo>
                    <a:pt x="4405" y="6097"/>
                    <a:pt x="4415" y="6100"/>
                    <a:pt x="4423" y="6105"/>
                  </a:cubicBezTo>
                  <a:cubicBezTo>
                    <a:pt x="5162" y="6548"/>
                    <a:pt x="5814" y="7148"/>
                    <a:pt x="6320" y="7841"/>
                  </a:cubicBezTo>
                  <a:cubicBezTo>
                    <a:pt x="6414" y="7844"/>
                    <a:pt x="6520" y="7845"/>
                    <a:pt x="6637" y="7845"/>
                  </a:cubicBezTo>
                  <a:cubicBezTo>
                    <a:pt x="7528" y="7845"/>
                    <a:pt x="9055" y="7770"/>
                    <a:pt x="10780" y="7634"/>
                  </a:cubicBezTo>
                  <a:lnTo>
                    <a:pt x="10780" y="7634"/>
                  </a:lnTo>
                  <a:cubicBezTo>
                    <a:pt x="9797" y="7710"/>
                    <a:pt x="8875" y="7768"/>
                    <a:pt x="8099" y="7804"/>
                  </a:cubicBezTo>
                  <a:cubicBezTo>
                    <a:pt x="7041" y="6193"/>
                    <a:pt x="6410" y="4307"/>
                    <a:pt x="6281" y="2386"/>
                  </a:cubicBezTo>
                  <a:cubicBezTo>
                    <a:pt x="8531" y="1489"/>
                    <a:pt x="11213" y="681"/>
                    <a:pt x="13855" y="42"/>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001606" y="2679029"/>
              <a:ext cx="179279" cy="90949"/>
            </a:xfrm>
            <a:custGeom>
              <a:rect b="b" l="l" r="r" t="t"/>
              <a:pathLst>
                <a:path extrusionOk="0" h="3819" w="7528">
                  <a:moveTo>
                    <a:pt x="1" y="0"/>
                  </a:moveTo>
                  <a:lnTo>
                    <a:pt x="1" y="0"/>
                  </a:lnTo>
                  <a:cubicBezTo>
                    <a:pt x="268" y="587"/>
                    <a:pt x="1455" y="2066"/>
                    <a:pt x="2959" y="3818"/>
                  </a:cubicBezTo>
                  <a:lnTo>
                    <a:pt x="7527" y="3818"/>
                  </a:lnTo>
                  <a:cubicBezTo>
                    <a:pt x="6906" y="2773"/>
                    <a:pt x="6305" y="1815"/>
                    <a:pt x="5680" y="1013"/>
                  </a:cubicBezTo>
                  <a:cubicBezTo>
                    <a:pt x="5676" y="1019"/>
                    <a:pt x="5673" y="1028"/>
                    <a:pt x="5668" y="1031"/>
                  </a:cubicBezTo>
                  <a:cubicBezTo>
                    <a:pt x="5657" y="1037"/>
                    <a:pt x="5646" y="1041"/>
                    <a:pt x="5636" y="1041"/>
                  </a:cubicBezTo>
                  <a:cubicBezTo>
                    <a:pt x="5616" y="1041"/>
                    <a:pt x="5599" y="1032"/>
                    <a:pt x="5589" y="1016"/>
                  </a:cubicBezTo>
                  <a:cubicBezTo>
                    <a:pt x="5548" y="960"/>
                    <a:pt x="5508" y="906"/>
                    <a:pt x="5466" y="849"/>
                  </a:cubicBezTo>
                  <a:cubicBezTo>
                    <a:pt x="3297" y="780"/>
                    <a:pt x="695" y="878"/>
                    <a:pt x="1"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095914" y="2797390"/>
              <a:ext cx="82614" cy="64991"/>
            </a:xfrm>
            <a:custGeom>
              <a:rect b="b" l="l" r="r" t="t"/>
              <a:pathLst>
                <a:path extrusionOk="0" h="2729" w="3469">
                  <a:moveTo>
                    <a:pt x="0" y="1"/>
                  </a:moveTo>
                  <a:cubicBezTo>
                    <a:pt x="789" y="900"/>
                    <a:pt x="1624" y="1832"/>
                    <a:pt x="2434" y="2728"/>
                  </a:cubicBezTo>
                  <a:cubicBezTo>
                    <a:pt x="2635" y="1871"/>
                    <a:pt x="2998" y="949"/>
                    <a:pt x="3468"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51592" y="2891649"/>
              <a:ext cx="48702" cy="78399"/>
            </a:xfrm>
            <a:custGeom>
              <a:rect b="b" l="l" r="r" t="t"/>
              <a:pathLst>
                <a:path extrusionOk="0" h="3292" w="2045">
                  <a:moveTo>
                    <a:pt x="143" y="0"/>
                  </a:moveTo>
                  <a:cubicBezTo>
                    <a:pt x="92" y="97"/>
                    <a:pt x="45" y="195"/>
                    <a:pt x="1" y="293"/>
                  </a:cubicBezTo>
                  <a:cubicBezTo>
                    <a:pt x="173" y="498"/>
                    <a:pt x="318" y="702"/>
                    <a:pt x="424" y="872"/>
                  </a:cubicBezTo>
                  <a:cubicBezTo>
                    <a:pt x="440" y="900"/>
                    <a:pt x="432" y="935"/>
                    <a:pt x="406" y="951"/>
                  </a:cubicBezTo>
                  <a:lnTo>
                    <a:pt x="403" y="951"/>
                  </a:lnTo>
                  <a:cubicBezTo>
                    <a:pt x="816" y="1621"/>
                    <a:pt x="1164" y="2410"/>
                    <a:pt x="1482" y="3292"/>
                  </a:cubicBezTo>
                  <a:cubicBezTo>
                    <a:pt x="2044" y="2995"/>
                    <a:pt x="1665" y="2391"/>
                    <a:pt x="1745" y="2118"/>
                  </a:cubicBezTo>
                  <a:cubicBezTo>
                    <a:pt x="1169" y="1434"/>
                    <a:pt x="638" y="721"/>
                    <a:pt x="143" y="0"/>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001582" y="2646379"/>
              <a:ext cx="130125" cy="53584"/>
            </a:xfrm>
            <a:custGeom>
              <a:rect b="b" l="l" r="r" t="t"/>
              <a:pathLst>
                <a:path extrusionOk="0" h="2250" w="5464">
                  <a:moveTo>
                    <a:pt x="1936" y="1"/>
                  </a:moveTo>
                  <a:cubicBezTo>
                    <a:pt x="463" y="1"/>
                    <a:pt x="0" y="1371"/>
                    <a:pt x="0" y="1371"/>
                  </a:cubicBezTo>
                  <a:cubicBezTo>
                    <a:pt x="691" y="2249"/>
                    <a:pt x="3297" y="2151"/>
                    <a:pt x="5463" y="2220"/>
                  </a:cubicBezTo>
                  <a:cubicBezTo>
                    <a:pt x="4977" y="1567"/>
                    <a:pt x="4355" y="1005"/>
                    <a:pt x="3655" y="587"/>
                  </a:cubicBezTo>
                  <a:cubicBezTo>
                    <a:pt x="3629" y="570"/>
                    <a:pt x="3619" y="536"/>
                    <a:pt x="3635" y="507"/>
                  </a:cubicBezTo>
                  <a:cubicBezTo>
                    <a:pt x="3637" y="506"/>
                    <a:pt x="3639" y="506"/>
                    <a:pt x="3640" y="504"/>
                  </a:cubicBezTo>
                  <a:cubicBezTo>
                    <a:pt x="3477" y="410"/>
                    <a:pt x="3313" y="327"/>
                    <a:pt x="3139" y="259"/>
                  </a:cubicBezTo>
                  <a:cubicBezTo>
                    <a:pt x="2679" y="75"/>
                    <a:pt x="2280" y="1"/>
                    <a:pt x="1936" y="1"/>
                  </a:cubicBezTo>
                  <a:close/>
                </a:path>
              </a:pathLst>
            </a:custGeom>
            <a:solidFill>
              <a:srgbClr val="CB7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133732" y="2699272"/>
              <a:ext cx="3525" cy="3882"/>
            </a:xfrm>
            <a:custGeom>
              <a:rect b="b" l="l" r="r" t="t"/>
              <a:pathLst>
                <a:path extrusionOk="0" h="163" w="148">
                  <a:moveTo>
                    <a:pt x="0" y="1"/>
                  </a:moveTo>
                  <a:cubicBezTo>
                    <a:pt x="42" y="53"/>
                    <a:pt x="86" y="106"/>
                    <a:pt x="130" y="163"/>
                  </a:cubicBezTo>
                  <a:cubicBezTo>
                    <a:pt x="143" y="144"/>
                    <a:pt x="148" y="121"/>
                    <a:pt x="133" y="100"/>
                  </a:cubicBezTo>
                  <a:cubicBezTo>
                    <a:pt x="111" y="67"/>
                    <a:pt x="85" y="35"/>
                    <a:pt x="60" y="3"/>
                  </a:cubicBezTo>
                  <a:cubicBezTo>
                    <a:pt x="42" y="3"/>
                    <a:pt x="20" y="3"/>
                    <a:pt x="2" y="1"/>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88269" y="2657810"/>
              <a:ext cx="46916" cy="41533"/>
            </a:xfrm>
            <a:custGeom>
              <a:rect b="b" l="l" r="r" t="t"/>
              <a:pathLst>
                <a:path extrusionOk="0" h="1744" w="1970">
                  <a:moveTo>
                    <a:pt x="46" y="0"/>
                  </a:moveTo>
                  <a:cubicBezTo>
                    <a:pt x="29" y="0"/>
                    <a:pt x="12" y="9"/>
                    <a:pt x="0" y="22"/>
                  </a:cubicBezTo>
                  <a:cubicBezTo>
                    <a:pt x="692" y="411"/>
                    <a:pt x="1316" y="1005"/>
                    <a:pt x="1911" y="1742"/>
                  </a:cubicBezTo>
                  <a:cubicBezTo>
                    <a:pt x="1929" y="1742"/>
                    <a:pt x="1951" y="1742"/>
                    <a:pt x="1969" y="1744"/>
                  </a:cubicBezTo>
                  <a:cubicBezTo>
                    <a:pt x="1465" y="1047"/>
                    <a:pt x="812" y="447"/>
                    <a:pt x="73" y="8"/>
                  </a:cubicBezTo>
                  <a:cubicBezTo>
                    <a:pt x="65" y="3"/>
                    <a:pt x="56" y="0"/>
                    <a:pt x="46"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131755" y="2699248"/>
              <a:ext cx="5120" cy="4572"/>
            </a:xfrm>
            <a:custGeom>
              <a:rect b="b" l="l" r="r" t="t"/>
              <a:pathLst>
                <a:path extrusionOk="0" h="192" w="215">
                  <a:moveTo>
                    <a:pt x="1" y="0"/>
                  </a:moveTo>
                  <a:cubicBezTo>
                    <a:pt x="43" y="54"/>
                    <a:pt x="83" y="111"/>
                    <a:pt x="124" y="167"/>
                  </a:cubicBezTo>
                  <a:cubicBezTo>
                    <a:pt x="135" y="183"/>
                    <a:pt x="151" y="192"/>
                    <a:pt x="171" y="192"/>
                  </a:cubicBezTo>
                  <a:cubicBezTo>
                    <a:pt x="182" y="192"/>
                    <a:pt x="192" y="188"/>
                    <a:pt x="203" y="182"/>
                  </a:cubicBezTo>
                  <a:cubicBezTo>
                    <a:pt x="208" y="179"/>
                    <a:pt x="211" y="169"/>
                    <a:pt x="215" y="164"/>
                  </a:cubicBezTo>
                  <a:cubicBezTo>
                    <a:pt x="172" y="109"/>
                    <a:pt x="130" y="57"/>
                    <a:pt x="85" y="2"/>
                  </a:cubicBezTo>
                  <a:cubicBezTo>
                    <a:pt x="57" y="2"/>
                    <a:pt x="28" y="2"/>
                    <a:pt x="1" y="0"/>
                  </a:cubicBezTo>
                  <a:close/>
                </a:path>
              </a:pathLst>
            </a:custGeom>
            <a:solidFill>
              <a:srgbClr val="9A4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087793" y="2658286"/>
              <a:ext cx="46034" cy="41009"/>
            </a:xfrm>
            <a:custGeom>
              <a:rect b="b" l="l" r="r" t="t"/>
              <a:pathLst>
                <a:path extrusionOk="0" h="1722" w="1933">
                  <a:moveTo>
                    <a:pt x="23" y="1"/>
                  </a:moveTo>
                  <a:cubicBezTo>
                    <a:pt x="20" y="4"/>
                    <a:pt x="17" y="4"/>
                    <a:pt x="17" y="6"/>
                  </a:cubicBezTo>
                  <a:cubicBezTo>
                    <a:pt x="1" y="33"/>
                    <a:pt x="9" y="69"/>
                    <a:pt x="36" y="85"/>
                  </a:cubicBezTo>
                  <a:cubicBezTo>
                    <a:pt x="738" y="502"/>
                    <a:pt x="1357" y="1066"/>
                    <a:pt x="1847" y="1719"/>
                  </a:cubicBezTo>
                  <a:cubicBezTo>
                    <a:pt x="1874" y="1719"/>
                    <a:pt x="1905" y="1722"/>
                    <a:pt x="1933" y="1722"/>
                  </a:cubicBezTo>
                  <a:cubicBezTo>
                    <a:pt x="1336" y="985"/>
                    <a:pt x="712" y="39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2763861" y="2626184"/>
              <a:ext cx="497138" cy="561558"/>
            </a:xfrm>
            <a:custGeom>
              <a:rect b="b" l="l" r="r" t="t"/>
              <a:pathLst>
                <a:path extrusionOk="0" h="23580" w="20875">
                  <a:moveTo>
                    <a:pt x="749" y="0"/>
                  </a:moveTo>
                  <a:cubicBezTo>
                    <a:pt x="503" y="90"/>
                    <a:pt x="244" y="159"/>
                    <a:pt x="1" y="208"/>
                  </a:cubicBezTo>
                  <a:cubicBezTo>
                    <a:pt x="32" y="526"/>
                    <a:pt x="57" y="796"/>
                    <a:pt x="85" y="1031"/>
                  </a:cubicBezTo>
                  <a:lnTo>
                    <a:pt x="6205" y="2425"/>
                  </a:lnTo>
                  <a:lnTo>
                    <a:pt x="3540" y="11844"/>
                  </a:lnTo>
                  <a:lnTo>
                    <a:pt x="3208" y="13016"/>
                  </a:lnTo>
                  <a:lnTo>
                    <a:pt x="3075" y="13486"/>
                  </a:lnTo>
                  <a:lnTo>
                    <a:pt x="2526" y="15427"/>
                  </a:lnTo>
                  <a:lnTo>
                    <a:pt x="2518" y="15456"/>
                  </a:lnTo>
                  <a:lnTo>
                    <a:pt x="839" y="21393"/>
                  </a:lnTo>
                  <a:lnTo>
                    <a:pt x="665" y="21999"/>
                  </a:lnTo>
                  <a:lnTo>
                    <a:pt x="435" y="22819"/>
                  </a:lnTo>
                  <a:cubicBezTo>
                    <a:pt x="356" y="23096"/>
                    <a:pt x="476" y="23404"/>
                    <a:pt x="737" y="23524"/>
                  </a:cubicBezTo>
                  <a:cubicBezTo>
                    <a:pt x="818" y="23560"/>
                    <a:pt x="900" y="23579"/>
                    <a:pt x="981" y="23579"/>
                  </a:cubicBezTo>
                  <a:cubicBezTo>
                    <a:pt x="1232" y="23579"/>
                    <a:pt x="1464" y="23412"/>
                    <a:pt x="1537" y="23159"/>
                  </a:cubicBezTo>
                  <a:lnTo>
                    <a:pt x="1782" y="22294"/>
                  </a:lnTo>
                  <a:lnTo>
                    <a:pt x="1950" y="21699"/>
                  </a:lnTo>
                  <a:lnTo>
                    <a:pt x="3610" y="15834"/>
                  </a:lnTo>
                  <a:lnTo>
                    <a:pt x="3644" y="15711"/>
                  </a:lnTo>
                  <a:lnTo>
                    <a:pt x="4185" y="13800"/>
                  </a:lnTo>
                  <a:lnTo>
                    <a:pt x="4318" y="13330"/>
                  </a:lnTo>
                  <a:lnTo>
                    <a:pt x="4650" y="12157"/>
                  </a:lnTo>
                  <a:lnTo>
                    <a:pt x="5542" y="9008"/>
                  </a:lnTo>
                  <a:cubicBezTo>
                    <a:pt x="5645" y="8644"/>
                    <a:pt x="5970" y="8434"/>
                    <a:pt x="6302" y="8434"/>
                  </a:cubicBezTo>
                  <a:cubicBezTo>
                    <a:pt x="6498" y="8434"/>
                    <a:pt x="6697" y="8507"/>
                    <a:pt x="6854" y="8664"/>
                  </a:cubicBezTo>
                  <a:lnTo>
                    <a:pt x="16771" y="18570"/>
                  </a:lnTo>
                  <a:lnTo>
                    <a:pt x="17129" y="18928"/>
                  </a:lnTo>
                  <a:lnTo>
                    <a:pt x="20061" y="21855"/>
                  </a:lnTo>
                  <a:cubicBezTo>
                    <a:pt x="20264" y="21522"/>
                    <a:pt x="20542" y="21244"/>
                    <a:pt x="20875" y="21038"/>
                  </a:cubicBezTo>
                  <a:lnTo>
                    <a:pt x="18320" y="18481"/>
                  </a:lnTo>
                  <a:lnTo>
                    <a:pt x="18123" y="18281"/>
                  </a:lnTo>
                  <a:lnTo>
                    <a:pt x="17944" y="18103"/>
                  </a:lnTo>
                  <a:lnTo>
                    <a:pt x="17831" y="17989"/>
                  </a:lnTo>
                  <a:lnTo>
                    <a:pt x="17705" y="17865"/>
                  </a:lnTo>
                  <a:lnTo>
                    <a:pt x="17199" y="17359"/>
                  </a:lnTo>
                  <a:lnTo>
                    <a:pt x="8245" y="8416"/>
                  </a:lnTo>
                  <a:cubicBezTo>
                    <a:pt x="7791" y="7964"/>
                    <a:pt x="8112" y="7190"/>
                    <a:pt x="8752" y="7190"/>
                  </a:cubicBezTo>
                  <a:lnTo>
                    <a:pt x="17411" y="7190"/>
                  </a:lnTo>
                  <a:cubicBezTo>
                    <a:pt x="17526" y="6958"/>
                    <a:pt x="17646" y="6724"/>
                    <a:pt x="17776" y="6491"/>
                  </a:cubicBezTo>
                  <a:cubicBezTo>
                    <a:pt x="17794" y="6457"/>
                    <a:pt x="17812" y="6425"/>
                    <a:pt x="17831" y="6391"/>
                  </a:cubicBezTo>
                  <a:lnTo>
                    <a:pt x="17828" y="6391"/>
                  </a:lnTo>
                  <a:cubicBezTo>
                    <a:pt x="17893" y="6272"/>
                    <a:pt x="17961" y="6154"/>
                    <a:pt x="18027" y="6037"/>
                  </a:cubicBezTo>
                  <a:lnTo>
                    <a:pt x="6384" y="6037"/>
                  </a:lnTo>
                  <a:lnTo>
                    <a:pt x="7772" y="1133"/>
                  </a:lnTo>
                  <a:cubicBezTo>
                    <a:pt x="7856" y="843"/>
                    <a:pt x="7720" y="519"/>
                    <a:pt x="7438" y="410"/>
                  </a:cubicBezTo>
                  <a:cubicBezTo>
                    <a:pt x="7367" y="383"/>
                    <a:pt x="7295" y="370"/>
                    <a:pt x="7225" y="370"/>
                  </a:cubicBezTo>
                  <a:cubicBezTo>
                    <a:pt x="6974" y="370"/>
                    <a:pt x="6743" y="535"/>
                    <a:pt x="6670" y="788"/>
                  </a:cubicBezTo>
                  <a:lnTo>
                    <a:pt x="6521" y="1315"/>
                  </a:lnTo>
                  <a:lnTo>
                    <a:pt x="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320989" y="2673957"/>
              <a:ext cx="381421" cy="516476"/>
            </a:xfrm>
            <a:custGeom>
              <a:rect b="b" l="l" r="r" t="t"/>
              <a:pathLst>
                <a:path extrusionOk="0" h="21687" w="16016">
                  <a:moveTo>
                    <a:pt x="8593" y="1"/>
                  </a:moveTo>
                  <a:cubicBezTo>
                    <a:pt x="8371" y="100"/>
                    <a:pt x="8101" y="173"/>
                    <a:pt x="7801" y="224"/>
                  </a:cubicBezTo>
                  <a:lnTo>
                    <a:pt x="6741" y="2513"/>
                  </a:lnTo>
                  <a:cubicBezTo>
                    <a:pt x="6311" y="3438"/>
                    <a:pt x="5386" y="4031"/>
                    <a:pt x="4365" y="4031"/>
                  </a:cubicBezTo>
                  <a:lnTo>
                    <a:pt x="1933" y="4031"/>
                  </a:lnTo>
                  <a:cubicBezTo>
                    <a:pt x="1463" y="4411"/>
                    <a:pt x="1002" y="4795"/>
                    <a:pt x="560" y="5184"/>
                  </a:cubicBezTo>
                  <a:lnTo>
                    <a:pt x="4845" y="5184"/>
                  </a:lnTo>
                  <a:cubicBezTo>
                    <a:pt x="5153" y="5184"/>
                    <a:pt x="5355" y="5503"/>
                    <a:pt x="5227" y="5782"/>
                  </a:cubicBezTo>
                  <a:lnTo>
                    <a:pt x="1" y="17076"/>
                  </a:lnTo>
                  <a:cubicBezTo>
                    <a:pt x="163" y="17612"/>
                    <a:pt x="333" y="18160"/>
                    <a:pt x="516" y="18708"/>
                  </a:cubicBezTo>
                  <a:lnTo>
                    <a:pt x="6057" y="6738"/>
                  </a:lnTo>
                  <a:cubicBezTo>
                    <a:pt x="6142" y="6556"/>
                    <a:pt x="6315" y="6463"/>
                    <a:pt x="6489" y="6463"/>
                  </a:cubicBezTo>
                  <a:cubicBezTo>
                    <a:pt x="6651" y="6463"/>
                    <a:pt x="6813" y="6544"/>
                    <a:pt x="6903" y="6710"/>
                  </a:cubicBezTo>
                  <a:lnTo>
                    <a:pt x="9430" y="11310"/>
                  </a:lnTo>
                  <a:lnTo>
                    <a:pt x="10016" y="12379"/>
                  </a:lnTo>
                  <a:lnTo>
                    <a:pt x="10251" y="12807"/>
                  </a:lnTo>
                  <a:lnTo>
                    <a:pt x="14079" y="19777"/>
                  </a:lnTo>
                  <a:cubicBezTo>
                    <a:pt x="14253" y="20093"/>
                    <a:pt x="14024" y="20479"/>
                    <a:pt x="13666" y="20481"/>
                  </a:cubicBezTo>
                  <a:lnTo>
                    <a:pt x="5757" y="20515"/>
                  </a:lnTo>
                  <a:lnTo>
                    <a:pt x="5268" y="20518"/>
                  </a:lnTo>
                  <a:lnTo>
                    <a:pt x="4051" y="20523"/>
                  </a:lnTo>
                  <a:lnTo>
                    <a:pt x="1174" y="20536"/>
                  </a:lnTo>
                  <a:cubicBezTo>
                    <a:pt x="1325" y="20920"/>
                    <a:pt x="1484" y="21306"/>
                    <a:pt x="1652" y="21686"/>
                  </a:cubicBezTo>
                  <a:lnTo>
                    <a:pt x="4056" y="21677"/>
                  </a:lnTo>
                  <a:lnTo>
                    <a:pt x="5276" y="21670"/>
                  </a:lnTo>
                  <a:lnTo>
                    <a:pt x="5765" y="21669"/>
                  </a:lnTo>
                  <a:lnTo>
                    <a:pt x="13977" y="21631"/>
                  </a:lnTo>
                  <a:lnTo>
                    <a:pt x="14599" y="21630"/>
                  </a:lnTo>
                  <a:lnTo>
                    <a:pt x="15437" y="21625"/>
                  </a:lnTo>
                  <a:cubicBezTo>
                    <a:pt x="15483" y="21625"/>
                    <a:pt x="15525" y="21620"/>
                    <a:pt x="15567" y="21609"/>
                  </a:cubicBezTo>
                  <a:cubicBezTo>
                    <a:pt x="15580" y="21607"/>
                    <a:pt x="15590" y="21601"/>
                    <a:pt x="15603" y="21599"/>
                  </a:cubicBezTo>
                  <a:cubicBezTo>
                    <a:pt x="15635" y="21589"/>
                    <a:pt x="15664" y="21576"/>
                    <a:pt x="15695" y="21563"/>
                  </a:cubicBezTo>
                  <a:cubicBezTo>
                    <a:pt x="15701" y="21558"/>
                    <a:pt x="15708" y="21558"/>
                    <a:pt x="15713" y="21555"/>
                  </a:cubicBezTo>
                  <a:cubicBezTo>
                    <a:pt x="15721" y="21550"/>
                    <a:pt x="15727" y="21544"/>
                    <a:pt x="15736" y="21541"/>
                  </a:cubicBezTo>
                  <a:cubicBezTo>
                    <a:pt x="15753" y="21531"/>
                    <a:pt x="15770" y="21518"/>
                    <a:pt x="15786" y="21507"/>
                  </a:cubicBezTo>
                  <a:cubicBezTo>
                    <a:pt x="15800" y="21494"/>
                    <a:pt x="15815" y="21484"/>
                    <a:pt x="15830" y="21471"/>
                  </a:cubicBezTo>
                  <a:cubicBezTo>
                    <a:pt x="15842" y="21460"/>
                    <a:pt x="15855" y="21445"/>
                    <a:pt x="15867" y="21430"/>
                  </a:cubicBezTo>
                  <a:cubicBezTo>
                    <a:pt x="15880" y="21417"/>
                    <a:pt x="15891" y="21403"/>
                    <a:pt x="15904" y="21387"/>
                  </a:cubicBezTo>
                  <a:cubicBezTo>
                    <a:pt x="15914" y="21372"/>
                    <a:pt x="15924" y="21356"/>
                    <a:pt x="15935" y="21340"/>
                  </a:cubicBezTo>
                  <a:cubicBezTo>
                    <a:pt x="15945" y="21323"/>
                    <a:pt x="15953" y="21307"/>
                    <a:pt x="15961" y="21291"/>
                  </a:cubicBezTo>
                  <a:cubicBezTo>
                    <a:pt x="15969" y="21273"/>
                    <a:pt x="15975" y="21257"/>
                    <a:pt x="15980" y="21239"/>
                  </a:cubicBezTo>
                  <a:cubicBezTo>
                    <a:pt x="15987" y="21223"/>
                    <a:pt x="15993" y="21204"/>
                    <a:pt x="15996" y="21186"/>
                  </a:cubicBezTo>
                  <a:cubicBezTo>
                    <a:pt x="16001" y="21168"/>
                    <a:pt x="16005" y="21150"/>
                    <a:pt x="16008" y="21131"/>
                  </a:cubicBezTo>
                  <a:cubicBezTo>
                    <a:pt x="16009" y="21111"/>
                    <a:pt x="16011" y="21090"/>
                    <a:pt x="16013" y="21072"/>
                  </a:cubicBezTo>
                  <a:cubicBezTo>
                    <a:pt x="16013" y="21064"/>
                    <a:pt x="16016" y="21054"/>
                    <a:pt x="16016" y="21046"/>
                  </a:cubicBezTo>
                  <a:cubicBezTo>
                    <a:pt x="16011" y="21037"/>
                    <a:pt x="16009" y="21029"/>
                    <a:pt x="16009" y="21017"/>
                  </a:cubicBezTo>
                  <a:cubicBezTo>
                    <a:pt x="16009" y="20998"/>
                    <a:pt x="16005" y="20977"/>
                    <a:pt x="16003" y="20957"/>
                  </a:cubicBezTo>
                  <a:cubicBezTo>
                    <a:pt x="16001" y="20939"/>
                    <a:pt x="15996" y="20920"/>
                    <a:pt x="15992" y="20902"/>
                  </a:cubicBezTo>
                  <a:cubicBezTo>
                    <a:pt x="15987" y="20884"/>
                    <a:pt x="15980" y="20868"/>
                    <a:pt x="15975" y="20852"/>
                  </a:cubicBezTo>
                  <a:cubicBezTo>
                    <a:pt x="15967" y="20831"/>
                    <a:pt x="15959" y="20813"/>
                    <a:pt x="15951" y="20794"/>
                  </a:cubicBezTo>
                  <a:cubicBezTo>
                    <a:pt x="15946" y="20785"/>
                    <a:pt x="15945" y="20777"/>
                    <a:pt x="15940" y="20769"/>
                  </a:cubicBezTo>
                  <a:lnTo>
                    <a:pt x="15486" y="19944"/>
                  </a:lnTo>
                  <a:lnTo>
                    <a:pt x="15194" y="19413"/>
                  </a:lnTo>
                  <a:lnTo>
                    <a:pt x="11254" y="12238"/>
                  </a:lnTo>
                  <a:lnTo>
                    <a:pt x="11019" y="11810"/>
                  </a:lnTo>
                  <a:lnTo>
                    <a:pt x="10434" y="10742"/>
                  </a:lnTo>
                  <a:lnTo>
                    <a:pt x="7493" y="5385"/>
                  </a:lnTo>
                  <a:cubicBezTo>
                    <a:pt x="7217" y="4882"/>
                    <a:pt x="7195" y="4276"/>
                    <a:pt x="7436" y="3756"/>
                  </a:cubicBezTo>
                  <a:lnTo>
                    <a:pt x="9067" y="233"/>
                  </a:lnTo>
                  <a:cubicBezTo>
                    <a:pt x="8896" y="171"/>
                    <a:pt x="8736" y="93"/>
                    <a:pt x="8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50902" y="2898675"/>
              <a:ext cx="11098" cy="15694"/>
            </a:xfrm>
            <a:custGeom>
              <a:rect b="b" l="l" r="r" t="t"/>
              <a:pathLst>
                <a:path extrusionOk="0" h="659" w="466">
                  <a:moveTo>
                    <a:pt x="27" y="0"/>
                  </a:moveTo>
                  <a:cubicBezTo>
                    <a:pt x="18" y="16"/>
                    <a:pt x="10" y="31"/>
                    <a:pt x="1" y="45"/>
                  </a:cubicBezTo>
                  <a:cubicBezTo>
                    <a:pt x="153" y="235"/>
                    <a:pt x="294" y="439"/>
                    <a:pt x="430" y="658"/>
                  </a:cubicBezTo>
                  <a:cubicBezTo>
                    <a:pt x="458" y="642"/>
                    <a:pt x="466" y="606"/>
                    <a:pt x="450" y="580"/>
                  </a:cubicBezTo>
                  <a:cubicBezTo>
                    <a:pt x="347" y="410"/>
                    <a:pt x="200" y="204"/>
                    <a:pt x="2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50140" y="2899699"/>
              <a:ext cx="10979" cy="14861"/>
            </a:xfrm>
            <a:custGeom>
              <a:rect b="b" l="l" r="r" t="t"/>
              <a:pathLst>
                <a:path extrusionOk="0" h="624" w="461">
                  <a:moveTo>
                    <a:pt x="33" y="1"/>
                  </a:moveTo>
                  <a:cubicBezTo>
                    <a:pt x="25" y="22"/>
                    <a:pt x="15" y="43"/>
                    <a:pt x="0" y="61"/>
                  </a:cubicBezTo>
                  <a:cubicBezTo>
                    <a:pt x="144" y="234"/>
                    <a:pt x="276" y="419"/>
                    <a:pt x="383" y="596"/>
                  </a:cubicBezTo>
                  <a:cubicBezTo>
                    <a:pt x="394" y="613"/>
                    <a:pt x="413" y="623"/>
                    <a:pt x="431" y="623"/>
                  </a:cubicBezTo>
                  <a:cubicBezTo>
                    <a:pt x="441" y="623"/>
                    <a:pt x="452" y="622"/>
                    <a:pt x="460" y="615"/>
                  </a:cubicBezTo>
                  <a:cubicBezTo>
                    <a:pt x="324" y="396"/>
                    <a:pt x="182" y="192"/>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31993" y="2880647"/>
              <a:ext cx="19624" cy="19123"/>
            </a:xfrm>
            <a:custGeom>
              <a:rect b="b" l="l" r="r" t="t"/>
              <a:pathLst>
                <a:path extrusionOk="0" h="803" w="824">
                  <a:moveTo>
                    <a:pt x="1" y="0"/>
                  </a:moveTo>
                  <a:lnTo>
                    <a:pt x="1" y="0"/>
                  </a:lnTo>
                  <a:cubicBezTo>
                    <a:pt x="291" y="224"/>
                    <a:pt x="553" y="495"/>
                    <a:pt x="796" y="802"/>
                  </a:cubicBezTo>
                  <a:cubicBezTo>
                    <a:pt x="804" y="788"/>
                    <a:pt x="816" y="772"/>
                    <a:pt x="824" y="757"/>
                  </a:cubicBezTo>
                  <a:cubicBezTo>
                    <a:pt x="584" y="472"/>
                    <a:pt x="294" y="188"/>
                    <a:pt x="1"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18442" y="2875574"/>
              <a:ext cx="32531" cy="25577"/>
            </a:xfrm>
            <a:custGeom>
              <a:rect b="b" l="l" r="r" t="t"/>
              <a:pathLst>
                <a:path extrusionOk="0" h="1074" w="1366">
                  <a:moveTo>
                    <a:pt x="67" y="1"/>
                  </a:moveTo>
                  <a:cubicBezTo>
                    <a:pt x="36" y="1"/>
                    <a:pt x="12" y="22"/>
                    <a:pt x="7" y="51"/>
                  </a:cubicBezTo>
                  <a:cubicBezTo>
                    <a:pt x="1" y="84"/>
                    <a:pt x="23" y="111"/>
                    <a:pt x="53" y="118"/>
                  </a:cubicBezTo>
                  <a:cubicBezTo>
                    <a:pt x="450" y="182"/>
                    <a:pt x="939" y="599"/>
                    <a:pt x="1331" y="1074"/>
                  </a:cubicBezTo>
                  <a:cubicBezTo>
                    <a:pt x="1344" y="1056"/>
                    <a:pt x="1354" y="1033"/>
                    <a:pt x="1365" y="1012"/>
                  </a:cubicBezTo>
                  <a:cubicBezTo>
                    <a:pt x="1122" y="704"/>
                    <a:pt x="860" y="437"/>
                    <a:pt x="568" y="210"/>
                  </a:cubicBezTo>
                  <a:cubicBezTo>
                    <a:pt x="401" y="103"/>
                    <a:pt x="234" y="29"/>
                    <a:pt x="74" y="1"/>
                  </a:cubicBezTo>
                  <a:cubicBezTo>
                    <a:pt x="71" y="1"/>
                    <a:pt x="69" y="1"/>
                    <a:pt x="67"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239899" y="2694223"/>
              <a:ext cx="3358" cy="3548"/>
            </a:xfrm>
            <a:custGeom>
              <a:rect b="b" l="l" r="r" t="t"/>
              <a:pathLst>
                <a:path extrusionOk="0" h="149" w="141">
                  <a:moveTo>
                    <a:pt x="140" y="1"/>
                  </a:moveTo>
                  <a:lnTo>
                    <a:pt x="140" y="1"/>
                  </a:lnTo>
                  <a:cubicBezTo>
                    <a:pt x="114" y="2"/>
                    <a:pt x="90" y="4"/>
                    <a:pt x="64" y="5"/>
                  </a:cubicBezTo>
                  <a:cubicBezTo>
                    <a:pt x="48" y="27"/>
                    <a:pt x="33" y="46"/>
                    <a:pt x="17" y="69"/>
                  </a:cubicBezTo>
                  <a:cubicBezTo>
                    <a:pt x="1" y="93"/>
                    <a:pt x="6" y="130"/>
                    <a:pt x="32" y="148"/>
                  </a:cubicBezTo>
                  <a:cubicBezTo>
                    <a:pt x="67" y="98"/>
                    <a:pt x="104" y="49"/>
                    <a:pt x="140"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241447" y="2694152"/>
              <a:ext cx="1834" cy="167"/>
            </a:xfrm>
            <a:custGeom>
              <a:rect b="b" l="l" r="r" t="t"/>
              <a:pathLst>
                <a:path extrusionOk="0" h="7" w="77">
                  <a:moveTo>
                    <a:pt x="77" y="0"/>
                  </a:moveTo>
                  <a:lnTo>
                    <a:pt x="77" y="0"/>
                  </a:lnTo>
                  <a:cubicBezTo>
                    <a:pt x="51" y="4"/>
                    <a:pt x="27" y="5"/>
                    <a:pt x="1" y="7"/>
                  </a:cubicBezTo>
                  <a:cubicBezTo>
                    <a:pt x="25" y="7"/>
                    <a:pt x="51" y="5"/>
                    <a:pt x="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241447" y="2547070"/>
              <a:ext cx="134912" cy="147248"/>
            </a:xfrm>
            <a:custGeom>
              <a:rect b="b" l="l" r="r" t="t"/>
              <a:pathLst>
                <a:path extrusionOk="0" h="6183" w="5665">
                  <a:moveTo>
                    <a:pt x="5621" y="0"/>
                  </a:moveTo>
                  <a:cubicBezTo>
                    <a:pt x="4409" y="945"/>
                    <a:pt x="2041" y="3421"/>
                    <a:pt x="1" y="6183"/>
                  </a:cubicBezTo>
                  <a:cubicBezTo>
                    <a:pt x="27" y="6181"/>
                    <a:pt x="51" y="6180"/>
                    <a:pt x="78" y="6176"/>
                  </a:cubicBezTo>
                  <a:cubicBezTo>
                    <a:pt x="86" y="6165"/>
                    <a:pt x="96" y="6152"/>
                    <a:pt x="104" y="6141"/>
                  </a:cubicBezTo>
                  <a:cubicBezTo>
                    <a:pt x="143" y="6089"/>
                    <a:pt x="179" y="6039"/>
                    <a:pt x="218" y="5988"/>
                  </a:cubicBezTo>
                  <a:cubicBezTo>
                    <a:pt x="313" y="5860"/>
                    <a:pt x="411" y="5732"/>
                    <a:pt x="508" y="5606"/>
                  </a:cubicBezTo>
                  <a:cubicBezTo>
                    <a:pt x="558" y="5539"/>
                    <a:pt x="610" y="5475"/>
                    <a:pt x="662" y="5407"/>
                  </a:cubicBezTo>
                  <a:cubicBezTo>
                    <a:pt x="730" y="5317"/>
                    <a:pt x="800" y="5232"/>
                    <a:pt x="868" y="5144"/>
                  </a:cubicBezTo>
                  <a:cubicBezTo>
                    <a:pt x="926" y="5069"/>
                    <a:pt x="986" y="4995"/>
                    <a:pt x="1044" y="4924"/>
                  </a:cubicBezTo>
                  <a:cubicBezTo>
                    <a:pt x="1095" y="4860"/>
                    <a:pt x="1143" y="4799"/>
                    <a:pt x="1193" y="4737"/>
                  </a:cubicBezTo>
                  <a:cubicBezTo>
                    <a:pt x="1432" y="4442"/>
                    <a:pt x="1667" y="4157"/>
                    <a:pt x="1902" y="3880"/>
                  </a:cubicBezTo>
                  <a:cubicBezTo>
                    <a:pt x="1921" y="3856"/>
                    <a:pt x="1944" y="3831"/>
                    <a:pt x="1963" y="3805"/>
                  </a:cubicBezTo>
                  <a:cubicBezTo>
                    <a:pt x="3436" y="2073"/>
                    <a:pt x="4835" y="682"/>
                    <a:pt x="5665" y="37"/>
                  </a:cubicBezTo>
                  <a:cubicBezTo>
                    <a:pt x="5665" y="37"/>
                    <a:pt x="5647" y="23"/>
                    <a:pt x="56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375287" y="2546570"/>
              <a:ext cx="2262" cy="1405"/>
            </a:xfrm>
            <a:custGeom>
              <a:rect b="b" l="l" r="r" t="t"/>
              <a:pathLst>
                <a:path extrusionOk="0" h="59" w="95">
                  <a:moveTo>
                    <a:pt x="46" y="1"/>
                  </a:moveTo>
                  <a:cubicBezTo>
                    <a:pt x="34" y="1"/>
                    <a:pt x="21" y="5"/>
                    <a:pt x="11" y="13"/>
                  </a:cubicBezTo>
                  <a:cubicBezTo>
                    <a:pt x="6" y="15"/>
                    <a:pt x="4" y="20"/>
                    <a:pt x="1" y="21"/>
                  </a:cubicBezTo>
                  <a:cubicBezTo>
                    <a:pt x="27" y="44"/>
                    <a:pt x="45" y="58"/>
                    <a:pt x="45" y="58"/>
                  </a:cubicBezTo>
                  <a:lnTo>
                    <a:pt x="95" y="37"/>
                  </a:lnTo>
                  <a:cubicBezTo>
                    <a:pt x="93" y="34"/>
                    <a:pt x="95" y="28"/>
                    <a:pt x="92" y="23"/>
                  </a:cubicBezTo>
                  <a:cubicBezTo>
                    <a:pt x="80" y="8"/>
                    <a:pt x="63" y="1"/>
                    <a:pt x="46"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262095" y="2664240"/>
              <a:ext cx="4239" cy="5311"/>
            </a:xfrm>
            <a:custGeom>
              <a:rect b="b" l="l" r="r" t="t"/>
              <a:pathLst>
                <a:path extrusionOk="0" h="223" w="178">
                  <a:moveTo>
                    <a:pt x="177" y="0"/>
                  </a:moveTo>
                  <a:lnTo>
                    <a:pt x="177" y="0"/>
                  </a:lnTo>
                  <a:cubicBezTo>
                    <a:pt x="117" y="73"/>
                    <a:pt x="59" y="146"/>
                    <a:pt x="1" y="222"/>
                  </a:cubicBezTo>
                  <a:cubicBezTo>
                    <a:pt x="59" y="149"/>
                    <a:pt x="119" y="73"/>
                    <a:pt x="17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69811" y="2639425"/>
              <a:ext cx="16861" cy="20409"/>
            </a:xfrm>
            <a:custGeom>
              <a:rect b="b" l="l" r="r" t="t"/>
              <a:pathLst>
                <a:path extrusionOk="0" h="857" w="708">
                  <a:moveTo>
                    <a:pt x="707" y="0"/>
                  </a:moveTo>
                  <a:lnTo>
                    <a:pt x="707" y="0"/>
                  </a:lnTo>
                  <a:cubicBezTo>
                    <a:pt x="472" y="277"/>
                    <a:pt x="237" y="563"/>
                    <a:pt x="1" y="856"/>
                  </a:cubicBezTo>
                  <a:cubicBezTo>
                    <a:pt x="237" y="564"/>
                    <a:pt x="472" y="279"/>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3253521" y="2675814"/>
              <a:ext cx="3691" cy="4763"/>
            </a:xfrm>
            <a:custGeom>
              <a:rect b="b" l="l" r="r" t="t"/>
              <a:pathLst>
                <a:path extrusionOk="0" h="200" w="155">
                  <a:moveTo>
                    <a:pt x="155" y="1"/>
                  </a:moveTo>
                  <a:cubicBezTo>
                    <a:pt x="123" y="40"/>
                    <a:pt x="92" y="81"/>
                    <a:pt x="61" y="121"/>
                  </a:cubicBezTo>
                  <a:lnTo>
                    <a:pt x="61" y="121"/>
                  </a:lnTo>
                  <a:cubicBezTo>
                    <a:pt x="92" y="82"/>
                    <a:pt x="123" y="42"/>
                    <a:pt x="155" y="1"/>
                  </a:cubicBezTo>
                  <a:close/>
                  <a:moveTo>
                    <a:pt x="61" y="121"/>
                  </a:moveTo>
                  <a:cubicBezTo>
                    <a:pt x="41" y="148"/>
                    <a:pt x="21" y="174"/>
                    <a:pt x="1" y="200"/>
                  </a:cubicBezTo>
                  <a:cubicBezTo>
                    <a:pt x="21" y="174"/>
                    <a:pt x="41" y="148"/>
                    <a:pt x="61" y="12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243924" y="2689674"/>
              <a:ext cx="2715" cy="3644"/>
            </a:xfrm>
            <a:custGeom>
              <a:rect b="b" l="l" r="r" t="t"/>
              <a:pathLst>
                <a:path extrusionOk="0" h="153" w="114">
                  <a:moveTo>
                    <a:pt x="114" y="0"/>
                  </a:moveTo>
                  <a:lnTo>
                    <a:pt x="114" y="0"/>
                  </a:lnTo>
                  <a:cubicBezTo>
                    <a:pt x="75" y="51"/>
                    <a:pt x="39" y="101"/>
                    <a:pt x="0" y="153"/>
                  </a:cubicBezTo>
                  <a:cubicBezTo>
                    <a:pt x="39" y="101"/>
                    <a:pt x="76" y="51"/>
                    <a:pt x="114"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3240685" y="2694223"/>
              <a:ext cx="2596" cy="3548"/>
            </a:xfrm>
            <a:custGeom>
              <a:rect b="b" l="l" r="r" t="t"/>
              <a:pathLst>
                <a:path extrusionOk="0" h="149" w="109">
                  <a:moveTo>
                    <a:pt x="109" y="1"/>
                  </a:moveTo>
                  <a:cubicBezTo>
                    <a:pt x="90" y="25"/>
                    <a:pt x="72" y="50"/>
                    <a:pt x="54" y="74"/>
                  </a:cubicBezTo>
                  <a:cubicBezTo>
                    <a:pt x="73" y="50"/>
                    <a:pt x="91" y="25"/>
                    <a:pt x="109" y="1"/>
                  </a:cubicBezTo>
                  <a:close/>
                  <a:moveTo>
                    <a:pt x="54" y="74"/>
                  </a:moveTo>
                  <a:lnTo>
                    <a:pt x="54" y="74"/>
                  </a:lnTo>
                  <a:cubicBezTo>
                    <a:pt x="36" y="99"/>
                    <a:pt x="18" y="124"/>
                    <a:pt x="0" y="148"/>
                  </a:cubicBezTo>
                  <a:cubicBezTo>
                    <a:pt x="19" y="124"/>
                    <a:pt x="37" y="99"/>
                    <a:pt x="54" y="74"/>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3243233" y="2694152"/>
              <a:ext cx="48" cy="95"/>
            </a:xfrm>
            <a:custGeom>
              <a:rect b="b" l="l" r="r" t="t"/>
              <a:pathLst>
                <a:path extrusionOk="0" h="4" w="2">
                  <a:moveTo>
                    <a:pt x="2" y="0"/>
                  </a:moveTo>
                  <a:lnTo>
                    <a:pt x="2" y="0"/>
                  </a:lnTo>
                  <a:cubicBezTo>
                    <a:pt x="2" y="0"/>
                    <a:pt x="0" y="4"/>
                    <a:pt x="2" y="0"/>
                  </a:cubicBezTo>
                  <a:cubicBezTo>
                    <a:pt x="0" y="4"/>
                    <a:pt x="0" y="4"/>
                    <a:pt x="2" y="0"/>
                  </a:cubicBezTo>
                  <a:cubicBezTo>
                    <a:pt x="2" y="4"/>
                    <a:pt x="2" y="0"/>
                    <a:pt x="2"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246615" y="2680553"/>
              <a:ext cx="6930" cy="9145"/>
            </a:xfrm>
            <a:custGeom>
              <a:rect b="b" l="l" r="r" t="t"/>
              <a:pathLst>
                <a:path extrusionOk="0" h="384" w="291">
                  <a:moveTo>
                    <a:pt x="291" y="1"/>
                  </a:moveTo>
                  <a:lnTo>
                    <a:pt x="291" y="1"/>
                  </a:lnTo>
                  <a:cubicBezTo>
                    <a:pt x="194" y="127"/>
                    <a:pt x="96" y="255"/>
                    <a:pt x="1" y="383"/>
                  </a:cubicBezTo>
                  <a:cubicBezTo>
                    <a:pt x="98" y="254"/>
                    <a:pt x="195" y="126"/>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3233" y="2693294"/>
              <a:ext cx="714" cy="881"/>
            </a:xfrm>
            <a:custGeom>
              <a:rect b="b" l="l" r="r" t="t"/>
              <a:pathLst>
                <a:path extrusionOk="0" h="37" w="30">
                  <a:moveTo>
                    <a:pt x="29" y="1"/>
                  </a:moveTo>
                  <a:cubicBezTo>
                    <a:pt x="20" y="12"/>
                    <a:pt x="11" y="25"/>
                    <a:pt x="0" y="36"/>
                  </a:cubicBezTo>
                  <a:cubicBezTo>
                    <a:pt x="11" y="25"/>
                    <a:pt x="21" y="12"/>
                    <a:pt x="29"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3286648" y="2637615"/>
              <a:ext cx="1524" cy="1834"/>
            </a:xfrm>
            <a:custGeom>
              <a:rect b="b" l="l" r="r" t="t"/>
              <a:pathLst>
                <a:path extrusionOk="0" h="77" w="64">
                  <a:moveTo>
                    <a:pt x="64" y="0"/>
                  </a:moveTo>
                  <a:cubicBezTo>
                    <a:pt x="53" y="14"/>
                    <a:pt x="43" y="27"/>
                    <a:pt x="33" y="39"/>
                  </a:cubicBezTo>
                  <a:lnTo>
                    <a:pt x="33" y="39"/>
                  </a:lnTo>
                  <a:cubicBezTo>
                    <a:pt x="43" y="27"/>
                    <a:pt x="54" y="14"/>
                    <a:pt x="64" y="0"/>
                  </a:cubicBezTo>
                  <a:close/>
                  <a:moveTo>
                    <a:pt x="33" y="39"/>
                  </a:moveTo>
                  <a:lnTo>
                    <a:pt x="33" y="39"/>
                  </a:lnTo>
                  <a:cubicBezTo>
                    <a:pt x="22" y="52"/>
                    <a:pt x="11" y="64"/>
                    <a:pt x="0" y="76"/>
                  </a:cubicBezTo>
                  <a:cubicBezTo>
                    <a:pt x="12" y="64"/>
                    <a:pt x="22" y="52"/>
                    <a:pt x="33" y="39"/>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266262" y="2659810"/>
              <a:ext cx="3572" cy="4453"/>
            </a:xfrm>
            <a:custGeom>
              <a:rect b="b" l="l" r="r" t="t"/>
              <a:pathLst>
                <a:path extrusionOk="0" h="187" w="150">
                  <a:moveTo>
                    <a:pt x="150" y="0"/>
                  </a:moveTo>
                  <a:lnTo>
                    <a:pt x="150" y="0"/>
                  </a:lnTo>
                  <a:cubicBezTo>
                    <a:pt x="100" y="63"/>
                    <a:pt x="51" y="123"/>
                    <a:pt x="1" y="186"/>
                  </a:cubicBezTo>
                  <a:cubicBezTo>
                    <a:pt x="51" y="125"/>
                    <a:pt x="101" y="63"/>
                    <a:pt x="150"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257189" y="2669575"/>
              <a:ext cx="4930" cy="6263"/>
            </a:xfrm>
            <a:custGeom>
              <a:rect b="b" l="l" r="r" t="t"/>
              <a:pathLst>
                <a:path extrusionOk="0" h="263" w="207">
                  <a:moveTo>
                    <a:pt x="207" y="0"/>
                  </a:moveTo>
                  <a:cubicBezTo>
                    <a:pt x="139" y="84"/>
                    <a:pt x="69" y="173"/>
                    <a:pt x="1" y="263"/>
                  </a:cubicBezTo>
                  <a:cubicBezTo>
                    <a:pt x="69" y="173"/>
                    <a:pt x="139" y="88"/>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240685" y="2694080"/>
              <a:ext cx="4453" cy="3953"/>
            </a:xfrm>
            <a:custGeom>
              <a:rect b="b" l="l" r="r" t="t"/>
              <a:pathLst>
                <a:path extrusionOk="0" h="166" w="187">
                  <a:moveTo>
                    <a:pt x="187" y="0"/>
                  </a:moveTo>
                  <a:cubicBezTo>
                    <a:pt x="161" y="2"/>
                    <a:pt x="136" y="3"/>
                    <a:pt x="109" y="7"/>
                  </a:cubicBezTo>
                  <a:cubicBezTo>
                    <a:pt x="73" y="55"/>
                    <a:pt x="36" y="105"/>
                    <a:pt x="0" y="156"/>
                  </a:cubicBezTo>
                  <a:cubicBezTo>
                    <a:pt x="10" y="162"/>
                    <a:pt x="21" y="165"/>
                    <a:pt x="33" y="165"/>
                  </a:cubicBezTo>
                  <a:cubicBezTo>
                    <a:pt x="50" y="165"/>
                    <a:pt x="67" y="157"/>
                    <a:pt x="80" y="141"/>
                  </a:cubicBezTo>
                  <a:cubicBezTo>
                    <a:pt x="114" y="93"/>
                    <a:pt x="149" y="47"/>
                    <a:pt x="187"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243257" y="2694080"/>
              <a:ext cx="1881" cy="167"/>
            </a:xfrm>
            <a:custGeom>
              <a:rect b="b" l="l" r="r" t="t"/>
              <a:pathLst>
                <a:path extrusionOk="0" h="7" w="79">
                  <a:moveTo>
                    <a:pt x="79" y="0"/>
                  </a:moveTo>
                  <a:cubicBezTo>
                    <a:pt x="53" y="0"/>
                    <a:pt x="27" y="2"/>
                    <a:pt x="1" y="7"/>
                  </a:cubicBezTo>
                  <a:cubicBezTo>
                    <a:pt x="28" y="3"/>
                    <a:pt x="53" y="2"/>
                    <a:pt x="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167033" y="2547475"/>
              <a:ext cx="134531" cy="146700"/>
            </a:xfrm>
            <a:custGeom>
              <a:rect b="b" l="l" r="r" t="t"/>
              <a:pathLst>
                <a:path extrusionOk="0" h="6160" w="5649">
                  <a:moveTo>
                    <a:pt x="5638" y="1"/>
                  </a:moveTo>
                  <a:lnTo>
                    <a:pt x="5588" y="22"/>
                  </a:lnTo>
                  <a:cubicBezTo>
                    <a:pt x="4757" y="669"/>
                    <a:pt x="3360" y="2056"/>
                    <a:pt x="1887" y="3788"/>
                  </a:cubicBezTo>
                  <a:cubicBezTo>
                    <a:pt x="1865" y="3813"/>
                    <a:pt x="1844" y="3837"/>
                    <a:pt x="1823" y="3863"/>
                  </a:cubicBezTo>
                  <a:cubicBezTo>
                    <a:pt x="1588" y="4140"/>
                    <a:pt x="1352" y="4425"/>
                    <a:pt x="1117" y="4720"/>
                  </a:cubicBezTo>
                  <a:cubicBezTo>
                    <a:pt x="1067" y="4780"/>
                    <a:pt x="1018" y="4843"/>
                    <a:pt x="968" y="4907"/>
                  </a:cubicBezTo>
                  <a:cubicBezTo>
                    <a:pt x="908" y="4980"/>
                    <a:pt x="849" y="5054"/>
                    <a:pt x="791" y="5127"/>
                  </a:cubicBezTo>
                  <a:cubicBezTo>
                    <a:pt x="721" y="5215"/>
                    <a:pt x="653" y="5302"/>
                    <a:pt x="584" y="5390"/>
                  </a:cubicBezTo>
                  <a:cubicBezTo>
                    <a:pt x="533" y="5458"/>
                    <a:pt x="480" y="5522"/>
                    <a:pt x="430" y="5589"/>
                  </a:cubicBezTo>
                  <a:cubicBezTo>
                    <a:pt x="332" y="5717"/>
                    <a:pt x="235" y="5843"/>
                    <a:pt x="139" y="5971"/>
                  </a:cubicBezTo>
                  <a:cubicBezTo>
                    <a:pt x="102" y="6022"/>
                    <a:pt x="65" y="6072"/>
                    <a:pt x="26" y="6124"/>
                  </a:cubicBezTo>
                  <a:cubicBezTo>
                    <a:pt x="18" y="6135"/>
                    <a:pt x="8" y="6148"/>
                    <a:pt x="0" y="6159"/>
                  </a:cubicBezTo>
                  <a:cubicBezTo>
                    <a:pt x="26" y="6158"/>
                    <a:pt x="50" y="6156"/>
                    <a:pt x="78" y="6153"/>
                  </a:cubicBezTo>
                  <a:cubicBezTo>
                    <a:pt x="2100" y="3425"/>
                    <a:pt x="4433" y="991"/>
                    <a:pt x="5624" y="66"/>
                  </a:cubicBezTo>
                  <a:cubicBezTo>
                    <a:pt x="5645" y="50"/>
                    <a:pt x="5648" y="24"/>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435349" y="2526399"/>
              <a:ext cx="47035" cy="99237"/>
            </a:xfrm>
            <a:custGeom>
              <a:rect b="b" l="l" r="r" t="t"/>
              <a:pathLst>
                <a:path extrusionOk="0" h="4167" w="1975">
                  <a:moveTo>
                    <a:pt x="1180" y="3474"/>
                  </a:moveTo>
                  <a:cubicBezTo>
                    <a:pt x="1188" y="3482"/>
                    <a:pt x="1196" y="3490"/>
                    <a:pt x="1204" y="3498"/>
                  </a:cubicBezTo>
                  <a:lnTo>
                    <a:pt x="1204" y="3498"/>
                  </a:lnTo>
                  <a:cubicBezTo>
                    <a:pt x="1200" y="3490"/>
                    <a:pt x="1193" y="3483"/>
                    <a:pt x="1185" y="3477"/>
                  </a:cubicBezTo>
                  <a:cubicBezTo>
                    <a:pt x="1184" y="3476"/>
                    <a:pt x="1182" y="3475"/>
                    <a:pt x="1180" y="3474"/>
                  </a:cubicBezTo>
                  <a:close/>
                  <a:moveTo>
                    <a:pt x="285" y="1"/>
                  </a:moveTo>
                  <a:cubicBezTo>
                    <a:pt x="259" y="1"/>
                    <a:pt x="236" y="16"/>
                    <a:pt x="229" y="42"/>
                  </a:cubicBezTo>
                  <a:cubicBezTo>
                    <a:pt x="1" y="810"/>
                    <a:pt x="38" y="1644"/>
                    <a:pt x="338" y="2387"/>
                  </a:cubicBezTo>
                  <a:cubicBezTo>
                    <a:pt x="511" y="2815"/>
                    <a:pt x="766" y="3202"/>
                    <a:pt x="1082" y="3529"/>
                  </a:cubicBezTo>
                  <a:cubicBezTo>
                    <a:pt x="1090" y="3518"/>
                    <a:pt x="1099" y="3505"/>
                    <a:pt x="1108" y="3494"/>
                  </a:cubicBezTo>
                  <a:cubicBezTo>
                    <a:pt x="1119" y="3476"/>
                    <a:pt x="1136" y="3467"/>
                    <a:pt x="1154" y="3467"/>
                  </a:cubicBezTo>
                  <a:cubicBezTo>
                    <a:pt x="1163" y="3467"/>
                    <a:pt x="1172" y="3470"/>
                    <a:pt x="1180" y="3474"/>
                  </a:cubicBezTo>
                  <a:lnTo>
                    <a:pt x="1180" y="3474"/>
                  </a:lnTo>
                  <a:cubicBezTo>
                    <a:pt x="864" y="3151"/>
                    <a:pt x="612" y="2767"/>
                    <a:pt x="443" y="2345"/>
                  </a:cubicBezTo>
                  <a:cubicBezTo>
                    <a:pt x="155" y="1623"/>
                    <a:pt x="117" y="818"/>
                    <a:pt x="338" y="74"/>
                  </a:cubicBezTo>
                  <a:cubicBezTo>
                    <a:pt x="346" y="43"/>
                    <a:pt x="330" y="11"/>
                    <a:pt x="300" y="3"/>
                  </a:cubicBezTo>
                  <a:cubicBezTo>
                    <a:pt x="295" y="1"/>
                    <a:pt x="290" y="1"/>
                    <a:pt x="285" y="1"/>
                  </a:cubicBezTo>
                  <a:close/>
                  <a:moveTo>
                    <a:pt x="1204" y="3498"/>
                  </a:moveTo>
                  <a:lnTo>
                    <a:pt x="1204" y="3498"/>
                  </a:lnTo>
                  <a:cubicBezTo>
                    <a:pt x="1214" y="3516"/>
                    <a:pt x="1214" y="3539"/>
                    <a:pt x="1202" y="3558"/>
                  </a:cubicBezTo>
                  <a:cubicBezTo>
                    <a:pt x="1189" y="3576"/>
                    <a:pt x="1172" y="3597"/>
                    <a:pt x="1161" y="3617"/>
                  </a:cubicBezTo>
                  <a:cubicBezTo>
                    <a:pt x="1375" y="3826"/>
                    <a:pt x="1616" y="4009"/>
                    <a:pt x="1881" y="4158"/>
                  </a:cubicBezTo>
                  <a:cubicBezTo>
                    <a:pt x="1889" y="4161"/>
                    <a:pt x="1898" y="4166"/>
                    <a:pt x="1908" y="4166"/>
                  </a:cubicBezTo>
                  <a:cubicBezTo>
                    <a:pt x="1929" y="4166"/>
                    <a:pt x="1949" y="4156"/>
                    <a:pt x="1958" y="4139"/>
                  </a:cubicBezTo>
                  <a:cubicBezTo>
                    <a:pt x="1975" y="4109"/>
                    <a:pt x="1965" y="4075"/>
                    <a:pt x="1937" y="4059"/>
                  </a:cubicBezTo>
                  <a:cubicBezTo>
                    <a:pt x="1668" y="3905"/>
                    <a:pt x="1421" y="3716"/>
                    <a:pt x="1204" y="34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264071" y="2797342"/>
              <a:ext cx="17575" cy="14360"/>
            </a:xfrm>
            <a:custGeom>
              <a:rect b="b" l="l" r="r" t="t"/>
              <a:pathLst>
                <a:path extrusionOk="0" h="603" w="738">
                  <a:moveTo>
                    <a:pt x="567" y="1"/>
                  </a:moveTo>
                  <a:cubicBezTo>
                    <a:pt x="412" y="147"/>
                    <a:pt x="261" y="285"/>
                    <a:pt x="122" y="414"/>
                  </a:cubicBezTo>
                  <a:lnTo>
                    <a:pt x="25" y="503"/>
                  </a:lnTo>
                  <a:cubicBezTo>
                    <a:pt x="0" y="526"/>
                    <a:pt x="0" y="562"/>
                    <a:pt x="21" y="584"/>
                  </a:cubicBezTo>
                  <a:cubicBezTo>
                    <a:pt x="33" y="597"/>
                    <a:pt x="47" y="602"/>
                    <a:pt x="63" y="602"/>
                  </a:cubicBezTo>
                  <a:cubicBezTo>
                    <a:pt x="78" y="602"/>
                    <a:pt x="93" y="596"/>
                    <a:pt x="102" y="586"/>
                  </a:cubicBezTo>
                  <a:lnTo>
                    <a:pt x="200" y="497"/>
                  </a:lnTo>
                  <a:cubicBezTo>
                    <a:pt x="365" y="343"/>
                    <a:pt x="548" y="178"/>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3307248" y="2673314"/>
              <a:ext cx="103309" cy="96665"/>
            </a:xfrm>
            <a:custGeom>
              <a:rect b="b" l="l" r="r" t="t"/>
              <a:pathLst>
                <a:path extrusionOk="0" h="4059" w="4338">
                  <a:moveTo>
                    <a:pt x="4338" y="0"/>
                  </a:moveTo>
                  <a:cubicBezTo>
                    <a:pt x="4313" y="5"/>
                    <a:pt x="4289" y="12"/>
                    <a:pt x="4265" y="15"/>
                  </a:cubicBezTo>
                  <a:cubicBezTo>
                    <a:pt x="4224" y="23"/>
                    <a:pt x="4184" y="31"/>
                    <a:pt x="4142" y="39"/>
                  </a:cubicBezTo>
                  <a:cubicBezTo>
                    <a:pt x="2853" y="1370"/>
                    <a:pt x="1313" y="2836"/>
                    <a:pt x="1" y="4058"/>
                  </a:cubicBezTo>
                  <a:lnTo>
                    <a:pt x="169" y="4058"/>
                  </a:lnTo>
                  <a:cubicBezTo>
                    <a:pt x="1501" y="2814"/>
                    <a:pt x="3054" y="1336"/>
                    <a:pt x="4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405866" y="2673647"/>
              <a:ext cx="2953" cy="619"/>
            </a:xfrm>
            <a:custGeom>
              <a:rect b="b" l="l" r="r" t="t"/>
              <a:pathLst>
                <a:path extrusionOk="0" h="26" w="124">
                  <a:moveTo>
                    <a:pt x="124" y="1"/>
                  </a:moveTo>
                  <a:cubicBezTo>
                    <a:pt x="83" y="9"/>
                    <a:pt x="43" y="17"/>
                    <a:pt x="1" y="25"/>
                  </a:cubicBezTo>
                  <a:lnTo>
                    <a:pt x="1" y="25"/>
                  </a:lnTo>
                  <a:cubicBezTo>
                    <a:pt x="43" y="17"/>
                    <a:pt x="83" y="9"/>
                    <a:pt x="124" y="1"/>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408795" y="2673266"/>
              <a:ext cx="1834" cy="381"/>
            </a:xfrm>
            <a:custGeom>
              <a:rect b="b" l="l" r="r" t="t"/>
              <a:pathLst>
                <a:path extrusionOk="0" h="16" w="77">
                  <a:moveTo>
                    <a:pt x="77" y="1"/>
                  </a:moveTo>
                  <a:lnTo>
                    <a:pt x="77" y="1"/>
                  </a:lnTo>
                  <a:cubicBezTo>
                    <a:pt x="56" y="3"/>
                    <a:pt x="36" y="8"/>
                    <a:pt x="13" y="13"/>
                  </a:cubicBezTo>
                  <a:lnTo>
                    <a:pt x="13" y="13"/>
                  </a:lnTo>
                  <a:cubicBezTo>
                    <a:pt x="34" y="9"/>
                    <a:pt x="57" y="6"/>
                    <a:pt x="77" y="1"/>
                  </a:cubicBezTo>
                  <a:close/>
                  <a:moveTo>
                    <a:pt x="13" y="13"/>
                  </a:moveTo>
                  <a:cubicBezTo>
                    <a:pt x="9" y="14"/>
                    <a:pt x="5" y="14"/>
                    <a:pt x="1" y="15"/>
                  </a:cubicBezTo>
                  <a:cubicBezTo>
                    <a:pt x="5" y="14"/>
                    <a:pt x="9" y="14"/>
                    <a:pt x="13" y="13"/>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405914" y="2664931"/>
              <a:ext cx="11217" cy="9288"/>
            </a:xfrm>
            <a:custGeom>
              <a:rect b="b" l="l" r="r" t="t"/>
              <a:pathLst>
                <a:path extrusionOk="0" h="390" w="471">
                  <a:moveTo>
                    <a:pt x="373" y="1"/>
                  </a:moveTo>
                  <a:cubicBezTo>
                    <a:pt x="251" y="127"/>
                    <a:pt x="128" y="257"/>
                    <a:pt x="0" y="390"/>
                  </a:cubicBezTo>
                  <a:cubicBezTo>
                    <a:pt x="44" y="381"/>
                    <a:pt x="84" y="373"/>
                    <a:pt x="125" y="365"/>
                  </a:cubicBezTo>
                  <a:cubicBezTo>
                    <a:pt x="149" y="360"/>
                    <a:pt x="170" y="357"/>
                    <a:pt x="198" y="351"/>
                  </a:cubicBezTo>
                  <a:cubicBezTo>
                    <a:pt x="290" y="255"/>
                    <a:pt x="379" y="161"/>
                    <a:pt x="470" y="65"/>
                  </a:cubicBezTo>
                  <a:cubicBezTo>
                    <a:pt x="436" y="44"/>
                    <a:pt x="404" y="22"/>
                    <a:pt x="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435206" y="2610466"/>
              <a:ext cx="27816" cy="32293"/>
            </a:xfrm>
            <a:custGeom>
              <a:rect b="b" l="l" r="r" t="t"/>
              <a:pathLst>
                <a:path extrusionOk="0" h="1356" w="1168">
                  <a:moveTo>
                    <a:pt x="1086" y="1"/>
                  </a:moveTo>
                  <a:cubicBezTo>
                    <a:pt x="825" y="383"/>
                    <a:pt x="452" y="845"/>
                    <a:pt x="0" y="1356"/>
                  </a:cubicBezTo>
                  <a:lnTo>
                    <a:pt x="180" y="1325"/>
                  </a:lnTo>
                  <a:cubicBezTo>
                    <a:pt x="585" y="861"/>
                    <a:pt x="924" y="442"/>
                    <a:pt x="1167" y="85"/>
                  </a:cubicBezTo>
                  <a:cubicBezTo>
                    <a:pt x="1140" y="58"/>
                    <a:pt x="1112" y="28"/>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277646" y="2769955"/>
              <a:ext cx="33674" cy="27459"/>
            </a:xfrm>
            <a:custGeom>
              <a:rect b="b" l="l" r="r" t="t"/>
              <a:pathLst>
                <a:path extrusionOk="0" h="1153" w="1414">
                  <a:moveTo>
                    <a:pt x="1245" y="0"/>
                  </a:moveTo>
                  <a:cubicBezTo>
                    <a:pt x="798" y="418"/>
                    <a:pt x="377" y="809"/>
                    <a:pt x="1" y="1153"/>
                  </a:cubicBezTo>
                  <a:lnTo>
                    <a:pt x="171" y="1153"/>
                  </a:lnTo>
                  <a:cubicBezTo>
                    <a:pt x="547" y="804"/>
                    <a:pt x="968" y="415"/>
                    <a:pt x="1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414749" y="2641973"/>
              <a:ext cx="24768" cy="24529"/>
            </a:xfrm>
            <a:custGeom>
              <a:rect b="b" l="l" r="r" t="t"/>
              <a:pathLst>
                <a:path extrusionOk="0" h="1030" w="1040">
                  <a:moveTo>
                    <a:pt x="1039" y="0"/>
                  </a:moveTo>
                  <a:lnTo>
                    <a:pt x="859" y="31"/>
                  </a:lnTo>
                  <a:cubicBezTo>
                    <a:pt x="597" y="328"/>
                    <a:pt x="308" y="640"/>
                    <a:pt x="0" y="965"/>
                  </a:cubicBezTo>
                  <a:cubicBezTo>
                    <a:pt x="33" y="987"/>
                    <a:pt x="65" y="1007"/>
                    <a:pt x="97" y="1029"/>
                  </a:cubicBezTo>
                  <a:cubicBezTo>
                    <a:pt x="438" y="671"/>
                    <a:pt x="755" y="326"/>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461021" y="2608942"/>
              <a:ext cx="3382" cy="3525"/>
            </a:xfrm>
            <a:custGeom>
              <a:rect b="b" l="l" r="r" t="t"/>
              <a:pathLst>
                <a:path extrusionOk="0" h="148" w="142">
                  <a:moveTo>
                    <a:pt x="76" y="0"/>
                  </a:moveTo>
                  <a:cubicBezTo>
                    <a:pt x="57" y="0"/>
                    <a:pt x="38" y="9"/>
                    <a:pt x="26" y="26"/>
                  </a:cubicBezTo>
                  <a:cubicBezTo>
                    <a:pt x="18" y="37"/>
                    <a:pt x="9" y="50"/>
                    <a:pt x="0" y="62"/>
                  </a:cubicBezTo>
                  <a:cubicBezTo>
                    <a:pt x="26" y="91"/>
                    <a:pt x="52" y="122"/>
                    <a:pt x="81" y="147"/>
                  </a:cubicBezTo>
                  <a:cubicBezTo>
                    <a:pt x="98" y="131"/>
                    <a:pt x="112" y="110"/>
                    <a:pt x="124" y="91"/>
                  </a:cubicBezTo>
                  <a:cubicBezTo>
                    <a:pt x="141" y="65"/>
                    <a:pt x="133" y="28"/>
                    <a:pt x="107" y="10"/>
                  </a:cubicBezTo>
                  <a:cubicBezTo>
                    <a:pt x="98" y="3"/>
                    <a:pt x="87" y="0"/>
                    <a:pt x="76" y="0"/>
                  </a:cubicBezTo>
                  <a:close/>
                </a:path>
              </a:pathLst>
            </a:custGeom>
            <a:solidFill>
              <a:srgbClr val="A66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185363" y="3037921"/>
              <a:ext cx="37151" cy="16647"/>
            </a:xfrm>
            <a:custGeom>
              <a:rect b="b" l="l" r="r" t="t"/>
              <a:pathLst>
                <a:path extrusionOk="0" h="699" w="1560">
                  <a:moveTo>
                    <a:pt x="1482" y="0"/>
                  </a:moveTo>
                  <a:lnTo>
                    <a:pt x="1" y="572"/>
                  </a:lnTo>
                  <a:lnTo>
                    <a:pt x="127" y="699"/>
                  </a:lnTo>
                  <a:lnTo>
                    <a:pt x="1560" y="146"/>
                  </a:lnTo>
                  <a:cubicBezTo>
                    <a:pt x="1534" y="98"/>
                    <a:pt x="1510" y="49"/>
                    <a:pt x="1482"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3294197" y="2964619"/>
              <a:ext cx="40628" cy="46773"/>
            </a:xfrm>
            <a:custGeom>
              <a:rect b="b" l="l" r="r" t="t"/>
              <a:pathLst>
                <a:path extrusionOk="0" h="1964" w="1706">
                  <a:moveTo>
                    <a:pt x="1090" y="0"/>
                  </a:moveTo>
                  <a:cubicBezTo>
                    <a:pt x="1080" y="0"/>
                    <a:pt x="1071" y="2"/>
                    <a:pt x="1061" y="6"/>
                  </a:cubicBezTo>
                  <a:cubicBezTo>
                    <a:pt x="1059" y="6"/>
                    <a:pt x="1058" y="9"/>
                    <a:pt x="1054" y="9"/>
                  </a:cubicBezTo>
                  <a:cubicBezTo>
                    <a:pt x="661" y="163"/>
                    <a:pt x="341" y="411"/>
                    <a:pt x="161" y="714"/>
                  </a:cubicBezTo>
                  <a:cubicBezTo>
                    <a:pt x="80" y="847"/>
                    <a:pt x="29" y="991"/>
                    <a:pt x="1" y="1142"/>
                  </a:cubicBezTo>
                  <a:cubicBezTo>
                    <a:pt x="72" y="1360"/>
                    <a:pt x="144" y="1583"/>
                    <a:pt x="212" y="1809"/>
                  </a:cubicBezTo>
                  <a:cubicBezTo>
                    <a:pt x="229" y="1847"/>
                    <a:pt x="241" y="1887"/>
                    <a:pt x="252" y="1929"/>
                  </a:cubicBezTo>
                  <a:cubicBezTo>
                    <a:pt x="257" y="1941"/>
                    <a:pt x="259" y="1952"/>
                    <a:pt x="264" y="1963"/>
                  </a:cubicBezTo>
                  <a:lnTo>
                    <a:pt x="1643" y="1430"/>
                  </a:lnTo>
                  <a:cubicBezTo>
                    <a:pt x="1685" y="1414"/>
                    <a:pt x="1706" y="1367"/>
                    <a:pt x="1690" y="1325"/>
                  </a:cubicBezTo>
                  <a:cubicBezTo>
                    <a:pt x="1677" y="1293"/>
                    <a:pt x="1647" y="1274"/>
                    <a:pt x="1615" y="1274"/>
                  </a:cubicBezTo>
                  <a:cubicBezTo>
                    <a:pt x="1605" y="1274"/>
                    <a:pt x="1594" y="1276"/>
                    <a:pt x="1584" y="1279"/>
                  </a:cubicBezTo>
                  <a:lnTo>
                    <a:pt x="225" y="1803"/>
                  </a:lnTo>
                  <a:cubicBezTo>
                    <a:pt x="101" y="1432"/>
                    <a:pt x="126" y="1091"/>
                    <a:pt x="304" y="797"/>
                  </a:cubicBezTo>
                  <a:cubicBezTo>
                    <a:pt x="466" y="526"/>
                    <a:pt x="755" y="297"/>
                    <a:pt x="1119" y="158"/>
                  </a:cubicBezTo>
                  <a:cubicBezTo>
                    <a:pt x="1122" y="158"/>
                    <a:pt x="1122" y="156"/>
                    <a:pt x="1124" y="156"/>
                  </a:cubicBezTo>
                  <a:cubicBezTo>
                    <a:pt x="1163" y="139"/>
                    <a:pt x="1182" y="93"/>
                    <a:pt x="1166" y="53"/>
                  </a:cubicBezTo>
                  <a:cubicBezTo>
                    <a:pt x="1154" y="20"/>
                    <a:pt x="1123" y="0"/>
                    <a:pt x="10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3243257" y="3229251"/>
              <a:ext cx="172278" cy="98999"/>
            </a:xfrm>
            <a:custGeom>
              <a:rect b="b" l="l" r="r" t="t"/>
              <a:pathLst>
                <a:path extrusionOk="0" h="4157" w="7234">
                  <a:moveTo>
                    <a:pt x="6620" y="1"/>
                  </a:moveTo>
                  <a:cubicBezTo>
                    <a:pt x="6610" y="1"/>
                    <a:pt x="6599" y="2"/>
                    <a:pt x="6589" y="6"/>
                  </a:cubicBezTo>
                  <a:cubicBezTo>
                    <a:pt x="6587" y="6"/>
                    <a:pt x="6585" y="8"/>
                    <a:pt x="6584" y="8"/>
                  </a:cubicBezTo>
                  <a:cubicBezTo>
                    <a:pt x="6188" y="162"/>
                    <a:pt x="5871" y="411"/>
                    <a:pt x="5689" y="713"/>
                  </a:cubicBezTo>
                  <a:cubicBezTo>
                    <a:pt x="5490" y="1050"/>
                    <a:pt x="5459" y="1445"/>
                    <a:pt x="5600" y="1864"/>
                  </a:cubicBezTo>
                  <a:lnTo>
                    <a:pt x="4482" y="2295"/>
                  </a:lnTo>
                  <a:lnTo>
                    <a:pt x="4026" y="2471"/>
                  </a:lnTo>
                  <a:lnTo>
                    <a:pt x="90" y="3988"/>
                  </a:lnTo>
                  <a:lnTo>
                    <a:pt x="64" y="3998"/>
                  </a:lnTo>
                  <a:cubicBezTo>
                    <a:pt x="22" y="4014"/>
                    <a:pt x="1" y="4061"/>
                    <a:pt x="19" y="4103"/>
                  </a:cubicBezTo>
                  <a:cubicBezTo>
                    <a:pt x="30" y="4136"/>
                    <a:pt x="61" y="4157"/>
                    <a:pt x="95" y="4157"/>
                  </a:cubicBezTo>
                  <a:cubicBezTo>
                    <a:pt x="101" y="4157"/>
                    <a:pt x="104" y="4155"/>
                    <a:pt x="111" y="4155"/>
                  </a:cubicBezTo>
                  <a:cubicBezTo>
                    <a:pt x="116" y="4155"/>
                    <a:pt x="121" y="4155"/>
                    <a:pt x="126" y="4152"/>
                  </a:cubicBezTo>
                  <a:lnTo>
                    <a:pt x="4096" y="2620"/>
                  </a:lnTo>
                  <a:lnTo>
                    <a:pt x="4552" y="2445"/>
                  </a:lnTo>
                  <a:lnTo>
                    <a:pt x="5735" y="1988"/>
                  </a:lnTo>
                  <a:lnTo>
                    <a:pt x="7170" y="1434"/>
                  </a:lnTo>
                  <a:cubicBezTo>
                    <a:pt x="7213" y="1415"/>
                    <a:pt x="7234" y="1368"/>
                    <a:pt x="7217" y="1326"/>
                  </a:cubicBezTo>
                  <a:cubicBezTo>
                    <a:pt x="7205" y="1292"/>
                    <a:pt x="7175" y="1273"/>
                    <a:pt x="7142" y="1273"/>
                  </a:cubicBezTo>
                  <a:cubicBezTo>
                    <a:pt x="7132" y="1273"/>
                    <a:pt x="7122" y="1275"/>
                    <a:pt x="7112" y="1279"/>
                  </a:cubicBezTo>
                  <a:lnTo>
                    <a:pt x="5752" y="1802"/>
                  </a:lnTo>
                  <a:cubicBezTo>
                    <a:pt x="5629" y="1431"/>
                    <a:pt x="5654" y="1092"/>
                    <a:pt x="5832" y="796"/>
                  </a:cubicBezTo>
                  <a:cubicBezTo>
                    <a:pt x="5994" y="525"/>
                    <a:pt x="6284" y="298"/>
                    <a:pt x="6649" y="159"/>
                  </a:cubicBezTo>
                  <a:cubicBezTo>
                    <a:pt x="6650" y="159"/>
                    <a:pt x="6650" y="155"/>
                    <a:pt x="6652" y="155"/>
                  </a:cubicBezTo>
                  <a:cubicBezTo>
                    <a:pt x="6691" y="138"/>
                    <a:pt x="6710" y="92"/>
                    <a:pt x="6694" y="52"/>
                  </a:cubicBezTo>
                  <a:cubicBezTo>
                    <a:pt x="6683" y="20"/>
                    <a:pt x="6653" y="1"/>
                    <a:pt x="66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3311511" y="3244231"/>
              <a:ext cx="25244" cy="11860"/>
            </a:xfrm>
            <a:custGeom>
              <a:rect b="b" l="l" r="r" t="t"/>
              <a:pathLst>
                <a:path extrusionOk="0" h="498" w="1060">
                  <a:moveTo>
                    <a:pt x="84" y="0"/>
                  </a:moveTo>
                  <a:cubicBezTo>
                    <a:pt x="42" y="0"/>
                    <a:pt x="9" y="33"/>
                    <a:pt x="5" y="74"/>
                  </a:cubicBezTo>
                  <a:cubicBezTo>
                    <a:pt x="0" y="115"/>
                    <a:pt x="26" y="150"/>
                    <a:pt x="65" y="162"/>
                  </a:cubicBezTo>
                  <a:cubicBezTo>
                    <a:pt x="70" y="163"/>
                    <a:pt x="73" y="165"/>
                    <a:pt x="78" y="165"/>
                  </a:cubicBezTo>
                  <a:cubicBezTo>
                    <a:pt x="207" y="180"/>
                    <a:pt x="332" y="210"/>
                    <a:pt x="454" y="252"/>
                  </a:cubicBezTo>
                  <a:cubicBezTo>
                    <a:pt x="621" y="308"/>
                    <a:pt x="778" y="384"/>
                    <a:pt x="921" y="483"/>
                  </a:cubicBezTo>
                  <a:cubicBezTo>
                    <a:pt x="934" y="494"/>
                    <a:pt x="950" y="497"/>
                    <a:pt x="966" y="497"/>
                  </a:cubicBezTo>
                  <a:cubicBezTo>
                    <a:pt x="992" y="497"/>
                    <a:pt x="1018" y="484"/>
                    <a:pt x="1032" y="463"/>
                  </a:cubicBezTo>
                  <a:cubicBezTo>
                    <a:pt x="1060" y="426"/>
                    <a:pt x="1049" y="376"/>
                    <a:pt x="1013" y="350"/>
                  </a:cubicBezTo>
                  <a:cubicBezTo>
                    <a:pt x="817" y="212"/>
                    <a:pt x="595" y="113"/>
                    <a:pt x="365" y="53"/>
                  </a:cubicBezTo>
                  <a:cubicBezTo>
                    <a:pt x="290" y="32"/>
                    <a:pt x="211" y="17"/>
                    <a:pt x="133" y="8"/>
                  </a:cubicBezTo>
                  <a:cubicBezTo>
                    <a:pt x="122" y="5"/>
                    <a:pt x="107" y="1"/>
                    <a:pt x="96" y="1"/>
                  </a:cubicBezTo>
                  <a:cubicBezTo>
                    <a:pt x="92" y="1"/>
                    <a:pt x="88" y="0"/>
                    <a:pt x="84"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3303152" y="3256448"/>
              <a:ext cx="23577" cy="11908"/>
            </a:xfrm>
            <a:custGeom>
              <a:rect b="b" l="l" r="r" t="t"/>
              <a:pathLst>
                <a:path extrusionOk="0" h="500" w="990">
                  <a:moveTo>
                    <a:pt x="90" y="0"/>
                  </a:moveTo>
                  <a:cubicBezTo>
                    <a:pt x="49" y="0"/>
                    <a:pt x="10" y="29"/>
                    <a:pt x="4" y="72"/>
                  </a:cubicBezTo>
                  <a:cubicBezTo>
                    <a:pt x="1" y="104"/>
                    <a:pt x="17" y="135"/>
                    <a:pt x="43" y="151"/>
                  </a:cubicBezTo>
                  <a:cubicBezTo>
                    <a:pt x="53" y="156"/>
                    <a:pt x="64" y="161"/>
                    <a:pt x="76" y="162"/>
                  </a:cubicBezTo>
                  <a:cubicBezTo>
                    <a:pt x="356" y="201"/>
                    <a:pt x="620" y="310"/>
                    <a:pt x="845" y="483"/>
                  </a:cubicBezTo>
                  <a:cubicBezTo>
                    <a:pt x="860" y="495"/>
                    <a:pt x="878" y="500"/>
                    <a:pt x="896" y="500"/>
                  </a:cubicBezTo>
                  <a:cubicBezTo>
                    <a:pt x="920" y="500"/>
                    <a:pt x="944" y="488"/>
                    <a:pt x="960" y="467"/>
                  </a:cubicBezTo>
                  <a:cubicBezTo>
                    <a:pt x="990" y="430"/>
                    <a:pt x="981" y="380"/>
                    <a:pt x="947" y="354"/>
                  </a:cubicBezTo>
                  <a:cubicBezTo>
                    <a:pt x="717" y="177"/>
                    <a:pt x="447" y="62"/>
                    <a:pt x="163" y="12"/>
                  </a:cubicBezTo>
                  <a:cubicBezTo>
                    <a:pt x="139" y="10"/>
                    <a:pt x="118" y="5"/>
                    <a:pt x="97" y="0"/>
                  </a:cubicBezTo>
                  <a:cubicBezTo>
                    <a:pt x="94" y="0"/>
                    <a:pt x="92"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3293007" y="3267045"/>
              <a:ext cx="20981" cy="12360"/>
            </a:xfrm>
            <a:custGeom>
              <a:rect b="b" l="l" r="r" t="t"/>
              <a:pathLst>
                <a:path extrusionOk="0" h="519" w="881">
                  <a:moveTo>
                    <a:pt x="90" y="0"/>
                  </a:moveTo>
                  <a:cubicBezTo>
                    <a:pt x="58" y="0"/>
                    <a:pt x="26" y="20"/>
                    <a:pt x="14" y="51"/>
                  </a:cubicBezTo>
                  <a:cubicBezTo>
                    <a:pt x="1" y="84"/>
                    <a:pt x="10" y="121"/>
                    <a:pt x="38" y="144"/>
                  </a:cubicBezTo>
                  <a:cubicBezTo>
                    <a:pt x="45" y="149"/>
                    <a:pt x="53" y="155"/>
                    <a:pt x="59" y="160"/>
                  </a:cubicBezTo>
                  <a:cubicBezTo>
                    <a:pt x="299" y="251"/>
                    <a:pt x="531" y="367"/>
                    <a:pt x="743" y="505"/>
                  </a:cubicBezTo>
                  <a:cubicBezTo>
                    <a:pt x="758" y="513"/>
                    <a:pt x="771" y="518"/>
                    <a:pt x="787" y="518"/>
                  </a:cubicBezTo>
                  <a:cubicBezTo>
                    <a:pt x="814" y="518"/>
                    <a:pt x="840" y="505"/>
                    <a:pt x="856" y="481"/>
                  </a:cubicBezTo>
                  <a:cubicBezTo>
                    <a:pt x="881" y="444"/>
                    <a:pt x="871" y="392"/>
                    <a:pt x="832" y="367"/>
                  </a:cubicBezTo>
                  <a:cubicBezTo>
                    <a:pt x="621" y="233"/>
                    <a:pt x="396" y="116"/>
                    <a:pt x="161" y="24"/>
                  </a:cubicBezTo>
                  <a:cubicBezTo>
                    <a:pt x="147" y="17"/>
                    <a:pt x="134" y="9"/>
                    <a:pt x="119" y="6"/>
                  </a:cubicBezTo>
                  <a:cubicBezTo>
                    <a:pt x="110" y="2"/>
                    <a:pt x="100" y="0"/>
                    <a:pt x="90" y="0"/>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3027588" y="2324900"/>
              <a:ext cx="8169" cy="4882"/>
            </a:xfrm>
            <a:custGeom>
              <a:rect b="b" l="l" r="r" t="t"/>
              <a:pathLst>
                <a:path extrusionOk="0" h="205" w="343">
                  <a:moveTo>
                    <a:pt x="1" y="1"/>
                  </a:moveTo>
                  <a:lnTo>
                    <a:pt x="1" y="1"/>
                  </a:lnTo>
                  <a:cubicBezTo>
                    <a:pt x="48" y="28"/>
                    <a:pt x="96" y="55"/>
                    <a:pt x="143" y="83"/>
                  </a:cubicBezTo>
                  <a:lnTo>
                    <a:pt x="143" y="83"/>
                  </a:lnTo>
                  <a:cubicBezTo>
                    <a:pt x="95" y="55"/>
                    <a:pt x="48" y="28"/>
                    <a:pt x="1" y="1"/>
                  </a:cubicBezTo>
                  <a:close/>
                  <a:moveTo>
                    <a:pt x="143" y="83"/>
                  </a:moveTo>
                  <a:cubicBezTo>
                    <a:pt x="210" y="122"/>
                    <a:pt x="276" y="162"/>
                    <a:pt x="343" y="205"/>
                  </a:cubicBezTo>
                  <a:cubicBezTo>
                    <a:pt x="277" y="162"/>
                    <a:pt x="210" y="122"/>
                    <a:pt x="143" y="83"/>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3024707" y="2286201"/>
              <a:ext cx="17575" cy="43558"/>
            </a:xfrm>
            <a:custGeom>
              <a:rect b="b" l="l" r="r" t="t"/>
              <a:pathLst>
                <a:path extrusionOk="0" h="1829" w="738">
                  <a:moveTo>
                    <a:pt x="624" y="0"/>
                  </a:moveTo>
                  <a:lnTo>
                    <a:pt x="624" y="0"/>
                  </a:lnTo>
                  <a:cubicBezTo>
                    <a:pt x="543" y="33"/>
                    <a:pt x="462" y="63"/>
                    <a:pt x="379" y="89"/>
                  </a:cubicBezTo>
                  <a:cubicBezTo>
                    <a:pt x="323" y="516"/>
                    <a:pt x="196" y="1046"/>
                    <a:pt x="0" y="1553"/>
                  </a:cubicBezTo>
                  <a:cubicBezTo>
                    <a:pt x="41" y="1576"/>
                    <a:pt x="81" y="1601"/>
                    <a:pt x="122" y="1626"/>
                  </a:cubicBezTo>
                  <a:cubicBezTo>
                    <a:pt x="237" y="1691"/>
                    <a:pt x="352" y="1757"/>
                    <a:pt x="464" y="1828"/>
                  </a:cubicBezTo>
                  <a:cubicBezTo>
                    <a:pt x="618" y="1277"/>
                    <a:pt x="737" y="572"/>
                    <a:pt x="624"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2931709" y="2326019"/>
              <a:ext cx="8931" cy="5620"/>
            </a:xfrm>
            <a:custGeom>
              <a:rect b="b" l="l" r="r" t="t"/>
              <a:pathLst>
                <a:path extrusionOk="0" h="236" w="375">
                  <a:moveTo>
                    <a:pt x="313" y="1"/>
                  </a:moveTo>
                  <a:cubicBezTo>
                    <a:pt x="260" y="1"/>
                    <a:pt x="0" y="198"/>
                    <a:pt x="56" y="229"/>
                  </a:cubicBezTo>
                  <a:cubicBezTo>
                    <a:pt x="63" y="233"/>
                    <a:pt x="71" y="235"/>
                    <a:pt x="82" y="235"/>
                  </a:cubicBezTo>
                  <a:cubicBezTo>
                    <a:pt x="171" y="235"/>
                    <a:pt x="374" y="103"/>
                    <a:pt x="322" y="4"/>
                  </a:cubicBezTo>
                  <a:cubicBezTo>
                    <a:pt x="320" y="2"/>
                    <a:pt x="317" y="1"/>
                    <a:pt x="31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2947308" y="2345524"/>
              <a:ext cx="2763" cy="2524"/>
            </a:xfrm>
            <a:custGeom>
              <a:rect b="b" l="l" r="r" t="t"/>
              <a:pathLst>
                <a:path extrusionOk="0" h="106" w="116">
                  <a:moveTo>
                    <a:pt x="33" y="0"/>
                  </a:moveTo>
                  <a:cubicBezTo>
                    <a:pt x="7" y="18"/>
                    <a:pt x="1" y="54"/>
                    <a:pt x="18" y="81"/>
                  </a:cubicBezTo>
                  <a:cubicBezTo>
                    <a:pt x="30" y="97"/>
                    <a:pt x="46" y="106"/>
                    <a:pt x="65" y="106"/>
                  </a:cubicBezTo>
                  <a:cubicBezTo>
                    <a:pt x="77" y="106"/>
                    <a:pt x="87" y="101"/>
                    <a:pt x="98" y="94"/>
                  </a:cubicBezTo>
                  <a:cubicBezTo>
                    <a:pt x="101" y="91"/>
                    <a:pt x="109" y="84"/>
                    <a:pt x="116" y="81"/>
                  </a:cubicBezTo>
                  <a:cubicBezTo>
                    <a:pt x="90" y="52"/>
                    <a:pt x="61" y="26"/>
                    <a:pt x="33"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48118" y="2329377"/>
              <a:ext cx="17742" cy="18099"/>
            </a:xfrm>
            <a:custGeom>
              <a:rect b="b" l="l" r="r" t="t"/>
              <a:pathLst>
                <a:path extrusionOk="0" h="760" w="745">
                  <a:moveTo>
                    <a:pt x="678" y="0"/>
                  </a:moveTo>
                  <a:cubicBezTo>
                    <a:pt x="661" y="0"/>
                    <a:pt x="645" y="8"/>
                    <a:pt x="633" y="23"/>
                  </a:cubicBezTo>
                  <a:cubicBezTo>
                    <a:pt x="380" y="348"/>
                    <a:pt x="91" y="613"/>
                    <a:pt x="1" y="678"/>
                  </a:cubicBezTo>
                  <a:cubicBezTo>
                    <a:pt x="30" y="704"/>
                    <a:pt x="56" y="732"/>
                    <a:pt x="83" y="759"/>
                  </a:cubicBezTo>
                  <a:cubicBezTo>
                    <a:pt x="195" y="673"/>
                    <a:pt x="471" y="414"/>
                    <a:pt x="723" y="95"/>
                  </a:cubicBezTo>
                  <a:cubicBezTo>
                    <a:pt x="745" y="70"/>
                    <a:pt x="740" y="33"/>
                    <a:pt x="714" y="14"/>
                  </a:cubicBezTo>
                  <a:cubicBezTo>
                    <a:pt x="703" y="5"/>
                    <a:pt x="691" y="0"/>
                    <a:pt x="678"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78506" y="2277056"/>
              <a:ext cx="3263" cy="1643"/>
            </a:xfrm>
            <a:custGeom>
              <a:rect b="b" l="l" r="r" t="t"/>
              <a:pathLst>
                <a:path extrusionOk="0" h="69" w="137">
                  <a:moveTo>
                    <a:pt x="0" y="0"/>
                  </a:moveTo>
                  <a:cubicBezTo>
                    <a:pt x="16" y="18"/>
                    <a:pt x="31" y="36"/>
                    <a:pt x="47" y="52"/>
                  </a:cubicBezTo>
                  <a:cubicBezTo>
                    <a:pt x="60" y="63"/>
                    <a:pt x="73" y="68"/>
                    <a:pt x="88" y="68"/>
                  </a:cubicBezTo>
                  <a:cubicBezTo>
                    <a:pt x="102" y="68"/>
                    <a:pt x="118" y="63"/>
                    <a:pt x="128" y="50"/>
                  </a:cubicBezTo>
                  <a:cubicBezTo>
                    <a:pt x="135" y="44"/>
                    <a:pt x="133" y="39"/>
                    <a:pt x="136" y="31"/>
                  </a:cubicBezTo>
                  <a:lnTo>
                    <a:pt x="0" y="0"/>
                  </a:ln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75148" y="2271340"/>
              <a:ext cx="6883" cy="6501"/>
            </a:xfrm>
            <a:custGeom>
              <a:rect b="b" l="l" r="r" t="t"/>
              <a:pathLst>
                <a:path extrusionOk="0" h="273" w="289">
                  <a:moveTo>
                    <a:pt x="102" y="0"/>
                  </a:moveTo>
                  <a:cubicBezTo>
                    <a:pt x="102" y="8"/>
                    <a:pt x="99" y="15"/>
                    <a:pt x="97" y="23"/>
                  </a:cubicBezTo>
                  <a:cubicBezTo>
                    <a:pt x="96" y="52"/>
                    <a:pt x="70" y="76"/>
                    <a:pt x="41" y="76"/>
                  </a:cubicBezTo>
                  <a:lnTo>
                    <a:pt x="34" y="76"/>
                  </a:lnTo>
                  <a:cubicBezTo>
                    <a:pt x="21" y="73"/>
                    <a:pt x="8" y="68"/>
                    <a:pt x="0" y="57"/>
                  </a:cubicBezTo>
                  <a:lnTo>
                    <a:pt x="0" y="57"/>
                  </a:lnTo>
                  <a:cubicBezTo>
                    <a:pt x="42" y="122"/>
                    <a:pt x="89" y="185"/>
                    <a:pt x="144" y="242"/>
                  </a:cubicBezTo>
                  <a:lnTo>
                    <a:pt x="281" y="273"/>
                  </a:lnTo>
                  <a:cubicBezTo>
                    <a:pt x="289" y="252"/>
                    <a:pt x="289" y="227"/>
                    <a:pt x="269" y="209"/>
                  </a:cubicBezTo>
                  <a:cubicBezTo>
                    <a:pt x="204" y="146"/>
                    <a:pt x="151" y="76"/>
                    <a:pt x="10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68884" y="2247954"/>
              <a:ext cx="6668" cy="24529"/>
            </a:xfrm>
            <a:custGeom>
              <a:rect b="b" l="l" r="r" t="t"/>
              <a:pathLst>
                <a:path extrusionOk="0" h="1030" w="280">
                  <a:moveTo>
                    <a:pt x="192" y="0"/>
                  </a:moveTo>
                  <a:lnTo>
                    <a:pt x="67" y="33"/>
                  </a:lnTo>
                  <a:cubicBezTo>
                    <a:pt x="1" y="373"/>
                    <a:pt x="70" y="736"/>
                    <a:pt x="257" y="1029"/>
                  </a:cubicBezTo>
                  <a:cubicBezTo>
                    <a:pt x="252" y="1020"/>
                    <a:pt x="245" y="1007"/>
                    <a:pt x="247" y="995"/>
                  </a:cubicBezTo>
                  <a:cubicBezTo>
                    <a:pt x="252" y="939"/>
                    <a:pt x="263" y="882"/>
                    <a:pt x="279" y="827"/>
                  </a:cubicBezTo>
                  <a:cubicBezTo>
                    <a:pt x="159" y="569"/>
                    <a:pt x="125" y="276"/>
                    <a:pt x="192"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975481" y="2256432"/>
              <a:ext cx="10098" cy="14932"/>
            </a:xfrm>
            <a:custGeom>
              <a:rect b="b" l="l" r="r" t="t"/>
              <a:pathLst>
                <a:path extrusionOk="0" h="627" w="424">
                  <a:moveTo>
                    <a:pt x="357" y="0"/>
                  </a:moveTo>
                  <a:cubicBezTo>
                    <a:pt x="348" y="0"/>
                    <a:pt x="338" y="2"/>
                    <a:pt x="328" y="7"/>
                  </a:cubicBezTo>
                  <a:cubicBezTo>
                    <a:pt x="179" y="92"/>
                    <a:pt x="57" y="268"/>
                    <a:pt x="1" y="471"/>
                  </a:cubicBezTo>
                  <a:cubicBezTo>
                    <a:pt x="25" y="526"/>
                    <a:pt x="56" y="576"/>
                    <a:pt x="88" y="626"/>
                  </a:cubicBezTo>
                  <a:cubicBezTo>
                    <a:pt x="113" y="404"/>
                    <a:pt x="234" y="194"/>
                    <a:pt x="385" y="108"/>
                  </a:cubicBezTo>
                  <a:cubicBezTo>
                    <a:pt x="414" y="92"/>
                    <a:pt x="424" y="57"/>
                    <a:pt x="408" y="30"/>
                  </a:cubicBezTo>
                  <a:cubicBezTo>
                    <a:pt x="397" y="10"/>
                    <a:pt x="378" y="0"/>
                    <a:pt x="357" y="0"/>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974981" y="2272412"/>
              <a:ext cx="191" cy="262"/>
            </a:xfrm>
            <a:custGeom>
              <a:rect b="b" l="l" r="r" t="t"/>
              <a:pathLst>
                <a:path extrusionOk="0" h="11" w="8">
                  <a:moveTo>
                    <a:pt x="1" y="1"/>
                  </a:moveTo>
                  <a:cubicBezTo>
                    <a:pt x="2" y="4"/>
                    <a:pt x="2" y="9"/>
                    <a:pt x="7" y="10"/>
                  </a:cubicBezTo>
                  <a:cubicBezTo>
                    <a:pt x="6" y="7"/>
                    <a:pt x="2" y="4"/>
                    <a:pt x="1"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974719" y="2267625"/>
              <a:ext cx="2882" cy="5549"/>
            </a:xfrm>
            <a:custGeom>
              <a:rect b="b" l="l" r="r" t="t"/>
              <a:pathLst>
                <a:path extrusionOk="0" h="233" w="121">
                  <a:moveTo>
                    <a:pt x="33" y="1"/>
                  </a:moveTo>
                  <a:cubicBezTo>
                    <a:pt x="18" y="56"/>
                    <a:pt x="7" y="111"/>
                    <a:pt x="0" y="169"/>
                  </a:cubicBezTo>
                  <a:cubicBezTo>
                    <a:pt x="0" y="181"/>
                    <a:pt x="4" y="194"/>
                    <a:pt x="12" y="203"/>
                  </a:cubicBezTo>
                  <a:cubicBezTo>
                    <a:pt x="15" y="208"/>
                    <a:pt x="17" y="210"/>
                    <a:pt x="18" y="213"/>
                  </a:cubicBezTo>
                  <a:cubicBezTo>
                    <a:pt x="28" y="224"/>
                    <a:pt x="39" y="229"/>
                    <a:pt x="52" y="232"/>
                  </a:cubicBezTo>
                  <a:lnTo>
                    <a:pt x="59" y="232"/>
                  </a:lnTo>
                  <a:cubicBezTo>
                    <a:pt x="89" y="232"/>
                    <a:pt x="114" y="210"/>
                    <a:pt x="115" y="179"/>
                  </a:cubicBezTo>
                  <a:cubicBezTo>
                    <a:pt x="115" y="171"/>
                    <a:pt x="117" y="164"/>
                    <a:pt x="120" y="156"/>
                  </a:cubicBezTo>
                  <a:cubicBezTo>
                    <a:pt x="88" y="106"/>
                    <a:pt x="59" y="56"/>
                    <a:pt x="33" y="1"/>
                  </a:cubicBezTo>
                  <a:close/>
                </a:path>
              </a:pathLst>
            </a:custGeom>
            <a:solidFill>
              <a:srgbClr val="B35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3296603" y="2968262"/>
              <a:ext cx="35341" cy="39271"/>
            </a:xfrm>
            <a:custGeom>
              <a:rect b="b" l="l" r="r" t="t"/>
              <a:pathLst>
                <a:path extrusionOk="0" h="1649" w="1484">
                  <a:moveTo>
                    <a:pt x="1023" y="0"/>
                  </a:moveTo>
                  <a:cubicBezTo>
                    <a:pt x="1021" y="0"/>
                    <a:pt x="1021" y="2"/>
                    <a:pt x="1018" y="2"/>
                  </a:cubicBezTo>
                  <a:cubicBezTo>
                    <a:pt x="655" y="143"/>
                    <a:pt x="365" y="370"/>
                    <a:pt x="203" y="642"/>
                  </a:cubicBezTo>
                  <a:cubicBezTo>
                    <a:pt x="25" y="937"/>
                    <a:pt x="0" y="1277"/>
                    <a:pt x="124" y="1648"/>
                  </a:cubicBezTo>
                  <a:lnTo>
                    <a:pt x="1483" y="1123"/>
                  </a:lnTo>
                  <a:cubicBezTo>
                    <a:pt x="1344" y="759"/>
                    <a:pt x="1187" y="362"/>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3286910" y="2938898"/>
              <a:ext cx="32484" cy="52845"/>
            </a:xfrm>
            <a:custGeom>
              <a:rect b="b" l="l" r="r" t="t"/>
              <a:pathLst>
                <a:path extrusionOk="0" h="2219" w="1364">
                  <a:moveTo>
                    <a:pt x="467" y="0"/>
                  </a:moveTo>
                  <a:cubicBezTo>
                    <a:pt x="433" y="0"/>
                    <a:pt x="399" y="6"/>
                    <a:pt x="365" y="19"/>
                  </a:cubicBezTo>
                  <a:cubicBezTo>
                    <a:pt x="305" y="42"/>
                    <a:pt x="276" y="82"/>
                    <a:pt x="262" y="134"/>
                  </a:cubicBezTo>
                  <a:cubicBezTo>
                    <a:pt x="182" y="405"/>
                    <a:pt x="561" y="1011"/>
                    <a:pt x="1" y="1308"/>
                  </a:cubicBezTo>
                  <a:cubicBezTo>
                    <a:pt x="75" y="1515"/>
                    <a:pt x="150" y="1731"/>
                    <a:pt x="223" y="1949"/>
                  </a:cubicBezTo>
                  <a:cubicBezTo>
                    <a:pt x="252" y="2039"/>
                    <a:pt x="281" y="2128"/>
                    <a:pt x="310" y="2218"/>
                  </a:cubicBezTo>
                  <a:cubicBezTo>
                    <a:pt x="336" y="2069"/>
                    <a:pt x="390" y="1925"/>
                    <a:pt x="471" y="1792"/>
                  </a:cubicBezTo>
                  <a:cubicBezTo>
                    <a:pt x="651" y="1492"/>
                    <a:pt x="967" y="1241"/>
                    <a:pt x="1364" y="1087"/>
                  </a:cubicBezTo>
                  <a:cubicBezTo>
                    <a:pt x="1074" y="478"/>
                    <a:pt x="76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3300461" y="2998674"/>
              <a:ext cx="36104" cy="21362"/>
            </a:xfrm>
            <a:custGeom>
              <a:rect b="b" l="l" r="r" t="t"/>
              <a:pathLst>
                <a:path extrusionOk="0" h="897" w="1516">
                  <a:moveTo>
                    <a:pt x="1380" y="0"/>
                  </a:moveTo>
                  <a:lnTo>
                    <a:pt x="1" y="533"/>
                  </a:lnTo>
                  <a:cubicBezTo>
                    <a:pt x="39" y="653"/>
                    <a:pt x="75" y="775"/>
                    <a:pt x="111" y="896"/>
                  </a:cubicBezTo>
                  <a:lnTo>
                    <a:pt x="1516" y="355"/>
                  </a:lnTo>
                  <a:cubicBezTo>
                    <a:pt x="1472" y="243"/>
                    <a:pt x="1427" y="125"/>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3188411" y="3041398"/>
              <a:ext cx="38366" cy="20124"/>
            </a:xfrm>
            <a:custGeom>
              <a:rect b="b" l="l" r="r" t="t"/>
              <a:pathLst>
                <a:path extrusionOk="0" h="845" w="1611">
                  <a:moveTo>
                    <a:pt x="1433" y="0"/>
                  </a:moveTo>
                  <a:lnTo>
                    <a:pt x="1" y="553"/>
                  </a:lnTo>
                  <a:lnTo>
                    <a:pt x="114" y="666"/>
                  </a:lnTo>
                  <a:lnTo>
                    <a:pt x="293" y="845"/>
                  </a:lnTo>
                  <a:lnTo>
                    <a:pt x="1610" y="336"/>
                  </a:lnTo>
                  <a:cubicBezTo>
                    <a:pt x="1574" y="271"/>
                    <a:pt x="1542" y="208"/>
                    <a:pt x="1508" y="143"/>
                  </a:cubicBezTo>
                  <a:cubicBezTo>
                    <a:pt x="1484" y="97"/>
                    <a:pt x="1458" y="49"/>
                    <a:pt x="1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3173336" y="3011510"/>
              <a:ext cx="47416" cy="40057"/>
            </a:xfrm>
            <a:custGeom>
              <a:rect b="b" l="l" r="r" t="t"/>
              <a:pathLst>
                <a:path extrusionOk="0" h="1682" w="1991">
                  <a:moveTo>
                    <a:pt x="1415" y="1"/>
                  </a:moveTo>
                  <a:cubicBezTo>
                    <a:pt x="990" y="377"/>
                    <a:pt x="553" y="717"/>
                    <a:pt x="297" y="915"/>
                  </a:cubicBezTo>
                  <a:cubicBezTo>
                    <a:pt x="182" y="1001"/>
                    <a:pt x="88" y="1088"/>
                    <a:pt x="0" y="1177"/>
                  </a:cubicBezTo>
                  <a:lnTo>
                    <a:pt x="506" y="1681"/>
                  </a:lnTo>
                  <a:lnTo>
                    <a:pt x="1990" y="1111"/>
                  </a:lnTo>
                  <a:cubicBezTo>
                    <a:pt x="1796" y="737"/>
                    <a:pt x="1603" y="366"/>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3446518" y="2968715"/>
              <a:ext cx="118623" cy="193854"/>
            </a:xfrm>
            <a:custGeom>
              <a:rect b="b" l="l" r="r" t="t"/>
              <a:pathLst>
                <a:path extrusionOk="0" h="8140" w="4981">
                  <a:moveTo>
                    <a:pt x="4745" y="1"/>
                  </a:moveTo>
                  <a:cubicBezTo>
                    <a:pt x="4113" y="406"/>
                    <a:pt x="3527" y="874"/>
                    <a:pt x="2998" y="1402"/>
                  </a:cubicBezTo>
                  <a:cubicBezTo>
                    <a:pt x="2741" y="1660"/>
                    <a:pt x="2497" y="1932"/>
                    <a:pt x="2269" y="2216"/>
                  </a:cubicBezTo>
                  <a:cubicBezTo>
                    <a:pt x="2144" y="2370"/>
                    <a:pt x="2026" y="2529"/>
                    <a:pt x="1909" y="2691"/>
                  </a:cubicBezTo>
                  <a:cubicBezTo>
                    <a:pt x="1757" y="2903"/>
                    <a:pt x="1609" y="3120"/>
                    <a:pt x="1473" y="3342"/>
                  </a:cubicBezTo>
                  <a:cubicBezTo>
                    <a:pt x="1389" y="3485"/>
                    <a:pt x="1306" y="3629"/>
                    <a:pt x="1227" y="3775"/>
                  </a:cubicBezTo>
                  <a:cubicBezTo>
                    <a:pt x="1123" y="3965"/>
                    <a:pt x="1026" y="4161"/>
                    <a:pt x="935" y="4360"/>
                  </a:cubicBezTo>
                  <a:cubicBezTo>
                    <a:pt x="818" y="4615"/>
                    <a:pt x="707" y="4874"/>
                    <a:pt x="609" y="5140"/>
                  </a:cubicBezTo>
                  <a:cubicBezTo>
                    <a:pt x="493" y="5454"/>
                    <a:pt x="392" y="5777"/>
                    <a:pt x="310" y="6104"/>
                  </a:cubicBezTo>
                  <a:cubicBezTo>
                    <a:pt x="141" y="6760"/>
                    <a:pt x="34" y="7441"/>
                    <a:pt x="0" y="8139"/>
                  </a:cubicBezTo>
                  <a:lnTo>
                    <a:pt x="488" y="8138"/>
                  </a:lnTo>
                  <a:cubicBezTo>
                    <a:pt x="660" y="4903"/>
                    <a:pt x="2410" y="2083"/>
                    <a:pt x="4980" y="428"/>
                  </a:cubicBezTo>
                  <a:lnTo>
                    <a:pt x="47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3446590" y="2930325"/>
              <a:ext cx="489374" cy="489827"/>
            </a:xfrm>
            <a:custGeom>
              <a:rect b="b" l="l" r="r" t="t"/>
              <a:pathLst>
                <a:path extrusionOk="0" h="20568" w="20549">
                  <a:moveTo>
                    <a:pt x="10264" y="0"/>
                  </a:moveTo>
                  <a:cubicBezTo>
                    <a:pt x="8645" y="0"/>
                    <a:pt x="7112" y="378"/>
                    <a:pt x="5747" y="1047"/>
                  </a:cubicBezTo>
                  <a:lnTo>
                    <a:pt x="5982" y="1475"/>
                  </a:lnTo>
                  <a:cubicBezTo>
                    <a:pt x="7277" y="843"/>
                    <a:pt x="8729" y="488"/>
                    <a:pt x="10264" y="488"/>
                  </a:cubicBezTo>
                  <a:cubicBezTo>
                    <a:pt x="15664" y="488"/>
                    <a:pt x="20061" y="4883"/>
                    <a:pt x="20061" y="10285"/>
                  </a:cubicBezTo>
                  <a:cubicBezTo>
                    <a:pt x="20061" y="15686"/>
                    <a:pt x="15665" y="20081"/>
                    <a:pt x="10264" y="20081"/>
                  </a:cubicBezTo>
                  <a:cubicBezTo>
                    <a:pt x="5070" y="20081"/>
                    <a:pt x="809" y="16018"/>
                    <a:pt x="488" y="10905"/>
                  </a:cubicBezTo>
                  <a:lnTo>
                    <a:pt x="0" y="10907"/>
                  </a:lnTo>
                  <a:cubicBezTo>
                    <a:pt x="62" y="11925"/>
                    <a:pt x="268" y="12900"/>
                    <a:pt x="605" y="13818"/>
                  </a:cubicBezTo>
                  <a:cubicBezTo>
                    <a:pt x="720" y="14132"/>
                    <a:pt x="850" y="14440"/>
                    <a:pt x="995" y="14740"/>
                  </a:cubicBezTo>
                  <a:cubicBezTo>
                    <a:pt x="1140" y="15040"/>
                    <a:pt x="1298" y="15331"/>
                    <a:pt x="1470" y="15613"/>
                  </a:cubicBezTo>
                  <a:cubicBezTo>
                    <a:pt x="1644" y="15895"/>
                    <a:pt x="1828" y="16171"/>
                    <a:pt x="2026" y="16433"/>
                  </a:cubicBezTo>
                  <a:cubicBezTo>
                    <a:pt x="3310" y="18150"/>
                    <a:pt x="5117" y="19454"/>
                    <a:pt x="7211" y="20104"/>
                  </a:cubicBezTo>
                  <a:cubicBezTo>
                    <a:pt x="7369" y="20154"/>
                    <a:pt x="7535" y="20201"/>
                    <a:pt x="7698" y="20243"/>
                  </a:cubicBezTo>
                  <a:cubicBezTo>
                    <a:pt x="8027" y="20329"/>
                    <a:pt x="8361" y="20397"/>
                    <a:pt x="8702" y="20449"/>
                  </a:cubicBezTo>
                  <a:cubicBezTo>
                    <a:pt x="9212" y="20527"/>
                    <a:pt x="9734" y="20568"/>
                    <a:pt x="10265" y="20568"/>
                  </a:cubicBezTo>
                  <a:cubicBezTo>
                    <a:pt x="15934" y="20568"/>
                    <a:pt x="20548" y="15955"/>
                    <a:pt x="20548" y="10285"/>
                  </a:cubicBezTo>
                  <a:cubicBezTo>
                    <a:pt x="20547" y="9396"/>
                    <a:pt x="20432" y="8538"/>
                    <a:pt x="20223" y="7716"/>
                  </a:cubicBezTo>
                  <a:cubicBezTo>
                    <a:pt x="20137" y="7389"/>
                    <a:pt x="20038" y="7066"/>
                    <a:pt x="19923" y="6752"/>
                  </a:cubicBezTo>
                  <a:cubicBezTo>
                    <a:pt x="19863" y="6594"/>
                    <a:pt x="19803" y="6439"/>
                    <a:pt x="19738" y="6286"/>
                  </a:cubicBezTo>
                  <a:cubicBezTo>
                    <a:pt x="19608" y="5979"/>
                    <a:pt x="19463" y="5679"/>
                    <a:pt x="19304" y="5387"/>
                  </a:cubicBezTo>
                  <a:cubicBezTo>
                    <a:pt x="19147" y="5095"/>
                    <a:pt x="18975" y="4812"/>
                    <a:pt x="18788" y="4538"/>
                  </a:cubicBezTo>
                  <a:cubicBezTo>
                    <a:pt x="16938" y="1801"/>
                    <a:pt x="13807" y="0"/>
                    <a:pt x="10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653804" y="3135444"/>
              <a:ext cx="76946" cy="79542"/>
            </a:xfrm>
            <a:custGeom>
              <a:rect b="b" l="l" r="r" t="t"/>
              <a:pathLst>
                <a:path extrusionOk="0" h="3340" w="3231">
                  <a:moveTo>
                    <a:pt x="1561" y="1"/>
                  </a:moveTo>
                  <a:cubicBezTo>
                    <a:pt x="1445" y="1"/>
                    <a:pt x="1331" y="14"/>
                    <a:pt x="1219" y="35"/>
                  </a:cubicBezTo>
                  <a:lnTo>
                    <a:pt x="1511" y="566"/>
                  </a:lnTo>
                  <a:cubicBezTo>
                    <a:pt x="1527" y="566"/>
                    <a:pt x="1543" y="561"/>
                    <a:pt x="1561" y="561"/>
                  </a:cubicBezTo>
                  <a:cubicBezTo>
                    <a:pt x="2174" y="561"/>
                    <a:pt x="2670" y="1059"/>
                    <a:pt x="2670" y="1670"/>
                  </a:cubicBezTo>
                  <a:cubicBezTo>
                    <a:pt x="2670" y="2279"/>
                    <a:pt x="2172" y="2778"/>
                    <a:pt x="1561" y="2778"/>
                  </a:cubicBezTo>
                  <a:cubicBezTo>
                    <a:pt x="1164" y="2778"/>
                    <a:pt x="819" y="2566"/>
                    <a:pt x="623" y="2252"/>
                  </a:cubicBezTo>
                  <a:lnTo>
                    <a:pt x="1" y="2253"/>
                  </a:lnTo>
                  <a:cubicBezTo>
                    <a:pt x="237" y="2887"/>
                    <a:pt x="846" y="3339"/>
                    <a:pt x="1561" y="3339"/>
                  </a:cubicBezTo>
                  <a:cubicBezTo>
                    <a:pt x="2482" y="3339"/>
                    <a:pt x="3230" y="2590"/>
                    <a:pt x="3230" y="1670"/>
                  </a:cubicBezTo>
                  <a:cubicBezTo>
                    <a:pt x="3230" y="751"/>
                    <a:pt x="2482" y="1"/>
                    <a:pt x="1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3720272" y="2992268"/>
              <a:ext cx="150701" cy="155202"/>
            </a:xfrm>
            <a:custGeom>
              <a:rect b="b" l="l" r="r" t="t"/>
              <a:pathLst>
                <a:path extrusionOk="0" h="6517" w="6328">
                  <a:moveTo>
                    <a:pt x="0" y="0"/>
                  </a:moveTo>
                  <a:lnTo>
                    <a:pt x="0" y="0"/>
                  </a:lnTo>
                  <a:cubicBezTo>
                    <a:pt x="195" y="55"/>
                    <a:pt x="391" y="107"/>
                    <a:pt x="585" y="159"/>
                  </a:cubicBezTo>
                  <a:lnTo>
                    <a:pt x="1151" y="357"/>
                  </a:lnTo>
                  <a:lnTo>
                    <a:pt x="1707" y="590"/>
                  </a:lnTo>
                  <a:lnTo>
                    <a:pt x="2242" y="864"/>
                  </a:lnTo>
                  <a:cubicBezTo>
                    <a:pt x="2938" y="1256"/>
                    <a:pt x="3579" y="1742"/>
                    <a:pt x="4133" y="2316"/>
                  </a:cubicBezTo>
                  <a:cubicBezTo>
                    <a:pt x="4690" y="2885"/>
                    <a:pt x="5159" y="3541"/>
                    <a:pt x="5532" y="4248"/>
                  </a:cubicBezTo>
                  <a:cubicBezTo>
                    <a:pt x="5901" y="4958"/>
                    <a:pt x="6165" y="5723"/>
                    <a:pt x="6327" y="6517"/>
                  </a:cubicBezTo>
                  <a:cubicBezTo>
                    <a:pt x="6303" y="6317"/>
                    <a:pt x="6277" y="6116"/>
                    <a:pt x="6246" y="5914"/>
                  </a:cubicBezTo>
                  <a:lnTo>
                    <a:pt x="6112" y="5317"/>
                  </a:lnTo>
                  <a:cubicBezTo>
                    <a:pt x="6053" y="5123"/>
                    <a:pt x="5987" y="4930"/>
                    <a:pt x="5924" y="4737"/>
                  </a:cubicBezTo>
                  <a:cubicBezTo>
                    <a:pt x="5849" y="4546"/>
                    <a:pt x="5768" y="4360"/>
                    <a:pt x="5689" y="4172"/>
                  </a:cubicBezTo>
                  <a:cubicBezTo>
                    <a:pt x="5347" y="3428"/>
                    <a:pt x="4869" y="2747"/>
                    <a:pt x="4300" y="2156"/>
                  </a:cubicBezTo>
                  <a:cubicBezTo>
                    <a:pt x="3726" y="1569"/>
                    <a:pt x="3060" y="1071"/>
                    <a:pt x="2326" y="707"/>
                  </a:cubicBezTo>
                  <a:lnTo>
                    <a:pt x="1767" y="456"/>
                  </a:lnTo>
                  <a:lnTo>
                    <a:pt x="1191" y="250"/>
                  </a:lnTo>
                  <a:lnTo>
                    <a:pt x="600" y="99"/>
                  </a:lnTo>
                  <a:cubicBezTo>
                    <a:pt x="399" y="63"/>
                    <a:pt x="200" y="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3511033"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8" y="3697"/>
                    <a:pt x="2276" y="3791"/>
                    <a:pt x="2385" y="3880"/>
                  </a:cubicBezTo>
                  <a:cubicBezTo>
                    <a:pt x="2495" y="3969"/>
                    <a:pt x="2599" y="4065"/>
                    <a:pt x="2709" y="4151"/>
                  </a:cubicBezTo>
                  <a:cubicBezTo>
                    <a:pt x="2941" y="4311"/>
                    <a:pt x="3161" y="4490"/>
                    <a:pt x="3409" y="4627"/>
                  </a:cubicBezTo>
                  <a:cubicBezTo>
                    <a:pt x="3531" y="4699"/>
                    <a:pt x="3647" y="4778"/>
                    <a:pt x="3774" y="4843"/>
                  </a:cubicBezTo>
                  <a:lnTo>
                    <a:pt x="4151" y="5031"/>
                  </a:lnTo>
                  <a:cubicBezTo>
                    <a:pt x="4278" y="5097"/>
                    <a:pt x="4409" y="5144"/>
                    <a:pt x="4540" y="5195"/>
                  </a:cubicBezTo>
                  <a:cubicBezTo>
                    <a:pt x="4673" y="5243"/>
                    <a:pt x="4803" y="5300"/>
                    <a:pt x="4937" y="5344"/>
                  </a:cubicBezTo>
                  <a:cubicBezTo>
                    <a:pt x="5210" y="5418"/>
                    <a:pt x="5477" y="5515"/>
                    <a:pt x="5754" y="5562"/>
                  </a:cubicBezTo>
                  <a:cubicBezTo>
                    <a:pt x="5892" y="5590"/>
                    <a:pt x="6030" y="5621"/>
                    <a:pt x="6169" y="5645"/>
                  </a:cubicBezTo>
                  <a:lnTo>
                    <a:pt x="6589" y="5695"/>
                  </a:lnTo>
                  <a:cubicBezTo>
                    <a:pt x="6869" y="5741"/>
                    <a:pt x="7153" y="5724"/>
                    <a:pt x="7431" y="5736"/>
                  </a:cubicBezTo>
                  <a:cubicBezTo>
                    <a:pt x="7995" y="5728"/>
                    <a:pt x="8556" y="5660"/>
                    <a:pt x="9101" y="5530"/>
                  </a:cubicBezTo>
                  <a:cubicBezTo>
                    <a:pt x="9644" y="5392"/>
                    <a:pt x="10175" y="5203"/>
                    <a:pt x="10669" y="4948"/>
                  </a:cubicBezTo>
                  <a:lnTo>
                    <a:pt x="10669" y="4948"/>
                  </a:lnTo>
                  <a:cubicBezTo>
                    <a:pt x="9690" y="5348"/>
                    <a:pt x="8646" y="5559"/>
                    <a:pt x="7602" y="5559"/>
                  </a:cubicBezTo>
                  <a:cubicBezTo>
                    <a:pt x="7545" y="5559"/>
                    <a:pt x="7488" y="5559"/>
                    <a:pt x="7431" y="5558"/>
                  </a:cubicBezTo>
                  <a:cubicBezTo>
                    <a:pt x="6334" y="5524"/>
                    <a:pt x="5235" y="5300"/>
                    <a:pt x="4247" y="4820"/>
                  </a:cubicBezTo>
                  <a:lnTo>
                    <a:pt x="3879" y="4647"/>
                  </a:lnTo>
                  <a:cubicBezTo>
                    <a:pt x="3757" y="4584"/>
                    <a:pt x="3641" y="4509"/>
                    <a:pt x="3522" y="4441"/>
                  </a:cubicBezTo>
                  <a:cubicBezTo>
                    <a:pt x="3279" y="4311"/>
                    <a:pt x="3064" y="4139"/>
                    <a:pt x="2837" y="3987"/>
                  </a:cubicBezTo>
                  <a:cubicBezTo>
                    <a:pt x="2407" y="3647"/>
                    <a:pt x="1993" y="3285"/>
                    <a:pt x="1634" y="2866"/>
                  </a:cubicBezTo>
                  <a:cubicBezTo>
                    <a:pt x="1442" y="2670"/>
                    <a:pt x="1289"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747667" y="3135610"/>
              <a:ext cx="79518" cy="79328"/>
            </a:xfrm>
            <a:custGeom>
              <a:rect b="b" l="l" r="r" t="t"/>
              <a:pathLst>
                <a:path extrusionOk="0" h="3331" w="3339">
                  <a:moveTo>
                    <a:pt x="1527" y="0"/>
                  </a:moveTo>
                  <a:lnTo>
                    <a:pt x="1527" y="0"/>
                  </a:lnTo>
                  <a:cubicBezTo>
                    <a:pt x="673" y="73"/>
                    <a:pt x="0" y="789"/>
                    <a:pt x="0" y="1661"/>
                  </a:cubicBezTo>
                  <a:cubicBezTo>
                    <a:pt x="0" y="2580"/>
                    <a:pt x="750" y="3331"/>
                    <a:pt x="1669" y="3331"/>
                  </a:cubicBezTo>
                  <a:cubicBezTo>
                    <a:pt x="2590" y="3331"/>
                    <a:pt x="3339" y="2580"/>
                    <a:pt x="3339" y="1661"/>
                  </a:cubicBezTo>
                  <a:cubicBezTo>
                    <a:pt x="3339" y="1102"/>
                    <a:pt x="3061" y="608"/>
                    <a:pt x="2638" y="303"/>
                  </a:cubicBezTo>
                  <a:lnTo>
                    <a:pt x="2470" y="900"/>
                  </a:lnTo>
                  <a:cubicBezTo>
                    <a:pt x="2660" y="1097"/>
                    <a:pt x="2778" y="1365"/>
                    <a:pt x="2778" y="1661"/>
                  </a:cubicBezTo>
                  <a:cubicBezTo>
                    <a:pt x="2778" y="2272"/>
                    <a:pt x="2282" y="2770"/>
                    <a:pt x="1669" y="2770"/>
                  </a:cubicBezTo>
                  <a:cubicBezTo>
                    <a:pt x="1058" y="2770"/>
                    <a:pt x="561" y="2272"/>
                    <a:pt x="561" y="1661"/>
                  </a:cubicBezTo>
                  <a:cubicBezTo>
                    <a:pt x="562" y="1162"/>
                    <a:pt x="896" y="744"/>
                    <a:pt x="1353" y="606"/>
                  </a:cubicBezTo>
                  <a:lnTo>
                    <a:pt x="1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850048" y="3000294"/>
              <a:ext cx="117360" cy="147177"/>
            </a:xfrm>
            <a:custGeom>
              <a:rect b="b" l="l" r="r" t="t"/>
              <a:pathLst>
                <a:path extrusionOk="0" h="6180" w="4928">
                  <a:moveTo>
                    <a:pt x="35" y="0"/>
                  </a:moveTo>
                  <a:lnTo>
                    <a:pt x="1" y="123"/>
                  </a:lnTo>
                  <a:lnTo>
                    <a:pt x="310" y="253"/>
                  </a:lnTo>
                  <a:lnTo>
                    <a:pt x="842" y="527"/>
                  </a:lnTo>
                  <a:cubicBezTo>
                    <a:pt x="1539" y="919"/>
                    <a:pt x="2179" y="1405"/>
                    <a:pt x="2733" y="1979"/>
                  </a:cubicBezTo>
                  <a:cubicBezTo>
                    <a:pt x="3291" y="2548"/>
                    <a:pt x="3759" y="3204"/>
                    <a:pt x="4132" y="3911"/>
                  </a:cubicBezTo>
                  <a:cubicBezTo>
                    <a:pt x="4501" y="4621"/>
                    <a:pt x="4765" y="5386"/>
                    <a:pt x="4927" y="6180"/>
                  </a:cubicBezTo>
                  <a:cubicBezTo>
                    <a:pt x="4903" y="5980"/>
                    <a:pt x="4877" y="5779"/>
                    <a:pt x="4846" y="5577"/>
                  </a:cubicBezTo>
                  <a:lnTo>
                    <a:pt x="4712" y="4980"/>
                  </a:lnTo>
                  <a:cubicBezTo>
                    <a:pt x="4654" y="4786"/>
                    <a:pt x="4587" y="4593"/>
                    <a:pt x="4524" y="4400"/>
                  </a:cubicBezTo>
                  <a:cubicBezTo>
                    <a:pt x="4449" y="4209"/>
                    <a:pt x="4368" y="4023"/>
                    <a:pt x="4289" y="3835"/>
                  </a:cubicBezTo>
                  <a:cubicBezTo>
                    <a:pt x="3947" y="3091"/>
                    <a:pt x="3469" y="2410"/>
                    <a:pt x="2898" y="1819"/>
                  </a:cubicBezTo>
                  <a:cubicBezTo>
                    <a:pt x="2326" y="1232"/>
                    <a:pt x="1659" y="734"/>
                    <a:pt x="926" y="370"/>
                  </a:cubicBezTo>
                  <a:lnTo>
                    <a:pt x="367" y="119"/>
                  </a:ln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816635" y="2992268"/>
              <a:ext cx="7502" cy="1977"/>
            </a:xfrm>
            <a:custGeom>
              <a:rect b="b" l="l" r="r" t="t"/>
              <a:pathLst>
                <a:path extrusionOk="0" h="83" w="315">
                  <a:moveTo>
                    <a:pt x="0" y="0"/>
                  </a:moveTo>
                  <a:cubicBezTo>
                    <a:pt x="102" y="29"/>
                    <a:pt x="204" y="55"/>
                    <a:pt x="308" y="83"/>
                  </a:cubicBezTo>
                  <a:lnTo>
                    <a:pt x="315" y="54"/>
                  </a:lnTo>
                  <a:cubicBezTo>
                    <a:pt x="211" y="37"/>
                    <a:pt x="106"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2607397" y="3223488"/>
              <a:ext cx="254106" cy="136722"/>
            </a:xfrm>
            <a:custGeom>
              <a:rect b="b" l="l" r="r" t="t"/>
              <a:pathLst>
                <a:path extrusionOk="0" h="5741" w="10670">
                  <a:moveTo>
                    <a:pt x="1" y="0"/>
                  </a:moveTo>
                  <a:lnTo>
                    <a:pt x="1" y="0"/>
                  </a:lnTo>
                  <a:cubicBezTo>
                    <a:pt x="273" y="1078"/>
                    <a:pt x="769" y="2119"/>
                    <a:pt x="1498" y="2976"/>
                  </a:cubicBezTo>
                  <a:lnTo>
                    <a:pt x="1772" y="3298"/>
                  </a:lnTo>
                  <a:lnTo>
                    <a:pt x="2072" y="3597"/>
                  </a:lnTo>
                  <a:cubicBezTo>
                    <a:pt x="2169" y="3697"/>
                    <a:pt x="2276" y="3791"/>
                    <a:pt x="2386" y="3880"/>
                  </a:cubicBezTo>
                  <a:cubicBezTo>
                    <a:pt x="2495" y="3969"/>
                    <a:pt x="2599" y="4065"/>
                    <a:pt x="2710" y="4151"/>
                  </a:cubicBezTo>
                  <a:cubicBezTo>
                    <a:pt x="2941" y="4311"/>
                    <a:pt x="3161" y="4490"/>
                    <a:pt x="3409" y="4627"/>
                  </a:cubicBezTo>
                  <a:cubicBezTo>
                    <a:pt x="3530" y="4699"/>
                    <a:pt x="3647" y="4778"/>
                    <a:pt x="3774" y="4843"/>
                  </a:cubicBezTo>
                  <a:lnTo>
                    <a:pt x="4153" y="5031"/>
                  </a:lnTo>
                  <a:cubicBezTo>
                    <a:pt x="4278" y="5097"/>
                    <a:pt x="4409" y="5144"/>
                    <a:pt x="4542" y="5195"/>
                  </a:cubicBezTo>
                  <a:cubicBezTo>
                    <a:pt x="4673" y="5243"/>
                    <a:pt x="4803" y="5300"/>
                    <a:pt x="4939" y="5344"/>
                  </a:cubicBezTo>
                  <a:cubicBezTo>
                    <a:pt x="5209" y="5418"/>
                    <a:pt x="5477" y="5515"/>
                    <a:pt x="5754" y="5562"/>
                  </a:cubicBezTo>
                  <a:cubicBezTo>
                    <a:pt x="5893" y="5590"/>
                    <a:pt x="6031" y="5621"/>
                    <a:pt x="6170" y="5645"/>
                  </a:cubicBezTo>
                  <a:lnTo>
                    <a:pt x="6589" y="5695"/>
                  </a:lnTo>
                  <a:cubicBezTo>
                    <a:pt x="6869" y="5741"/>
                    <a:pt x="7153" y="5724"/>
                    <a:pt x="7433" y="5736"/>
                  </a:cubicBezTo>
                  <a:cubicBezTo>
                    <a:pt x="7995" y="5728"/>
                    <a:pt x="8556" y="5660"/>
                    <a:pt x="9101" y="5530"/>
                  </a:cubicBezTo>
                  <a:cubicBezTo>
                    <a:pt x="9643" y="5392"/>
                    <a:pt x="10175" y="5203"/>
                    <a:pt x="10669" y="4948"/>
                  </a:cubicBezTo>
                  <a:lnTo>
                    <a:pt x="10669" y="4948"/>
                  </a:lnTo>
                  <a:cubicBezTo>
                    <a:pt x="9692" y="5348"/>
                    <a:pt x="8646" y="5559"/>
                    <a:pt x="7601" y="5559"/>
                  </a:cubicBezTo>
                  <a:cubicBezTo>
                    <a:pt x="7545" y="5559"/>
                    <a:pt x="7488" y="5559"/>
                    <a:pt x="7431" y="5558"/>
                  </a:cubicBezTo>
                  <a:cubicBezTo>
                    <a:pt x="6334" y="5524"/>
                    <a:pt x="5235" y="5300"/>
                    <a:pt x="4247" y="4820"/>
                  </a:cubicBezTo>
                  <a:lnTo>
                    <a:pt x="3879" y="4647"/>
                  </a:lnTo>
                  <a:cubicBezTo>
                    <a:pt x="3757" y="4584"/>
                    <a:pt x="3642" y="4509"/>
                    <a:pt x="3522" y="4441"/>
                  </a:cubicBezTo>
                  <a:cubicBezTo>
                    <a:pt x="3279" y="4311"/>
                    <a:pt x="3064" y="4139"/>
                    <a:pt x="2837" y="3987"/>
                  </a:cubicBezTo>
                  <a:cubicBezTo>
                    <a:pt x="2409" y="3647"/>
                    <a:pt x="1992" y="3285"/>
                    <a:pt x="1634" y="2866"/>
                  </a:cubicBezTo>
                  <a:cubicBezTo>
                    <a:pt x="1441" y="2670"/>
                    <a:pt x="1291" y="2436"/>
                    <a:pt x="1116" y="2221"/>
                  </a:cubicBezTo>
                  <a:lnTo>
                    <a:pt x="890" y="1875"/>
                  </a:lnTo>
                  <a:lnTo>
                    <a:pt x="777" y="1700"/>
                  </a:lnTo>
                  <a:lnTo>
                    <a:pt x="678" y="1517"/>
                  </a:lnTo>
                  <a:cubicBezTo>
                    <a:pt x="388" y="1046"/>
                    <a:pt x="195" y="52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3245853" y="3263354"/>
              <a:ext cx="171420" cy="73588"/>
            </a:xfrm>
            <a:custGeom>
              <a:rect b="b" l="l" r="r" t="t"/>
              <a:pathLst>
                <a:path extrusionOk="0" h="3090" w="7198">
                  <a:moveTo>
                    <a:pt x="7061" y="0"/>
                  </a:moveTo>
                  <a:lnTo>
                    <a:pt x="5626" y="553"/>
                  </a:lnTo>
                  <a:lnTo>
                    <a:pt x="4441" y="1009"/>
                  </a:lnTo>
                  <a:lnTo>
                    <a:pt x="3984" y="1185"/>
                  </a:lnTo>
                  <a:lnTo>
                    <a:pt x="13" y="2717"/>
                  </a:lnTo>
                  <a:cubicBezTo>
                    <a:pt x="10" y="2718"/>
                    <a:pt x="4" y="2718"/>
                    <a:pt x="0" y="2718"/>
                  </a:cubicBezTo>
                  <a:cubicBezTo>
                    <a:pt x="18" y="2835"/>
                    <a:pt x="46" y="2957"/>
                    <a:pt x="99" y="3089"/>
                  </a:cubicBezTo>
                  <a:lnTo>
                    <a:pt x="1388" y="2594"/>
                  </a:lnTo>
                  <a:lnTo>
                    <a:pt x="4595" y="1357"/>
                  </a:lnTo>
                  <a:lnTo>
                    <a:pt x="7198" y="355"/>
                  </a:lnTo>
                  <a:cubicBezTo>
                    <a:pt x="7155" y="244"/>
                    <a:pt x="7108" y="124"/>
                    <a:pt x="7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3232993" y="3124132"/>
              <a:ext cx="167062" cy="200117"/>
            </a:xfrm>
            <a:custGeom>
              <a:rect b="b" l="l" r="r" t="t"/>
              <a:pathLst>
                <a:path extrusionOk="0" h="8403" w="7015">
                  <a:moveTo>
                    <a:pt x="1417" y="1"/>
                  </a:moveTo>
                  <a:cubicBezTo>
                    <a:pt x="1334" y="40"/>
                    <a:pt x="1255" y="82"/>
                    <a:pt x="1179" y="131"/>
                  </a:cubicBezTo>
                  <a:cubicBezTo>
                    <a:pt x="847" y="336"/>
                    <a:pt x="566" y="615"/>
                    <a:pt x="364" y="947"/>
                  </a:cubicBezTo>
                  <a:cubicBezTo>
                    <a:pt x="135" y="1320"/>
                    <a:pt x="1" y="1756"/>
                    <a:pt x="1" y="2224"/>
                  </a:cubicBezTo>
                  <a:cubicBezTo>
                    <a:pt x="1" y="3578"/>
                    <a:pt x="1103" y="4680"/>
                    <a:pt x="2456" y="4680"/>
                  </a:cubicBezTo>
                  <a:cubicBezTo>
                    <a:pt x="2712" y="4680"/>
                    <a:pt x="2957" y="4641"/>
                    <a:pt x="3188" y="4568"/>
                  </a:cubicBezTo>
                  <a:cubicBezTo>
                    <a:pt x="3247" y="4701"/>
                    <a:pt x="3342" y="4838"/>
                    <a:pt x="3456" y="4957"/>
                  </a:cubicBezTo>
                  <a:cubicBezTo>
                    <a:pt x="3449" y="4988"/>
                    <a:pt x="3436" y="5022"/>
                    <a:pt x="3425" y="5054"/>
                  </a:cubicBezTo>
                  <a:cubicBezTo>
                    <a:pt x="3504" y="5064"/>
                    <a:pt x="3581" y="5078"/>
                    <a:pt x="3658" y="5098"/>
                  </a:cubicBezTo>
                  <a:cubicBezTo>
                    <a:pt x="3889" y="5158"/>
                    <a:pt x="4109" y="5257"/>
                    <a:pt x="4307" y="5394"/>
                  </a:cubicBezTo>
                  <a:cubicBezTo>
                    <a:pt x="4342" y="5420"/>
                    <a:pt x="4352" y="5471"/>
                    <a:pt x="4326" y="5508"/>
                  </a:cubicBezTo>
                  <a:cubicBezTo>
                    <a:pt x="4310" y="5530"/>
                    <a:pt x="4286" y="5542"/>
                    <a:pt x="4260" y="5542"/>
                  </a:cubicBezTo>
                  <a:cubicBezTo>
                    <a:pt x="4243" y="5542"/>
                    <a:pt x="4227" y="5539"/>
                    <a:pt x="4213" y="5527"/>
                  </a:cubicBezTo>
                  <a:cubicBezTo>
                    <a:pt x="4068" y="5428"/>
                    <a:pt x="3911" y="5352"/>
                    <a:pt x="3748" y="5297"/>
                  </a:cubicBezTo>
                  <a:cubicBezTo>
                    <a:pt x="3626" y="5257"/>
                    <a:pt x="3498" y="5224"/>
                    <a:pt x="3370" y="5210"/>
                  </a:cubicBezTo>
                  <a:cubicBezTo>
                    <a:pt x="3367" y="5210"/>
                    <a:pt x="3362" y="5208"/>
                    <a:pt x="3359" y="5206"/>
                  </a:cubicBezTo>
                  <a:cubicBezTo>
                    <a:pt x="3295" y="5321"/>
                    <a:pt x="3208" y="5445"/>
                    <a:pt x="3101" y="5574"/>
                  </a:cubicBezTo>
                  <a:cubicBezTo>
                    <a:pt x="3385" y="5623"/>
                    <a:pt x="3655" y="5740"/>
                    <a:pt x="3885" y="5915"/>
                  </a:cubicBezTo>
                  <a:cubicBezTo>
                    <a:pt x="3921" y="5944"/>
                    <a:pt x="3927" y="5994"/>
                    <a:pt x="3898" y="6028"/>
                  </a:cubicBezTo>
                  <a:cubicBezTo>
                    <a:pt x="3882" y="6049"/>
                    <a:pt x="3858" y="6060"/>
                    <a:pt x="3833" y="6060"/>
                  </a:cubicBezTo>
                  <a:cubicBezTo>
                    <a:pt x="3816" y="6060"/>
                    <a:pt x="3799" y="6056"/>
                    <a:pt x="3783" y="6044"/>
                  </a:cubicBezTo>
                  <a:cubicBezTo>
                    <a:pt x="3558" y="5872"/>
                    <a:pt x="3294" y="5764"/>
                    <a:pt x="3013" y="5725"/>
                  </a:cubicBezTo>
                  <a:cubicBezTo>
                    <a:pt x="3002" y="5723"/>
                    <a:pt x="2991" y="5718"/>
                    <a:pt x="2981" y="5712"/>
                  </a:cubicBezTo>
                  <a:cubicBezTo>
                    <a:pt x="2889" y="5817"/>
                    <a:pt x="2785" y="5926"/>
                    <a:pt x="2675" y="6031"/>
                  </a:cubicBezTo>
                  <a:cubicBezTo>
                    <a:pt x="2910" y="6124"/>
                    <a:pt x="3135" y="6237"/>
                    <a:pt x="3346" y="6375"/>
                  </a:cubicBezTo>
                  <a:cubicBezTo>
                    <a:pt x="3385" y="6399"/>
                    <a:pt x="3394" y="6449"/>
                    <a:pt x="3370" y="6488"/>
                  </a:cubicBezTo>
                  <a:cubicBezTo>
                    <a:pt x="3360" y="6506"/>
                    <a:pt x="3336" y="6521"/>
                    <a:pt x="3307" y="6521"/>
                  </a:cubicBezTo>
                  <a:cubicBezTo>
                    <a:pt x="3291" y="6521"/>
                    <a:pt x="3278" y="6517"/>
                    <a:pt x="3263" y="6509"/>
                  </a:cubicBezTo>
                  <a:cubicBezTo>
                    <a:pt x="3051" y="6372"/>
                    <a:pt x="2819" y="6253"/>
                    <a:pt x="2579" y="6163"/>
                  </a:cubicBezTo>
                  <a:cubicBezTo>
                    <a:pt x="2573" y="6158"/>
                    <a:pt x="2565" y="6154"/>
                    <a:pt x="2558" y="6148"/>
                  </a:cubicBezTo>
                  <a:cubicBezTo>
                    <a:pt x="2064" y="6616"/>
                    <a:pt x="1490" y="7064"/>
                    <a:pt x="1180" y="7300"/>
                  </a:cubicBezTo>
                  <a:cubicBezTo>
                    <a:pt x="746" y="7631"/>
                    <a:pt x="510" y="7963"/>
                    <a:pt x="521" y="8402"/>
                  </a:cubicBezTo>
                  <a:lnTo>
                    <a:pt x="4457" y="6885"/>
                  </a:lnTo>
                  <a:lnTo>
                    <a:pt x="4913" y="6709"/>
                  </a:lnTo>
                  <a:lnTo>
                    <a:pt x="6031" y="6278"/>
                  </a:lnTo>
                  <a:cubicBezTo>
                    <a:pt x="5892" y="5859"/>
                    <a:pt x="5921" y="5466"/>
                    <a:pt x="6120" y="5127"/>
                  </a:cubicBezTo>
                  <a:cubicBezTo>
                    <a:pt x="6302" y="4825"/>
                    <a:pt x="6618" y="4576"/>
                    <a:pt x="7015" y="4422"/>
                  </a:cubicBezTo>
                  <a:cubicBezTo>
                    <a:pt x="6725" y="3812"/>
                    <a:pt x="6414" y="3335"/>
                    <a:pt x="6117" y="3335"/>
                  </a:cubicBezTo>
                  <a:cubicBezTo>
                    <a:pt x="6083" y="3335"/>
                    <a:pt x="6050" y="3341"/>
                    <a:pt x="6016" y="3354"/>
                  </a:cubicBezTo>
                  <a:cubicBezTo>
                    <a:pt x="5791" y="3441"/>
                    <a:pt x="5955" y="3774"/>
                    <a:pt x="5963" y="4101"/>
                  </a:cubicBezTo>
                  <a:cubicBezTo>
                    <a:pt x="5969" y="4333"/>
                    <a:pt x="5897" y="4560"/>
                    <a:pt x="5550" y="4693"/>
                  </a:cubicBezTo>
                  <a:cubicBezTo>
                    <a:pt x="5459" y="4728"/>
                    <a:pt x="5369" y="4742"/>
                    <a:pt x="5283" y="4742"/>
                  </a:cubicBezTo>
                  <a:cubicBezTo>
                    <a:pt x="4967" y="4742"/>
                    <a:pt x="4702" y="4545"/>
                    <a:pt x="4636" y="4461"/>
                  </a:cubicBezTo>
                  <a:cubicBezTo>
                    <a:pt x="4579" y="4388"/>
                    <a:pt x="4417" y="4164"/>
                    <a:pt x="4117" y="4027"/>
                  </a:cubicBezTo>
                  <a:cubicBezTo>
                    <a:pt x="3994" y="3970"/>
                    <a:pt x="3846" y="3931"/>
                    <a:pt x="3671" y="3923"/>
                  </a:cubicBezTo>
                  <a:cubicBezTo>
                    <a:pt x="3649" y="3921"/>
                    <a:pt x="3629" y="3920"/>
                    <a:pt x="3607" y="3920"/>
                  </a:cubicBezTo>
                  <a:cubicBezTo>
                    <a:pt x="3595" y="3920"/>
                    <a:pt x="3587" y="3918"/>
                    <a:pt x="3574" y="3918"/>
                  </a:cubicBezTo>
                  <a:cubicBezTo>
                    <a:pt x="3388" y="3921"/>
                    <a:pt x="3268" y="3976"/>
                    <a:pt x="3198" y="4057"/>
                  </a:cubicBezTo>
                  <a:lnTo>
                    <a:pt x="3072" y="3774"/>
                  </a:lnTo>
                  <a:cubicBezTo>
                    <a:pt x="2882" y="3848"/>
                    <a:pt x="2675" y="3890"/>
                    <a:pt x="2458" y="3890"/>
                  </a:cubicBezTo>
                  <a:cubicBezTo>
                    <a:pt x="1539" y="3890"/>
                    <a:pt x="788" y="3142"/>
                    <a:pt x="788" y="2221"/>
                  </a:cubicBezTo>
                  <a:cubicBezTo>
                    <a:pt x="788" y="1973"/>
                    <a:pt x="845" y="1735"/>
                    <a:pt x="942" y="1524"/>
                  </a:cubicBezTo>
                  <a:cubicBezTo>
                    <a:pt x="1116" y="1152"/>
                    <a:pt x="1419" y="855"/>
                    <a:pt x="1796" y="690"/>
                  </a:cubicBezTo>
                  <a:cubicBezTo>
                    <a:pt x="1767" y="638"/>
                    <a:pt x="1740" y="584"/>
                    <a:pt x="1709" y="532"/>
                  </a:cubicBezTo>
                  <a:cubicBezTo>
                    <a:pt x="1613" y="357"/>
                    <a:pt x="1516" y="179"/>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377312" y="3232871"/>
              <a:ext cx="35341" cy="39271"/>
            </a:xfrm>
            <a:custGeom>
              <a:rect b="b" l="l" r="r" t="t"/>
              <a:pathLst>
                <a:path extrusionOk="0" h="1649" w="1484">
                  <a:moveTo>
                    <a:pt x="1023" y="0"/>
                  </a:moveTo>
                  <a:cubicBezTo>
                    <a:pt x="1021" y="0"/>
                    <a:pt x="1021" y="2"/>
                    <a:pt x="1020" y="2"/>
                  </a:cubicBezTo>
                  <a:cubicBezTo>
                    <a:pt x="655" y="146"/>
                    <a:pt x="365" y="371"/>
                    <a:pt x="203" y="642"/>
                  </a:cubicBezTo>
                  <a:cubicBezTo>
                    <a:pt x="25" y="939"/>
                    <a:pt x="0" y="1279"/>
                    <a:pt x="123" y="1648"/>
                  </a:cubicBezTo>
                  <a:lnTo>
                    <a:pt x="1483" y="1125"/>
                  </a:lnTo>
                  <a:cubicBezTo>
                    <a:pt x="1344" y="757"/>
                    <a:pt x="1188" y="363"/>
                    <a:pt x="1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2971171" y="2135476"/>
              <a:ext cx="60371" cy="57656"/>
            </a:xfrm>
            <a:custGeom>
              <a:rect b="b" l="l" r="r" t="t"/>
              <a:pathLst>
                <a:path extrusionOk="0" h="2421" w="2535">
                  <a:moveTo>
                    <a:pt x="0" y="1"/>
                  </a:moveTo>
                  <a:cubicBezTo>
                    <a:pt x="1" y="1"/>
                    <a:pt x="2" y="1"/>
                    <a:pt x="3" y="1"/>
                  </a:cubicBezTo>
                  <a:lnTo>
                    <a:pt x="3" y="1"/>
                  </a:lnTo>
                  <a:cubicBezTo>
                    <a:pt x="2" y="1"/>
                    <a:pt x="1" y="1"/>
                    <a:pt x="0" y="1"/>
                  </a:cubicBezTo>
                  <a:close/>
                  <a:moveTo>
                    <a:pt x="3" y="1"/>
                  </a:moveTo>
                  <a:lnTo>
                    <a:pt x="3" y="1"/>
                  </a:lnTo>
                  <a:cubicBezTo>
                    <a:pt x="4" y="3"/>
                    <a:pt x="6" y="4"/>
                    <a:pt x="7" y="6"/>
                  </a:cubicBezTo>
                  <a:cubicBezTo>
                    <a:pt x="44" y="25"/>
                    <a:pt x="80" y="48"/>
                    <a:pt x="120" y="72"/>
                  </a:cubicBezTo>
                  <a:cubicBezTo>
                    <a:pt x="752" y="463"/>
                    <a:pt x="1751" y="1320"/>
                    <a:pt x="2186" y="2253"/>
                  </a:cubicBezTo>
                  <a:lnTo>
                    <a:pt x="2188" y="2255"/>
                  </a:lnTo>
                  <a:cubicBezTo>
                    <a:pt x="2264" y="2294"/>
                    <a:pt x="2339" y="2328"/>
                    <a:pt x="2413" y="2364"/>
                  </a:cubicBezTo>
                  <a:cubicBezTo>
                    <a:pt x="2454" y="2381"/>
                    <a:pt x="2493" y="2404"/>
                    <a:pt x="2533" y="2420"/>
                  </a:cubicBezTo>
                  <a:lnTo>
                    <a:pt x="2535" y="2420"/>
                  </a:lnTo>
                  <a:cubicBezTo>
                    <a:pt x="2457" y="2132"/>
                    <a:pt x="2331" y="1860"/>
                    <a:pt x="2169" y="1605"/>
                  </a:cubicBezTo>
                  <a:cubicBezTo>
                    <a:pt x="1934" y="1237"/>
                    <a:pt x="1624" y="913"/>
                    <a:pt x="1268" y="646"/>
                  </a:cubicBezTo>
                  <a:cubicBezTo>
                    <a:pt x="969" y="422"/>
                    <a:pt x="644" y="242"/>
                    <a:pt x="305" y="109"/>
                  </a:cubicBezTo>
                  <a:cubicBezTo>
                    <a:pt x="204" y="69"/>
                    <a:pt x="106" y="32"/>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2933853" y="2161839"/>
              <a:ext cx="51202" cy="48916"/>
            </a:xfrm>
            <a:custGeom>
              <a:rect b="b" l="l" r="r" t="t"/>
              <a:pathLst>
                <a:path extrusionOk="0" h="2054" w="2150">
                  <a:moveTo>
                    <a:pt x="0" y="1"/>
                  </a:moveTo>
                  <a:lnTo>
                    <a:pt x="0" y="1"/>
                  </a:lnTo>
                  <a:cubicBezTo>
                    <a:pt x="1" y="1"/>
                    <a:pt x="3" y="1"/>
                    <a:pt x="4" y="2"/>
                  </a:cubicBezTo>
                  <a:lnTo>
                    <a:pt x="4" y="2"/>
                  </a:lnTo>
                  <a:cubicBezTo>
                    <a:pt x="3" y="1"/>
                    <a:pt x="1" y="1"/>
                    <a:pt x="0" y="1"/>
                  </a:cubicBezTo>
                  <a:close/>
                  <a:moveTo>
                    <a:pt x="4" y="2"/>
                  </a:moveTo>
                  <a:lnTo>
                    <a:pt x="4" y="2"/>
                  </a:lnTo>
                  <a:cubicBezTo>
                    <a:pt x="4" y="2"/>
                    <a:pt x="5" y="2"/>
                    <a:pt x="5" y="2"/>
                  </a:cubicBezTo>
                  <a:cubicBezTo>
                    <a:pt x="532" y="302"/>
                    <a:pt x="1463" y="1072"/>
                    <a:pt x="1854" y="1913"/>
                  </a:cubicBezTo>
                  <a:lnTo>
                    <a:pt x="1856" y="1915"/>
                  </a:lnTo>
                  <a:cubicBezTo>
                    <a:pt x="1919" y="1947"/>
                    <a:pt x="1984" y="1978"/>
                    <a:pt x="2047" y="2005"/>
                  </a:cubicBezTo>
                  <a:cubicBezTo>
                    <a:pt x="2081" y="2022"/>
                    <a:pt x="2113" y="2039"/>
                    <a:pt x="2147" y="2054"/>
                  </a:cubicBezTo>
                  <a:lnTo>
                    <a:pt x="2149" y="2054"/>
                  </a:lnTo>
                  <a:cubicBezTo>
                    <a:pt x="2083" y="1809"/>
                    <a:pt x="1976" y="1576"/>
                    <a:pt x="1836" y="1362"/>
                  </a:cubicBezTo>
                  <a:cubicBezTo>
                    <a:pt x="1639" y="1054"/>
                    <a:pt x="1378" y="780"/>
                    <a:pt x="1079" y="553"/>
                  </a:cubicBezTo>
                  <a:cubicBezTo>
                    <a:pt x="755" y="308"/>
                    <a:pt x="385" y="115"/>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2900726" y="2191203"/>
              <a:ext cx="40867" cy="39057"/>
            </a:xfrm>
            <a:custGeom>
              <a:rect b="b" l="l" r="r" t="t"/>
              <a:pathLst>
                <a:path extrusionOk="0" h="1640" w="1716">
                  <a:moveTo>
                    <a:pt x="1" y="1"/>
                  </a:moveTo>
                  <a:lnTo>
                    <a:pt x="1" y="1"/>
                  </a:lnTo>
                  <a:cubicBezTo>
                    <a:pt x="2" y="1"/>
                    <a:pt x="3" y="2"/>
                    <a:pt x="4" y="2"/>
                  </a:cubicBezTo>
                  <a:lnTo>
                    <a:pt x="4" y="2"/>
                  </a:lnTo>
                  <a:cubicBezTo>
                    <a:pt x="3" y="1"/>
                    <a:pt x="2" y="1"/>
                    <a:pt x="1" y="1"/>
                  </a:cubicBezTo>
                  <a:close/>
                  <a:moveTo>
                    <a:pt x="4" y="2"/>
                  </a:moveTo>
                  <a:cubicBezTo>
                    <a:pt x="4" y="2"/>
                    <a:pt x="5" y="3"/>
                    <a:pt x="5" y="3"/>
                  </a:cubicBezTo>
                  <a:cubicBezTo>
                    <a:pt x="425" y="242"/>
                    <a:pt x="1169" y="857"/>
                    <a:pt x="1480" y="1526"/>
                  </a:cubicBezTo>
                  <a:lnTo>
                    <a:pt x="1480" y="1529"/>
                  </a:lnTo>
                  <a:cubicBezTo>
                    <a:pt x="1530" y="1555"/>
                    <a:pt x="1581" y="1578"/>
                    <a:pt x="1633" y="1602"/>
                  </a:cubicBezTo>
                  <a:cubicBezTo>
                    <a:pt x="1658" y="1613"/>
                    <a:pt x="1684" y="1628"/>
                    <a:pt x="1714" y="1639"/>
                  </a:cubicBezTo>
                  <a:lnTo>
                    <a:pt x="1715" y="1639"/>
                  </a:lnTo>
                  <a:cubicBezTo>
                    <a:pt x="1660" y="1443"/>
                    <a:pt x="1576" y="1259"/>
                    <a:pt x="1466" y="1087"/>
                  </a:cubicBezTo>
                  <a:cubicBezTo>
                    <a:pt x="1307" y="837"/>
                    <a:pt x="1091" y="615"/>
                    <a:pt x="847" y="430"/>
                  </a:cubicBezTo>
                  <a:cubicBezTo>
                    <a:pt x="591" y="241"/>
                    <a:pt x="304" y="93"/>
                    <a:pt x="4"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2905941" y="2148574"/>
              <a:ext cx="1834" cy="1905"/>
            </a:xfrm>
            <a:custGeom>
              <a:rect b="b" l="l" r="r" t="t"/>
              <a:pathLst>
                <a:path extrusionOk="0" h="80" w="77">
                  <a:moveTo>
                    <a:pt x="76" y="0"/>
                  </a:moveTo>
                  <a:cubicBezTo>
                    <a:pt x="71" y="4"/>
                    <a:pt x="67" y="9"/>
                    <a:pt x="63" y="14"/>
                  </a:cubicBezTo>
                  <a:lnTo>
                    <a:pt x="63" y="14"/>
                  </a:lnTo>
                  <a:lnTo>
                    <a:pt x="76" y="0"/>
                  </a:lnTo>
                  <a:close/>
                  <a:moveTo>
                    <a:pt x="63" y="14"/>
                  </a:moveTo>
                  <a:lnTo>
                    <a:pt x="46" y="31"/>
                  </a:lnTo>
                  <a:cubicBezTo>
                    <a:pt x="30" y="47"/>
                    <a:pt x="15" y="63"/>
                    <a:pt x="0" y="79"/>
                  </a:cubicBezTo>
                  <a:cubicBezTo>
                    <a:pt x="20" y="62"/>
                    <a:pt x="38" y="41"/>
                    <a:pt x="55" y="23"/>
                  </a:cubicBezTo>
                  <a:cubicBezTo>
                    <a:pt x="58" y="20"/>
                    <a:pt x="60" y="17"/>
                    <a:pt x="63"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2937806" y="2123973"/>
              <a:ext cx="1548" cy="929"/>
            </a:xfrm>
            <a:custGeom>
              <a:rect b="b" l="l" r="r" t="t"/>
              <a:pathLst>
                <a:path extrusionOk="0" h="39" w="65">
                  <a:moveTo>
                    <a:pt x="64" y="1"/>
                  </a:moveTo>
                  <a:cubicBezTo>
                    <a:pt x="58" y="4"/>
                    <a:pt x="50" y="10"/>
                    <a:pt x="38" y="14"/>
                  </a:cubicBezTo>
                  <a:cubicBezTo>
                    <a:pt x="27" y="22"/>
                    <a:pt x="12" y="30"/>
                    <a:pt x="1" y="38"/>
                  </a:cubicBezTo>
                  <a:cubicBezTo>
                    <a:pt x="14" y="30"/>
                    <a:pt x="30" y="20"/>
                    <a:pt x="45" y="12"/>
                  </a:cubicBezTo>
                  <a:cubicBezTo>
                    <a:pt x="51" y="9"/>
                    <a:pt x="59" y="4"/>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913110" y="2141191"/>
              <a:ext cx="2453" cy="2191"/>
            </a:xfrm>
            <a:custGeom>
              <a:rect b="b" l="l" r="r" t="t"/>
              <a:pathLst>
                <a:path extrusionOk="0" h="92" w="103">
                  <a:moveTo>
                    <a:pt x="103" y="1"/>
                  </a:moveTo>
                  <a:cubicBezTo>
                    <a:pt x="95" y="8"/>
                    <a:pt x="87" y="15"/>
                    <a:pt x="79" y="22"/>
                  </a:cubicBezTo>
                  <a:lnTo>
                    <a:pt x="79" y="22"/>
                  </a:lnTo>
                  <a:cubicBezTo>
                    <a:pt x="86" y="16"/>
                    <a:pt x="95" y="8"/>
                    <a:pt x="103" y="1"/>
                  </a:cubicBezTo>
                  <a:close/>
                  <a:moveTo>
                    <a:pt x="79" y="22"/>
                  </a:moveTo>
                  <a:lnTo>
                    <a:pt x="79" y="22"/>
                  </a:lnTo>
                  <a:cubicBezTo>
                    <a:pt x="78" y="22"/>
                    <a:pt x="78" y="23"/>
                    <a:pt x="77" y="23"/>
                  </a:cubicBezTo>
                  <a:cubicBezTo>
                    <a:pt x="51" y="44"/>
                    <a:pt x="27" y="67"/>
                    <a:pt x="1" y="91"/>
                  </a:cubicBezTo>
                  <a:cubicBezTo>
                    <a:pt x="17" y="77"/>
                    <a:pt x="33" y="64"/>
                    <a:pt x="49" y="48"/>
                  </a:cubicBezTo>
                  <a:cubicBezTo>
                    <a:pt x="59" y="39"/>
                    <a:pt x="69" y="30"/>
                    <a:pt x="79"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2876149" y="2190988"/>
              <a:ext cx="143" cy="214"/>
            </a:xfrm>
            <a:custGeom>
              <a:rect b="b" l="l" r="r" t="t"/>
              <a:pathLst>
                <a:path extrusionOk="0" h="9" w="6">
                  <a:moveTo>
                    <a:pt x="5" y="0"/>
                  </a:moveTo>
                  <a:cubicBezTo>
                    <a:pt x="2" y="2"/>
                    <a:pt x="2" y="3"/>
                    <a:pt x="0" y="8"/>
                  </a:cubicBezTo>
                  <a:cubicBezTo>
                    <a:pt x="2" y="3"/>
                    <a:pt x="5" y="2"/>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889771" y="2167316"/>
              <a:ext cx="1667" cy="2262"/>
            </a:xfrm>
            <a:custGeom>
              <a:rect b="b" l="l" r="r" t="t"/>
              <a:pathLst>
                <a:path extrusionOk="0" h="95" w="70">
                  <a:moveTo>
                    <a:pt x="70" y="1"/>
                  </a:moveTo>
                  <a:lnTo>
                    <a:pt x="70" y="1"/>
                  </a:lnTo>
                  <a:cubicBezTo>
                    <a:pt x="69" y="2"/>
                    <a:pt x="68" y="4"/>
                    <a:pt x="67" y="6"/>
                  </a:cubicBezTo>
                  <a:lnTo>
                    <a:pt x="67" y="6"/>
                  </a:lnTo>
                  <a:cubicBezTo>
                    <a:pt x="68" y="4"/>
                    <a:pt x="69" y="2"/>
                    <a:pt x="70" y="1"/>
                  </a:cubicBezTo>
                  <a:close/>
                  <a:moveTo>
                    <a:pt x="67" y="6"/>
                  </a:moveTo>
                  <a:cubicBezTo>
                    <a:pt x="58" y="18"/>
                    <a:pt x="48" y="30"/>
                    <a:pt x="38" y="41"/>
                  </a:cubicBezTo>
                  <a:cubicBezTo>
                    <a:pt x="29" y="57"/>
                    <a:pt x="17" y="69"/>
                    <a:pt x="8" y="83"/>
                  </a:cubicBezTo>
                  <a:lnTo>
                    <a:pt x="8" y="83"/>
                  </a:lnTo>
                  <a:cubicBezTo>
                    <a:pt x="28" y="59"/>
                    <a:pt x="48" y="32"/>
                    <a:pt x="67" y="6"/>
                  </a:cubicBezTo>
                  <a:close/>
                  <a:moveTo>
                    <a:pt x="8" y="83"/>
                  </a:moveTo>
                  <a:cubicBezTo>
                    <a:pt x="6" y="86"/>
                    <a:pt x="4" y="88"/>
                    <a:pt x="2" y="90"/>
                  </a:cubicBezTo>
                  <a:cubicBezTo>
                    <a:pt x="2" y="93"/>
                    <a:pt x="0" y="93"/>
                    <a:pt x="0" y="95"/>
                  </a:cubicBezTo>
                  <a:cubicBezTo>
                    <a:pt x="3" y="91"/>
                    <a:pt x="5" y="87"/>
                    <a:pt x="8"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2924803" y="2131594"/>
              <a:ext cx="2691" cy="1977"/>
            </a:xfrm>
            <a:custGeom>
              <a:rect b="b" l="l" r="r" t="t"/>
              <a:pathLst>
                <a:path extrusionOk="0" h="83" w="113">
                  <a:moveTo>
                    <a:pt x="113" y="0"/>
                  </a:moveTo>
                  <a:cubicBezTo>
                    <a:pt x="110" y="2"/>
                    <a:pt x="108" y="3"/>
                    <a:pt x="106" y="5"/>
                  </a:cubicBezTo>
                  <a:lnTo>
                    <a:pt x="106" y="5"/>
                  </a:lnTo>
                  <a:cubicBezTo>
                    <a:pt x="108" y="3"/>
                    <a:pt x="110" y="2"/>
                    <a:pt x="113" y="0"/>
                  </a:cubicBezTo>
                  <a:close/>
                  <a:moveTo>
                    <a:pt x="106" y="5"/>
                  </a:moveTo>
                  <a:cubicBezTo>
                    <a:pt x="100" y="8"/>
                    <a:pt x="95" y="11"/>
                    <a:pt x="90" y="16"/>
                  </a:cubicBezTo>
                  <a:cubicBezTo>
                    <a:pt x="89" y="17"/>
                    <a:pt x="89" y="17"/>
                    <a:pt x="88" y="17"/>
                  </a:cubicBezTo>
                  <a:lnTo>
                    <a:pt x="88" y="17"/>
                  </a:lnTo>
                  <a:cubicBezTo>
                    <a:pt x="94" y="13"/>
                    <a:pt x="100" y="9"/>
                    <a:pt x="106" y="5"/>
                  </a:cubicBezTo>
                  <a:close/>
                  <a:moveTo>
                    <a:pt x="88" y="17"/>
                  </a:moveTo>
                  <a:cubicBezTo>
                    <a:pt x="62" y="36"/>
                    <a:pt x="36" y="56"/>
                    <a:pt x="12" y="75"/>
                  </a:cubicBezTo>
                  <a:cubicBezTo>
                    <a:pt x="11" y="75"/>
                    <a:pt x="10" y="76"/>
                    <a:pt x="9" y="77"/>
                  </a:cubicBezTo>
                  <a:lnTo>
                    <a:pt x="9" y="77"/>
                  </a:lnTo>
                  <a:cubicBezTo>
                    <a:pt x="36" y="58"/>
                    <a:pt x="62" y="38"/>
                    <a:pt x="88" y="17"/>
                  </a:cubicBezTo>
                  <a:close/>
                  <a:moveTo>
                    <a:pt x="9" y="77"/>
                  </a:moveTo>
                  <a:cubicBezTo>
                    <a:pt x="6" y="79"/>
                    <a:pt x="4" y="81"/>
                    <a:pt x="1" y="83"/>
                  </a:cubicBezTo>
                  <a:cubicBezTo>
                    <a:pt x="4" y="81"/>
                    <a:pt x="6" y="79"/>
                    <a:pt x="9"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2894772" y="2160648"/>
              <a:ext cx="2048" cy="2453"/>
            </a:xfrm>
            <a:custGeom>
              <a:rect b="b" l="l" r="r" t="t"/>
              <a:pathLst>
                <a:path extrusionOk="0" h="103" w="86">
                  <a:moveTo>
                    <a:pt x="85" y="0"/>
                  </a:moveTo>
                  <a:cubicBezTo>
                    <a:pt x="74" y="13"/>
                    <a:pt x="59" y="28"/>
                    <a:pt x="48" y="42"/>
                  </a:cubicBezTo>
                  <a:cubicBezTo>
                    <a:pt x="41" y="52"/>
                    <a:pt x="35" y="60"/>
                    <a:pt x="27" y="70"/>
                  </a:cubicBezTo>
                  <a:cubicBezTo>
                    <a:pt x="25" y="73"/>
                    <a:pt x="23" y="75"/>
                    <a:pt x="21" y="78"/>
                  </a:cubicBezTo>
                  <a:lnTo>
                    <a:pt x="21" y="78"/>
                  </a:lnTo>
                  <a:lnTo>
                    <a:pt x="85" y="0"/>
                  </a:lnTo>
                  <a:close/>
                  <a:moveTo>
                    <a:pt x="21" y="78"/>
                  </a:moveTo>
                  <a:lnTo>
                    <a:pt x="1" y="102"/>
                  </a:lnTo>
                  <a:cubicBezTo>
                    <a:pt x="8" y="95"/>
                    <a:pt x="15" y="86"/>
                    <a:pt x="21" y="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2885056" y="2175199"/>
              <a:ext cx="762" cy="1024"/>
            </a:xfrm>
            <a:custGeom>
              <a:rect b="b" l="l" r="r" t="t"/>
              <a:pathLst>
                <a:path extrusionOk="0" h="43" w="32">
                  <a:moveTo>
                    <a:pt x="31" y="0"/>
                  </a:moveTo>
                  <a:cubicBezTo>
                    <a:pt x="30" y="2"/>
                    <a:pt x="26" y="7"/>
                    <a:pt x="25" y="8"/>
                  </a:cubicBezTo>
                  <a:cubicBezTo>
                    <a:pt x="21" y="15"/>
                    <a:pt x="17" y="20"/>
                    <a:pt x="13" y="26"/>
                  </a:cubicBezTo>
                  <a:lnTo>
                    <a:pt x="13" y="26"/>
                  </a:lnTo>
                  <a:cubicBezTo>
                    <a:pt x="16" y="22"/>
                    <a:pt x="19" y="18"/>
                    <a:pt x="22" y="15"/>
                  </a:cubicBezTo>
                  <a:cubicBezTo>
                    <a:pt x="25" y="8"/>
                    <a:pt x="30" y="5"/>
                    <a:pt x="31" y="0"/>
                  </a:cubicBezTo>
                  <a:close/>
                  <a:moveTo>
                    <a:pt x="13" y="26"/>
                  </a:moveTo>
                  <a:lnTo>
                    <a:pt x="13" y="26"/>
                  </a:lnTo>
                  <a:cubicBezTo>
                    <a:pt x="9" y="31"/>
                    <a:pt x="4" y="37"/>
                    <a:pt x="1" y="42"/>
                  </a:cubicBezTo>
                  <a:cubicBezTo>
                    <a:pt x="5" y="37"/>
                    <a:pt x="9" y="31"/>
                    <a:pt x="1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2900059" y="2154385"/>
              <a:ext cx="2191" cy="2501"/>
            </a:xfrm>
            <a:custGeom>
              <a:rect b="b" l="l" r="r" t="t"/>
              <a:pathLst>
                <a:path extrusionOk="0" h="105" w="92">
                  <a:moveTo>
                    <a:pt x="92" y="1"/>
                  </a:moveTo>
                  <a:lnTo>
                    <a:pt x="92" y="1"/>
                  </a:lnTo>
                  <a:cubicBezTo>
                    <a:pt x="87" y="6"/>
                    <a:pt x="82" y="9"/>
                    <a:pt x="79" y="15"/>
                  </a:cubicBezTo>
                  <a:cubicBezTo>
                    <a:pt x="72" y="22"/>
                    <a:pt x="66" y="28"/>
                    <a:pt x="63" y="33"/>
                  </a:cubicBezTo>
                  <a:cubicBezTo>
                    <a:pt x="42" y="56"/>
                    <a:pt x="22" y="80"/>
                    <a:pt x="1" y="105"/>
                  </a:cubicBezTo>
                  <a:lnTo>
                    <a:pt x="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2918944" y="2136071"/>
              <a:ext cx="2691" cy="2215"/>
            </a:xfrm>
            <a:custGeom>
              <a:rect b="b" l="l" r="r" t="t"/>
              <a:pathLst>
                <a:path extrusionOk="0" h="93" w="113">
                  <a:moveTo>
                    <a:pt x="112" y="0"/>
                  </a:moveTo>
                  <a:cubicBezTo>
                    <a:pt x="111" y="1"/>
                    <a:pt x="109" y="2"/>
                    <a:pt x="108" y="4"/>
                  </a:cubicBezTo>
                  <a:lnTo>
                    <a:pt x="108" y="4"/>
                  </a:lnTo>
                  <a:cubicBezTo>
                    <a:pt x="109" y="2"/>
                    <a:pt x="111" y="1"/>
                    <a:pt x="112" y="0"/>
                  </a:cubicBezTo>
                  <a:close/>
                  <a:moveTo>
                    <a:pt x="108" y="4"/>
                  </a:moveTo>
                  <a:lnTo>
                    <a:pt x="108" y="4"/>
                  </a:lnTo>
                  <a:cubicBezTo>
                    <a:pt x="100" y="9"/>
                    <a:pt x="91" y="16"/>
                    <a:pt x="85" y="21"/>
                  </a:cubicBezTo>
                  <a:cubicBezTo>
                    <a:pt x="57" y="45"/>
                    <a:pt x="28" y="68"/>
                    <a:pt x="0" y="92"/>
                  </a:cubicBezTo>
                  <a:lnTo>
                    <a:pt x="31" y="68"/>
                  </a:lnTo>
                  <a:cubicBezTo>
                    <a:pt x="56" y="47"/>
                    <a:pt x="80" y="25"/>
                    <a:pt x="108"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2930900" y="2127569"/>
              <a:ext cx="2501" cy="1691"/>
            </a:xfrm>
            <a:custGeom>
              <a:rect b="b" l="l" r="r" t="t"/>
              <a:pathLst>
                <a:path extrusionOk="0" h="71" w="105">
                  <a:moveTo>
                    <a:pt x="105" y="0"/>
                  </a:moveTo>
                  <a:lnTo>
                    <a:pt x="105" y="0"/>
                  </a:lnTo>
                  <a:cubicBezTo>
                    <a:pt x="103" y="2"/>
                    <a:pt x="101" y="3"/>
                    <a:pt x="99" y="4"/>
                  </a:cubicBezTo>
                  <a:lnTo>
                    <a:pt x="99" y="4"/>
                  </a:lnTo>
                  <a:cubicBezTo>
                    <a:pt x="101" y="3"/>
                    <a:pt x="103" y="2"/>
                    <a:pt x="105" y="0"/>
                  </a:cubicBezTo>
                  <a:close/>
                  <a:moveTo>
                    <a:pt x="99" y="4"/>
                  </a:moveTo>
                  <a:lnTo>
                    <a:pt x="99" y="4"/>
                  </a:lnTo>
                  <a:cubicBezTo>
                    <a:pt x="95" y="6"/>
                    <a:pt x="90" y="8"/>
                    <a:pt x="85" y="12"/>
                  </a:cubicBezTo>
                  <a:cubicBezTo>
                    <a:pt x="64" y="25"/>
                    <a:pt x="41" y="41"/>
                    <a:pt x="17" y="57"/>
                  </a:cubicBezTo>
                  <a:cubicBezTo>
                    <a:pt x="11" y="62"/>
                    <a:pt x="7" y="65"/>
                    <a:pt x="1" y="70"/>
                  </a:cubicBezTo>
                  <a:cubicBezTo>
                    <a:pt x="33" y="49"/>
                    <a:pt x="66" y="26"/>
                    <a:pt x="99" y="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2884984" y="2115209"/>
              <a:ext cx="113598" cy="78542"/>
            </a:xfrm>
            <a:custGeom>
              <a:rect b="b" l="l" r="r" t="t"/>
              <a:pathLst>
                <a:path extrusionOk="0" h="3298" w="4770">
                  <a:moveTo>
                    <a:pt x="3535" y="1"/>
                  </a:moveTo>
                  <a:cubicBezTo>
                    <a:pt x="2418" y="479"/>
                    <a:pt x="1522" y="1220"/>
                    <a:pt x="838" y="2046"/>
                  </a:cubicBezTo>
                  <a:cubicBezTo>
                    <a:pt x="837" y="2048"/>
                    <a:pt x="835" y="2051"/>
                    <a:pt x="833" y="2054"/>
                  </a:cubicBezTo>
                  <a:cubicBezTo>
                    <a:pt x="504" y="2453"/>
                    <a:pt x="227" y="2873"/>
                    <a:pt x="0" y="3297"/>
                  </a:cubicBezTo>
                  <a:cubicBezTo>
                    <a:pt x="610" y="2672"/>
                    <a:pt x="1736" y="1503"/>
                    <a:pt x="3052" y="855"/>
                  </a:cubicBezTo>
                  <a:cubicBezTo>
                    <a:pt x="3601" y="584"/>
                    <a:pt x="4182" y="403"/>
                    <a:pt x="4770" y="390"/>
                  </a:cubicBezTo>
                  <a:cubicBezTo>
                    <a:pt x="4582" y="280"/>
                    <a:pt x="4387" y="187"/>
                    <a:pt x="4186" y="122"/>
                  </a:cubicBezTo>
                  <a:cubicBezTo>
                    <a:pt x="4177" y="119"/>
                    <a:pt x="4167" y="114"/>
                    <a:pt x="4157" y="113"/>
                  </a:cubicBezTo>
                  <a:cubicBezTo>
                    <a:pt x="4063" y="82"/>
                    <a:pt x="3971" y="61"/>
                    <a:pt x="3877" y="41"/>
                  </a:cubicBezTo>
                  <a:cubicBezTo>
                    <a:pt x="3861" y="38"/>
                    <a:pt x="3843" y="37"/>
                    <a:pt x="3827" y="33"/>
                  </a:cubicBezTo>
                  <a:cubicBezTo>
                    <a:pt x="3738" y="20"/>
                    <a:pt x="3647" y="7"/>
                    <a:pt x="3556" y="4"/>
                  </a:cubicBezTo>
                  <a:cubicBezTo>
                    <a:pt x="3550" y="4"/>
                    <a:pt x="3543" y="1"/>
                    <a:pt x="3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3161238" y="3068333"/>
              <a:ext cx="10645" cy="9812"/>
            </a:xfrm>
            <a:custGeom>
              <a:rect b="b" l="l" r="r" t="t"/>
              <a:pathLst>
                <a:path extrusionOk="0" h="412" w="447">
                  <a:moveTo>
                    <a:pt x="88" y="0"/>
                  </a:moveTo>
                  <a:cubicBezTo>
                    <a:pt x="28" y="65"/>
                    <a:pt x="1" y="161"/>
                    <a:pt x="37" y="252"/>
                  </a:cubicBezTo>
                  <a:cubicBezTo>
                    <a:pt x="72" y="350"/>
                    <a:pt x="166" y="411"/>
                    <a:pt x="266" y="411"/>
                  </a:cubicBezTo>
                  <a:cubicBezTo>
                    <a:pt x="294" y="411"/>
                    <a:pt x="323" y="406"/>
                    <a:pt x="351" y="396"/>
                  </a:cubicBezTo>
                  <a:lnTo>
                    <a:pt x="447" y="360"/>
                  </a:lnTo>
                  <a:lnTo>
                    <a:pt x="88"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3195437" y="3049424"/>
              <a:ext cx="34413" cy="16932"/>
            </a:xfrm>
            <a:custGeom>
              <a:rect b="b" l="l" r="r" t="t"/>
              <a:pathLst>
                <a:path extrusionOk="0" h="711" w="1445">
                  <a:moveTo>
                    <a:pt x="1317" y="0"/>
                  </a:moveTo>
                  <a:lnTo>
                    <a:pt x="1" y="509"/>
                  </a:lnTo>
                  <a:lnTo>
                    <a:pt x="200" y="710"/>
                  </a:lnTo>
                  <a:lnTo>
                    <a:pt x="1445" y="243"/>
                  </a:lnTo>
                  <a:lnTo>
                    <a:pt x="131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3417369" y="2943233"/>
              <a:ext cx="142128" cy="219455"/>
            </a:xfrm>
            <a:custGeom>
              <a:rect b="b" l="l" r="r" t="t"/>
              <a:pathLst>
                <a:path extrusionOk="0" h="9215" w="5968">
                  <a:moveTo>
                    <a:pt x="5381" y="1"/>
                  </a:moveTo>
                  <a:cubicBezTo>
                    <a:pt x="2282" y="1951"/>
                    <a:pt x="174" y="5334"/>
                    <a:pt x="0" y="9214"/>
                  </a:cubicBezTo>
                  <a:lnTo>
                    <a:pt x="1218" y="9208"/>
                  </a:lnTo>
                  <a:cubicBezTo>
                    <a:pt x="1256" y="8511"/>
                    <a:pt x="1360" y="7829"/>
                    <a:pt x="1532" y="7174"/>
                  </a:cubicBezTo>
                  <a:cubicBezTo>
                    <a:pt x="1616" y="6847"/>
                    <a:pt x="1715" y="6524"/>
                    <a:pt x="1832" y="6210"/>
                  </a:cubicBezTo>
                  <a:cubicBezTo>
                    <a:pt x="1927" y="5945"/>
                    <a:pt x="2039" y="5686"/>
                    <a:pt x="2158" y="5430"/>
                  </a:cubicBezTo>
                  <a:cubicBezTo>
                    <a:pt x="2248" y="5232"/>
                    <a:pt x="2346" y="5035"/>
                    <a:pt x="2449" y="4845"/>
                  </a:cubicBezTo>
                  <a:cubicBezTo>
                    <a:pt x="2529" y="4699"/>
                    <a:pt x="2611" y="4555"/>
                    <a:pt x="2696" y="4414"/>
                  </a:cubicBezTo>
                  <a:cubicBezTo>
                    <a:pt x="2832" y="4189"/>
                    <a:pt x="2979" y="3973"/>
                    <a:pt x="3132" y="3761"/>
                  </a:cubicBezTo>
                  <a:cubicBezTo>
                    <a:pt x="3247" y="3599"/>
                    <a:pt x="3367" y="3442"/>
                    <a:pt x="3490" y="3288"/>
                  </a:cubicBezTo>
                  <a:cubicBezTo>
                    <a:pt x="3720" y="3004"/>
                    <a:pt x="3963" y="2732"/>
                    <a:pt x="4219" y="2472"/>
                  </a:cubicBezTo>
                  <a:cubicBezTo>
                    <a:pt x="4749" y="1944"/>
                    <a:pt x="5336" y="1476"/>
                    <a:pt x="5968" y="1071"/>
                  </a:cubicBezTo>
                  <a:lnTo>
                    <a:pt x="5381" y="1"/>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417440" y="2901295"/>
              <a:ext cx="547459" cy="547793"/>
            </a:xfrm>
            <a:custGeom>
              <a:rect b="b" l="l" r="r" t="t"/>
              <a:pathLst>
                <a:path extrusionOk="0" h="23002" w="22988">
                  <a:moveTo>
                    <a:pt x="11486" y="0"/>
                  </a:moveTo>
                  <a:cubicBezTo>
                    <a:pt x="9656" y="0"/>
                    <a:pt x="7924" y="431"/>
                    <a:pt x="6386" y="1196"/>
                  </a:cubicBezTo>
                  <a:lnTo>
                    <a:pt x="6971" y="2264"/>
                  </a:lnTo>
                  <a:cubicBezTo>
                    <a:pt x="8334" y="1597"/>
                    <a:pt x="9869" y="1217"/>
                    <a:pt x="11486" y="1217"/>
                  </a:cubicBezTo>
                  <a:cubicBezTo>
                    <a:pt x="15031" y="1217"/>
                    <a:pt x="18162" y="3020"/>
                    <a:pt x="20011" y="5755"/>
                  </a:cubicBezTo>
                  <a:cubicBezTo>
                    <a:pt x="20196" y="6029"/>
                    <a:pt x="20367" y="6313"/>
                    <a:pt x="20528" y="6604"/>
                  </a:cubicBezTo>
                  <a:cubicBezTo>
                    <a:pt x="20687" y="6896"/>
                    <a:pt x="20832" y="7196"/>
                    <a:pt x="20962" y="7504"/>
                  </a:cubicBezTo>
                  <a:cubicBezTo>
                    <a:pt x="21027" y="7658"/>
                    <a:pt x="21088" y="7813"/>
                    <a:pt x="21145" y="7969"/>
                  </a:cubicBezTo>
                  <a:cubicBezTo>
                    <a:pt x="21262" y="8283"/>
                    <a:pt x="21362" y="8604"/>
                    <a:pt x="21445" y="8933"/>
                  </a:cubicBezTo>
                  <a:cubicBezTo>
                    <a:pt x="21659" y="9753"/>
                    <a:pt x="21769" y="10615"/>
                    <a:pt x="21769" y="11500"/>
                  </a:cubicBezTo>
                  <a:cubicBezTo>
                    <a:pt x="21769" y="17171"/>
                    <a:pt x="17157" y="21783"/>
                    <a:pt x="11486" y="21783"/>
                  </a:cubicBezTo>
                  <a:cubicBezTo>
                    <a:pt x="10956" y="21783"/>
                    <a:pt x="10433" y="21743"/>
                    <a:pt x="9922" y="21663"/>
                  </a:cubicBezTo>
                  <a:cubicBezTo>
                    <a:pt x="9582" y="21611"/>
                    <a:pt x="9248" y="21542"/>
                    <a:pt x="8921" y="21459"/>
                  </a:cubicBezTo>
                  <a:cubicBezTo>
                    <a:pt x="8755" y="21417"/>
                    <a:pt x="8593" y="21370"/>
                    <a:pt x="8431" y="21320"/>
                  </a:cubicBezTo>
                  <a:cubicBezTo>
                    <a:pt x="6339" y="20667"/>
                    <a:pt x="4532" y="19364"/>
                    <a:pt x="3248" y="17649"/>
                  </a:cubicBezTo>
                  <a:cubicBezTo>
                    <a:pt x="3049" y="17385"/>
                    <a:pt x="2864" y="17111"/>
                    <a:pt x="2693" y="16827"/>
                  </a:cubicBezTo>
                  <a:cubicBezTo>
                    <a:pt x="2521" y="16544"/>
                    <a:pt x="2362" y="16252"/>
                    <a:pt x="2216" y="15955"/>
                  </a:cubicBezTo>
                  <a:cubicBezTo>
                    <a:pt x="2074" y="15656"/>
                    <a:pt x="1941" y="15348"/>
                    <a:pt x="1826" y="15033"/>
                  </a:cubicBezTo>
                  <a:cubicBezTo>
                    <a:pt x="1490" y="14118"/>
                    <a:pt x="1283" y="13139"/>
                    <a:pt x="1223" y="12123"/>
                  </a:cubicBezTo>
                  <a:lnTo>
                    <a:pt x="1" y="12128"/>
                  </a:lnTo>
                  <a:cubicBezTo>
                    <a:pt x="326" y="18179"/>
                    <a:pt x="5354" y="23002"/>
                    <a:pt x="11485" y="23002"/>
                  </a:cubicBezTo>
                  <a:cubicBezTo>
                    <a:pt x="17828" y="23002"/>
                    <a:pt x="22986" y="17844"/>
                    <a:pt x="22986" y="11502"/>
                  </a:cubicBezTo>
                  <a:cubicBezTo>
                    <a:pt x="22988" y="5159"/>
                    <a:pt x="17828" y="0"/>
                    <a:pt x="11486"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3668545" y="3148804"/>
              <a:ext cx="48821" cy="52822"/>
            </a:xfrm>
            <a:custGeom>
              <a:rect b="b" l="l" r="r" t="t"/>
              <a:pathLst>
                <a:path extrusionOk="0" h="2218" w="2050">
                  <a:moveTo>
                    <a:pt x="941" y="0"/>
                  </a:moveTo>
                  <a:cubicBezTo>
                    <a:pt x="924" y="0"/>
                    <a:pt x="908" y="5"/>
                    <a:pt x="890" y="5"/>
                  </a:cubicBezTo>
                  <a:lnTo>
                    <a:pt x="1344" y="829"/>
                  </a:lnTo>
                  <a:cubicBezTo>
                    <a:pt x="1349" y="837"/>
                    <a:pt x="1351" y="845"/>
                    <a:pt x="1354" y="853"/>
                  </a:cubicBezTo>
                  <a:cubicBezTo>
                    <a:pt x="1365" y="872"/>
                    <a:pt x="1373" y="892"/>
                    <a:pt x="1378" y="913"/>
                  </a:cubicBezTo>
                  <a:cubicBezTo>
                    <a:pt x="1385" y="929"/>
                    <a:pt x="1391" y="947"/>
                    <a:pt x="1394" y="963"/>
                  </a:cubicBezTo>
                  <a:lnTo>
                    <a:pt x="1407" y="1018"/>
                  </a:lnTo>
                  <a:cubicBezTo>
                    <a:pt x="1411" y="1038"/>
                    <a:pt x="1414" y="1059"/>
                    <a:pt x="1414" y="1078"/>
                  </a:cubicBezTo>
                  <a:cubicBezTo>
                    <a:pt x="1414" y="1086"/>
                    <a:pt x="1415" y="1096"/>
                    <a:pt x="1415" y="1104"/>
                  </a:cubicBezTo>
                  <a:cubicBezTo>
                    <a:pt x="1415" y="1112"/>
                    <a:pt x="1414" y="1124"/>
                    <a:pt x="1414" y="1132"/>
                  </a:cubicBezTo>
                  <a:cubicBezTo>
                    <a:pt x="1414" y="1154"/>
                    <a:pt x="1411" y="1172"/>
                    <a:pt x="1409" y="1192"/>
                  </a:cubicBezTo>
                  <a:cubicBezTo>
                    <a:pt x="1407" y="1209"/>
                    <a:pt x="1402" y="1229"/>
                    <a:pt x="1399" y="1247"/>
                  </a:cubicBezTo>
                  <a:cubicBezTo>
                    <a:pt x="1394" y="1265"/>
                    <a:pt x="1388" y="1281"/>
                    <a:pt x="1383" y="1300"/>
                  </a:cubicBezTo>
                  <a:cubicBezTo>
                    <a:pt x="1377" y="1318"/>
                    <a:pt x="1370" y="1336"/>
                    <a:pt x="1362" y="1352"/>
                  </a:cubicBezTo>
                  <a:cubicBezTo>
                    <a:pt x="1354" y="1368"/>
                    <a:pt x="1346" y="1384"/>
                    <a:pt x="1336" y="1401"/>
                  </a:cubicBezTo>
                  <a:cubicBezTo>
                    <a:pt x="1326" y="1417"/>
                    <a:pt x="1318" y="1433"/>
                    <a:pt x="1305" y="1448"/>
                  </a:cubicBezTo>
                  <a:cubicBezTo>
                    <a:pt x="1295" y="1464"/>
                    <a:pt x="1284" y="1478"/>
                    <a:pt x="1270" y="1491"/>
                  </a:cubicBezTo>
                  <a:cubicBezTo>
                    <a:pt x="1257" y="1506"/>
                    <a:pt x="1245" y="1519"/>
                    <a:pt x="1231" y="1532"/>
                  </a:cubicBezTo>
                  <a:cubicBezTo>
                    <a:pt x="1216" y="1545"/>
                    <a:pt x="1203" y="1556"/>
                    <a:pt x="1189" y="1568"/>
                  </a:cubicBezTo>
                  <a:cubicBezTo>
                    <a:pt x="1172" y="1579"/>
                    <a:pt x="1156" y="1592"/>
                    <a:pt x="1138" y="1602"/>
                  </a:cubicBezTo>
                  <a:cubicBezTo>
                    <a:pt x="1130" y="1605"/>
                    <a:pt x="1124" y="1611"/>
                    <a:pt x="1116" y="1615"/>
                  </a:cubicBezTo>
                  <a:cubicBezTo>
                    <a:pt x="1109" y="1619"/>
                    <a:pt x="1103" y="1619"/>
                    <a:pt x="1098" y="1623"/>
                  </a:cubicBezTo>
                  <a:cubicBezTo>
                    <a:pt x="1067" y="1637"/>
                    <a:pt x="1036" y="1650"/>
                    <a:pt x="1004" y="1660"/>
                  </a:cubicBezTo>
                  <a:cubicBezTo>
                    <a:pt x="992" y="1663"/>
                    <a:pt x="981" y="1668"/>
                    <a:pt x="970" y="1670"/>
                  </a:cubicBezTo>
                  <a:cubicBezTo>
                    <a:pt x="929" y="1679"/>
                    <a:pt x="884" y="1686"/>
                    <a:pt x="840" y="1686"/>
                  </a:cubicBezTo>
                  <a:lnTo>
                    <a:pt x="1" y="1691"/>
                  </a:lnTo>
                  <a:cubicBezTo>
                    <a:pt x="198" y="2007"/>
                    <a:pt x="544" y="2217"/>
                    <a:pt x="941" y="2217"/>
                  </a:cubicBezTo>
                  <a:cubicBezTo>
                    <a:pt x="1553" y="2217"/>
                    <a:pt x="2049" y="1720"/>
                    <a:pt x="2049" y="1109"/>
                  </a:cubicBezTo>
                  <a:cubicBezTo>
                    <a:pt x="2049" y="498"/>
                    <a:pt x="1553" y="0"/>
                    <a:pt x="94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2761051" y="3150042"/>
              <a:ext cx="52774" cy="51536"/>
            </a:xfrm>
            <a:custGeom>
              <a:rect b="b" l="l" r="r" t="t"/>
              <a:pathLst>
                <a:path extrusionOk="0" h="2164" w="2216">
                  <a:moveTo>
                    <a:pt x="791" y="0"/>
                  </a:moveTo>
                  <a:cubicBezTo>
                    <a:pt x="336" y="138"/>
                    <a:pt x="0" y="555"/>
                    <a:pt x="0" y="1055"/>
                  </a:cubicBezTo>
                  <a:cubicBezTo>
                    <a:pt x="0" y="1666"/>
                    <a:pt x="496" y="2164"/>
                    <a:pt x="1107" y="2164"/>
                  </a:cubicBezTo>
                  <a:cubicBezTo>
                    <a:pt x="1720" y="2164"/>
                    <a:pt x="2216" y="1666"/>
                    <a:pt x="2216" y="1055"/>
                  </a:cubicBezTo>
                  <a:cubicBezTo>
                    <a:pt x="2216" y="759"/>
                    <a:pt x="2098" y="491"/>
                    <a:pt x="1908" y="294"/>
                  </a:cubicBezTo>
                  <a:lnTo>
                    <a:pt x="1663" y="1159"/>
                  </a:lnTo>
                  <a:cubicBezTo>
                    <a:pt x="1592" y="1412"/>
                    <a:pt x="1359" y="1577"/>
                    <a:pt x="1107" y="1577"/>
                  </a:cubicBezTo>
                  <a:cubicBezTo>
                    <a:pt x="1026" y="1577"/>
                    <a:pt x="944" y="1559"/>
                    <a:pt x="863" y="1524"/>
                  </a:cubicBezTo>
                  <a:cubicBezTo>
                    <a:pt x="602" y="1404"/>
                    <a:pt x="482" y="1096"/>
                    <a:pt x="561" y="819"/>
                  </a:cubicBezTo>
                  <a:lnTo>
                    <a:pt x="791"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3251783" y="3140469"/>
              <a:ext cx="67111" cy="80233"/>
            </a:xfrm>
            <a:custGeom>
              <a:rect b="b" l="l" r="r" t="t"/>
              <a:pathLst>
                <a:path extrusionOk="0" h="3369" w="2818">
                  <a:moveTo>
                    <a:pt x="1007" y="0"/>
                  </a:moveTo>
                  <a:cubicBezTo>
                    <a:pt x="630" y="164"/>
                    <a:pt x="327" y="462"/>
                    <a:pt x="155" y="835"/>
                  </a:cubicBezTo>
                  <a:cubicBezTo>
                    <a:pt x="54" y="1047"/>
                    <a:pt x="1" y="1282"/>
                    <a:pt x="1" y="1532"/>
                  </a:cubicBezTo>
                  <a:cubicBezTo>
                    <a:pt x="1" y="2452"/>
                    <a:pt x="750" y="3201"/>
                    <a:pt x="1669" y="3201"/>
                  </a:cubicBezTo>
                  <a:cubicBezTo>
                    <a:pt x="1673" y="3201"/>
                    <a:pt x="1677" y="3201"/>
                    <a:pt x="1681" y="3201"/>
                  </a:cubicBezTo>
                  <a:cubicBezTo>
                    <a:pt x="1893" y="3201"/>
                    <a:pt x="2097" y="3159"/>
                    <a:pt x="2283" y="3084"/>
                  </a:cubicBezTo>
                  <a:lnTo>
                    <a:pt x="2409" y="3368"/>
                  </a:lnTo>
                  <a:cubicBezTo>
                    <a:pt x="2480" y="3287"/>
                    <a:pt x="2599" y="3234"/>
                    <a:pt x="2785" y="3227"/>
                  </a:cubicBezTo>
                  <a:cubicBezTo>
                    <a:pt x="2798" y="3227"/>
                    <a:pt x="2806" y="3230"/>
                    <a:pt x="2818" y="3230"/>
                  </a:cubicBezTo>
                  <a:cubicBezTo>
                    <a:pt x="2758" y="3125"/>
                    <a:pt x="2694" y="3015"/>
                    <a:pt x="2628" y="2898"/>
                  </a:cubicBezTo>
                  <a:cubicBezTo>
                    <a:pt x="2490" y="2657"/>
                    <a:pt x="2339" y="2391"/>
                    <a:pt x="2177" y="2107"/>
                  </a:cubicBezTo>
                  <a:cubicBezTo>
                    <a:pt x="2027" y="1840"/>
                    <a:pt x="1868" y="1555"/>
                    <a:pt x="1699" y="1255"/>
                  </a:cubicBezTo>
                  <a:cubicBezTo>
                    <a:pt x="1479" y="859"/>
                    <a:pt x="1249" y="438"/>
                    <a:pt x="1007"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3479049" y="2613276"/>
              <a:ext cx="153130" cy="70683"/>
            </a:xfrm>
            <a:custGeom>
              <a:rect b="b" l="l" r="r" t="t"/>
              <a:pathLst>
                <a:path extrusionOk="0" h="2968" w="6430">
                  <a:moveTo>
                    <a:pt x="5366" y="1"/>
                  </a:moveTo>
                  <a:cubicBezTo>
                    <a:pt x="5332" y="1"/>
                    <a:pt x="5297" y="4"/>
                    <a:pt x="5262" y="9"/>
                  </a:cubicBezTo>
                  <a:lnTo>
                    <a:pt x="2371" y="508"/>
                  </a:lnTo>
                  <a:cubicBezTo>
                    <a:pt x="2315" y="576"/>
                    <a:pt x="2258" y="646"/>
                    <a:pt x="2199" y="714"/>
                  </a:cubicBezTo>
                  <a:cubicBezTo>
                    <a:pt x="2191" y="722"/>
                    <a:pt x="2185" y="730"/>
                    <a:pt x="2177" y="739"/>
                  </a:cubicBezTo>
                  <a:cubicBezTo>
                    <a:pt x="2110" y="818"/>
                    <a:pt x="2041" y="896"/>
                    <a:pt x="1969" y="974"/>
                  </a:cubicBezTo>
                  <a:cubicBezTo>
                    <a:pt x="1964" y="982"/>
                    <a:pt x="1955" y="990"/>
                    <a:pt x="1950" y="996"/>
                  </a:cubicBezTo>
                  <a:cubicBezTo>
                    <a:pt x="1383" y="1625"/>
                    <a:pt x="720" y="2238"/>
                    <a:pt x="0" y="2850"/>
                  </a:cubicBezTo>
                  <a:cubicBezTo>
                    <a:pt x="39" y="2851"/>
                    <a:pt x="78" y="2851"/>
                    <a:pt x="117" y="2851"/>
                  </a:cubicBezTo>
                  <a:cubicBezTo>
                    <a:pt x="486" y="2851"/>
                    <a:pt x="841" y="2823"/>
                    <a:pt x="1164" y="2769"/>
                  </a:cubicBezTo>
                  <a:cubicBezTo>
                    <a:pt x="1465" y="2721"/>
                    <a:pt x="1738" y="2648"/>
                    <a:pt x="1958" y="2549"/>
                  </a:cubicBezTo>
                  <a:cubicBezTo>
                    <a:pt x="2102" y="2641"/>
                    <a:pt x="2261" y="2721"/>
                    <a:pt x="2431" y="2781"/>
                  </a:cubicBezTo>
                  <a:cubicBezTo>
                    <a:pt x="2771" y="2905"/>
                    <a:pt x="3154" y="2967"/>
                    <a:pt x="3540" y="2967"/>
                  </a:cubicBezTo>
                  <a:cubicBezTo>
                    <a:pt x="4962" y="2967"/>
                    <a:pt x="6429" y="2124"/>
                    <a:pt x="5969" y="453"/>
                  </a:cubicBezTo>
                  <a:cubicBezTo>
                    <a:pt x="5893" y="181"/>
                    <a:pt x="5641" y="1"/>
                    <a:pt x="536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2735974" y="2552429"/>
              <a:ext cx="13146" cy="8788"/>
            </a:xfrm>
            <a:custGeom>
              <a:rect b="b" l="l" r="r" t="t"/>
              <a:pathLst>
                <a:path extrusionOk="0" h="369" w="552">
                  <a:moveTo>
                    <a:pt x="0" y="0"/>
                  </a:moveTo>
                  <a:lnTo>
                    <a:pt x="0" y="0"/>
                  </a:lnTo>
                  <a:cubicBezTo>
                    <a:pt x="8" y="114"/>
                    <a:pt x="13" y="222"/>
                    <a:pt x="21" y="333"/>
                  </a:cubicBezTo>
                  <a:cubicBezTo>
                    <a:pt x="183" y="337"/>
                    <a:pt x="361" y="350"/>
                    <a:pt x="551" y="368"/>
                  </a:cubicBezTo>
                  <a:cubicBezTo>
                    <a:pt x="512" y="253"/>
                    <a:pt x="478" y="156"/>
                    <a:pt x="418" y="124"/>
                  </a:cubicBezTo>
                  <a:cubicBezTo>
                    <a:pt x="355" y="90"/>
                    <a:pt x="186" y="49"/>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2734545" y="2526780"/>
              <a:ext cx="22791" cy="16671"/>
            </a:xfrm>
            <a:custGeom>
              <a:rect b="b" l="l" r="r" t="t"/>
              <a:pathLst>
                <a:path extrusionOk="0" h="700" w="957">
                  <a:moveTo>
                    <a:pt x="479" y="0"/>
                  </a:moveTo>
                  <a:cubicBezTo>
                    <a:pt x="469" y="0"/>
                    <a:pt x="459" y="1"/>
                    <a:pt x="449" y="1"/>
                  </a:cubicBezTo>
                  <a:cubicBezTo>
                    <a:pt x="193" y="18"/>
                    <a:pt x="0" y="236"/>
                    <a:pt x="16" y="491"/>
                  </a:cubicBezTo>
                  <a:lnTo>
                    <a:pt x="23" y="575"/>
                  </a:lnTo>
                  <a:cubicBezTo>
                    <a:pt x="28" y="583"/>
                    <a:pt x="28" y="591"/>
                    <a:pt x="28" y="601"/>
                  </a:cubicBezTo>
                  <a:cubicBezTo>
                    <a:pt x="81" y="599"/>
                    <a:pt x="135" y="598"/>
                    <a:pt x="189" y="598"/>
                  </a:cubicBezTo>
                  <a:cubicBezTo>
                    <a:pt x="355" y="598"/>
                    <a:pt x="519" y="607"/>
                    <a:pt x="645" y="620"/>
                  </a:cubicBezTo>
                  <a:cubicBezTo>
                    <a:pt x="728" y="632"/>
                    <a:pt x="835" y="658"/>
                    <a:pt x="956" y="700"/>
                  </a:cubicBezTo>
                  <a:cubicBezTo>
                    <a:pt x="953" y="640"/>
                    <a:pt x="948" y="578"/>
                    <a:pt x="945" y="515"/>
                  </a:cubicBezTo>
                  <a:lnTo>
                    <a:pt x="938" y="432"/>
                  </a:lnTo>
                  <a:cubicBezTo>
                    <a:pt x="923" y="189"/>
                    <a:pt x="722" y="0"/>
                    <a:pt x="479"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2742070" y="2631113"/>
              <a:ext cx="118694" cy="98523"/>
            </a:xfrm>
            <a:custGeom>
              <a:rect b="b" l="l" r="r" t="t"/>
              <a:pathLst>
                <a:path extrusionOk="0" h="4137" w="4984">
                  <a:moveTo>
                    <a:pt x="924" y="1"/>
                  </a:moveTo>
                  <a:cubicBezTo>
                    <a:pt x="635" y="56"/>
                    <a:pt x="376" y="87"/>
                    <a:pt x="201" y="87"/>
                  </a:cubicBezTo>
                  <a:cubicBezTo>
                    <a:pt x="167" y="87"/>
                    <a:pt x="136" y="86"/>
                    <a:pt x="109" y="84"/>
                  </a:cubicBezTo>
                  <a:cubicBezTo>
                    <a:pt x="68" y="79"/>
                    <a:pt x="31" y="75"/>
                    <a:pt x="8" y="67"/>
                  </a:cubicBezTo>
                  <a:cubicBezTo>
                    <a:pt x="7" y="67"/>
                    <a:pt x="5" y="66"/>
                    <a:pt x="0" y="62"/>
                  </a:cubicBezTo>
                  <a:lnTo>
                    <a:pt x="0" y="62"/>
                  </a:lnTo>
                  <a:cubicBezTo>
                    <a:pt x="114" y="1283"/>
                    <a:pt x="219" y="2038"/>
                    <a:pt x="323" y="2375"/>
                  </a:cubicBezTo>
                  <a:cubicBezTo>
                    <a:pt x="538" y="3077"/>
                    <a:pt x="1149" y="4137"/>
                    <a:pt x="2891" y="4137"/>
                  </a:cubicBezTo>
                  <a:cubicBezTo>
                    <a:pt x="3180" y="4137"/>
                    <a:pt x="3497" y="4109"/>
                    <a:pt x="3849" y="4044"/>
                  </a:cubicBezTo>
                  <a:cubicBezTo>
                    <a:pt x="4206" y="3980"/>
                    <a:pt x="4497" y="3790"/>
                    <a:pt x="4695" y="3497"/>
                  </a:cubicBezTo>
                  <a:cubicBezTo>
                    <a:pt x="4962" y="3100"/>
                    <a:pt x="4984" y="2612"/>
                    <a:pt x="4917" y="2289"/>
                  </a:cubicBezTo>
                  <a:cubicBezTo>
                    <a:pt x="4872" y="2072"/>
                    <a:pt x="4679" y="1923"/>
                    <a:pt x="4465" y="1923"/>
                  </a:cubicBezTo>
                  <a:cubicBezTo>
                    <a:pt x="4434" y="1923"/>
                    <a:pt x="4403" y="1926"/>
                    <a:pt x="4371" y="1933"/>
                  </a:cubicBezTo>
                  <a:cubicBezTo>
                    <a:pt x="4121" y="1986"/>
                    <a:pt x="3961" y="2231"/>
                    <a:pt x="4014" y="2479"/>
                  </a:cubicBezTo>
                  <a:cubicBezTo>
                    <a:pt x="4042" y="2618"/>
                    <a:pt x="4027" y="2834"/>
                    <a:pt x="3929" y="2984"/>
                  </a:cubicBezTo>
                  <a:cubicBezTo>
                    <a:pt x="3872" y="3069"/>
                    <a:pt x="3796" y="3117"/>
                    <a:pt x="3685" y="3138"/>
                  </a:cubicBezTo>
                  <a:cubicBezTo>
                    <a:pt x="3393" y="3192"/>
                    <a:pt x="3125" y="3219"/>
                    <a:pt x="2883" y="3219"/>
                  </a:cubicBezTo>
                  <a:cubicBezTo>
                    <a:pt x="1986" y="3219"/>
                    <a:pt x="1435" y="2851"/>
                    <a:pt x="1207" y="2108"/>
                  </a:cubicBezTo>
                  <a:cubicBezTo>
                    <a:pt x="1157" y="1942"/>
                    <a:pt x="1092" y="1578"/>
                    <a:pt x="1008" y="824"/>
                  </a:cubicBezTo>
                  <a:cubicBezTo>
                    <a:pt x="981" y="589"/>
                    <a:pt x="953" y="315"/>
                    <a:pt x="924"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3276765" y="3295623"/>
              <a:ext cx="80995" cy="39319"/>
            </a:xfrm>
            <a:custGeom>
              <a:rect b="b" l="l" r="r" t="t"/>
              <a:pathLst>
                <a:path extrusionOk="0" h="1651" w="3401">
                  <a:moveTo>
                    <a:pt x="3297" y="0"/>
                  </a:moveTo>
                  <a:lnTo>
                    <a:pt x="90" y="1237"/>
                  </a:lnTo>
                  <a:cubicBezTo>
                    <a:pt x="25" y="1303"/>
                    <a:pt x="0" y="1402"/>
                    <a:pt x="38" y="1496"/>
                  </a:cubicBezTo>
                  <a:cubicBezTo>
                    <a:pt x="75" y="1590"/>
                    <a:pt x="167" y="1650"/>
                    <a:pt x="265" y="1650"/>
                  </a:cubicBezTo>
                  <a:cubicBezTo>
                    <a:pt x="294" y="1650"/>
                    <a:pt x="325" y="1644"/>
                    <a:pt x="354" y="1634"/>
                  </a:cubicBezTo>
                  <a:lnTo>
                    <a:pt x="3240" y="495"/>
                  </a:lnTo>
                  <a:cubicBezTo>
                    <a:pt x="3300" y="470"/>
                    <a:pt x="3352" y="422"/>
                    <a:pt x="3376" y="362"/>
                  </a:cubicBezTo>
                  <a:cubicBezTo>
                    <a:pt x="3401" y="300"/>
                    <a:pt x="3401" y="232"/>
                    <a:pt x="3373" y="171"/>
                  </a:cubicBezTo>
                  <a:lnTo>
                    <a:pt x="3297" y="0"/>
                  </a:ln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2900797" y="2266792"/>
              <a:ext cx="26316" cy="15885"/>
            </a:xfrm>
            <a:custGeom>
              <a:rect b="b" l="l" r="r" t="t"/>
              <a:pathLst>
                <a:path extrusionOk="0" h="667" w="1105">
                  <a:moveTo>
                    <a:pt x="624" y="0"/>
                  </a:moveTo>
                  <a:cubicBezTo>
                    <a:pt x="568" y="0"/>
                    <a:pt x="512" y="7"/>
                    <a:pt x="458" y="21"/>
                  </a:cubicBezTo>
                  <a:cubicBezTo>
                    <a:pt x="254" y="76"/>
                    <a:pt x="75" y="229"/>
                    <a:pt x="1" y="426"/>
                  </a:cubicBezTo>
                  <a:cubicBezTo>
                    <a:pt x="75" y="553"/>
                    <a:pt x="207" y="642"/>
                    <a:pt x="351" y="666"/>
                  </a:cubicBezTo>
                  <a:cubicBezTo>
                    <a:pt x="391" y="522"/>
                    <a:pt x="547" y="378"/>
                    <a:pt x="693" y="342"/>
                  </a:cubicBezTo>
                  <a:cubicBezTo>
                    <a:pt x="754" y="326"/>
                    <a:pt x="819" y="319"/>
                    <a:pt x="885" y="319"/>
                  </a:cubicBezTo>
                  <a:cubicBezTo>
                    <a:pt x="940" y="319"/>
                    <a:pt x="994" y="324"/>
                    <a:pt x="1046" y="332"/>
                  </a:cubicBezTo>
                  <a:cubicBezTo>
                    <a:pt x="1080" y="284"/>
                    <a:pt x="1104" y="190"/>
                    <a:pt x="1057" y="152"/>
                  </a:cubicBezTo>
                  <a:cubicBezTo>
                    <a:pt x="937" y="53"/>
                    <a:pt x="781" y="0"/>
                    <a:pt x="62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2918159" y="2288296"/>
              <a:ext cx="14789" cy="11050"/>
            </a:xfrm>
            <a:custGeom>
              <a:rect b="b" l="l" r="r" t="t"/>
              <a:pathLst>
                <a:path extrusionOk="0" h="464" w="621">
                  <a:moveTo>
                    <a:pt x="197" y="1"/>
                  </a:moveTo>
                  <a:cubicBezTo>
                    <a:pt x="166" y="1"/>
                    <a:pt x="136" y="11"/>
                    <a:pt x="113" y="34"/>
                  </a:cubicBezTo>
                  <a:cubicBezTo>
                    <a:pt x="1" y="145"/>
                    <a:pt x="185" y="463"/>
                    <a:pt x="369" y="463"/>
                  </a:cubicBezTo>
                  <a:cubicBezTo>
                    <a:pt x="408" y="463"/>
                    <a:pt x="448" y="449"/>
                    <a:pt x="484" y="415"/>
                  </a:cubicBezTo>
                  <a:cubicBezTo>
                    <a:pt x="621" y="289"/>
                    <a:pt x="369" y="1"/>
                    <a:pt x="197"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23993" y="2252645"/>
              <a:ext cx="82090" cy="105667"/>
            </a:xfrm>
            <a:custGeom>
              <a:rect b="b" l="l" r="r" t="t"/>
              <a:pathLst>
                <a:path extrusionOk="0" h="4437" w="3447">
                  <a:moveTo>
                    <a:pt x="1326" y="1"/>
                  </a:moveTo>
                  <a:lnTo>
                    <a:pt x="996" y="88"/>
                  </a:lnTo>
                  <a:lnTo>
                    <a:pt x="808" y="139"/>
                  </a:lnTo>
                  <a:lnTo>
                    <a:pt x="1" y="351"/>
                  </a:lnTo>
                  <a:cubicBezTo>
                    <a:pt x="489" y="1039"/>
                    <a:pt x="827" y="1289"/>
                    <a:pt x="1075" y="1289"/>
                  </a:cubicBezTo>
                  <a:cubicBezTo>
                    <a:pt x="1221" y="1289"/>
                    <a:pt x="1336" y="1201"/>
                    <a:pt x="1432" y="1066"/>
                  </a:cubicBezTo>
                  <a:cubicBezTo>
                    <a:pt x="2166" y="2208"/>
                    <a:pt x="3020" y="3685"/>
                    <a:pt x="3258" y="4375"/>
                  </a:cubicBezTo>
                  <a:cubicBezTo>
                    <a:pt x="3263" y="4386"/>
                    <a:pt x="3271" y="4391"/>
                    <a:pt x="3276" y="4399"/>
                  </a:cubicBezTo>
                  <a:cubicBezTo>
                    <a:pt x="3296" y="4420"/>
                    <a:pt x="3317" y="4437"/>
                    <a:pt x="3344" y="4437"/>
                  </a:cubicBezTo>
                  <a:cubicBezTo>
                    <a:pt x="3354" y="4437"/>
                    <a:pt x="3364" y="4433"/>
                    <a:pt x="3373" y="4430"/>
                  </a:cubicBezTo>
                  <a:cubicBezTo>
                    <a:pt x="3420" y="4414"/>
                    <a:pt x="3446" y="4362"/>
                    <a:pt x="3430" y="4315"/>
                  </a:cubicBezTo>
                  <a:cubicBezTo>
                    <a:pt x="3427" y="4302"/>
                    <a:pt x="3420" y="4291"/>
                    <a:pt x="3415" y="4278"/>
                  </a:cubicBezTo>
                  <a:cubicBezTo>
                    <a:pt x="3146" y="3531"/>
                    <a:pt x="2276" y="2030"/>
                    <a:pt x="1534" y="887"/>
                  </a:cubicBezTo>
                  <a:cubicBezTo>
                    <a:pt x="1539" y="878"/>
                    <a:pt x="1544" y="868"/>
                    <a:pt x="1549" y="860"/>
                  </a:cubicBezTo>
                  <a:lnTo>
                    <a:pt x="1702" y="896"/>
                  </a:lnTo>
                  <a:cubicBezTo>
                    <a:pt x="1631" y="823"/>
                    <a:pt x="1566" y="750"/>
                    <a:pt x="1518" y="680"/>
                  </a:cubicBezTo>
                  <a:cubicBezTo>
                    <a:pt x="1386" y="498"/>
                    <a:pt x="1314" y="241"/>
                    <a:pt x="1326"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882746" y="2270864"/>
              <a:ext cx="3144" cy="6430"/>
            </a:xfrm>
            <a:custGeom>
              <a:rect b="b" l="l" r="r" t="t"/>
              <a:pathLst>
                <a:path extrusionOk="0" h="270" w="132">
                  <a:moveTo>
                    <a:pt x="132" y="1"/>
                  </a:moveTo>
                  <a:lnTo>
                    <a:pt x="0" y="37"/>
                  </a:lnTo>
                  <a:cubicBezTo>
                    <a:pt x="7" y="49"/>
                    <a:pt x="13" y="64"/>
                    <a:pt x="20" y="75"/>
                  </a:cubicBezTo>
                  <a:cubicBezTo>
                    <a:pt x="41" y="124"/>
                    <a:pt x="65" y="171"/>
                    <a:pt x="88" y="215"/>
                  </a:cubicBezTo>
                  <a:cubicBezTo>
                    <a:pt x="96" y="234"/>
                    <a:pt x="106" y="252"/>
                    <a:pt x="114" y="268"/>
                  </a:cubicBezTo>
                  <a:lnTo>
                    <a:pt x="115" y="270"/>
                  </a:lnTo>
                  <a:cubicBezTo>
                    <a:pt x="101" y="187"/>
                    <a:pt x="107" y="96"/>
                    <a:pt x="132"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86365" y="2156671"/>
              <a:ext cx="302046" cy="134293"/>
            </a:xfrm>
            <a:custGeom>
              <a:rect b="b" l="l" r="r" t="t"/>
              <a:pathLst>
                <a:path extrusionOk="0" h="5639" w="12683">
                  <a:moveTo>
                    <a:pt x="8402" y="0"/>
                  </a:moveTo>
                  <a:cubicBezTo>
                    <a:pt x="8261" y="0"/>
                    <a:pt x="8123" y="8"/>
                    <a:pt x="7992" y="25"/>
                  </a:cubicBezTo>
                  <a:cubicBezTo>
                    <a:pt x="5414" y="346"/>
                    <a:pt x="5034" y="3256"/>
                    <a:pt x="3565" y="3576"/>
                  </a:cubicBezTo>
                  <a:cubicBezTo>
                    <a:pt x="3549" y="3576"/>
                    <a:pt x="3533" y="3576"/>
                    <a:pt x="3517" y="3576"/>
                  </a:cubicBezTo>
                  <a:cubicBezTo>
                    <a:pt x="3218" y="3576"/>
                    <a:pt x="2941" y="3474"/>
                    <a:pt x="2521" y="3263"/>
                  </a:cubicBezTo>
                  <a:cubicBezTo>
                    <a:pt x="2519" y="3260"/>
                    <a:pt x="2518" y="3260"/>
                    <a:pt x="2516" y="3258"/>
                  </a:cubicBezTo>
                  <a:cubicBezTo>
                    <a:pt x="2531" y="3183"/>
                    <a:pt x="2542" y="3104"/>
                    <a:pt x="2550" y="3023"/>
                  </a:cubicBezTo>
                  <a:lnTo>
                    <a:pt x="2550" y="3023"/>
                  </a:lnTo>
                  <a:lnTo>
                    <a:pt x="1" y="3692"/>
                  </a:lnTo>
                  <a:cubicBezTo>
                    <a:pt x="516" y="4075"/>
                    <a:pt x="722" y="4759"/>
                    <a:pt x="234" y="5185"/>
                  </a:cubicBezTo>
                  <a:lnTo>
                    <a:pt x="236" y="5185"/>
                  </a:lnTo>
                  <a:cubicBezTo>
                    <a:pt x="552" y="5515"/>
                    <a:pt x="928" y="5639"/>
                    <a:pt x="1313" y="5639"/>
                  </a:cubicBezTo>
                  <a:cubicBezTo>
                    <a:pt x="1391" y="5639"/>
                    <a:pt x="1470" y="5634"/>
                    <a:pt x="1548" y="5624"/>
                  </a:cubicBezTo>
                  <a:cubicBezTo>
                    <a:pt x="1698" y="5606"/>
                    <a:pt x="1843" y="5574"/>
                    <a:pt x="1986" y="5528"/>
                  </a:cubicBezTo>
                  <a:cubicBezTo>
                    <a:pt x="2070" y="5502"/>
                    <a:pt x="2151" y="5472"/>
                    <a:pt x="2232" y="5439"/>
                  </a:cubicBezTo>
                  <a:cubicBezTo>
                    <a:pt x="2710" y="5245"/>
                    <a:pt x="3133" y="4945"/>
                    <a:pt x="3388" y="4715"/>
                  </a:cubicBezTo>
                  <a:cubicBezTo>
                    <a:pt x="3720" y="4824"/>
                    <a:pt x="4056" y="4869"/>
                    <a:pt x="4394" y="4869"/>
                  </a:cubicBezTo>
                  <a:cubicBezTo>
                    <a:pt x="4406" y="4869"/>
                    <a:pt x="4418" y="4869"/>
                    <a:pt x="4430" y="4869"/>
                  </a:cubicBezTo>
                  <a:lnTo>
                    <a:pt x="4432" y="4869"/>
                  </a:lnTo>
                  <a:cubicBezTo>
                    <a:pt x="5038" y="4861"/>
                    <a:pt x="5654" y="4702"/>
                    <a:pt x="6277" y="4467"/>
                  </a:cubicBezTo>
                  <a:cubicBezTo>
                    <a:pt x="8081" y="3792"/>
                    <a:pt x="9948" y="2505"/>
                    <a:pt x="11823" y="2505"/>
                  </a:cubicBezTo>
                  <a:cubicBezTo>
                    <a:pt x="12109" y="2505"/>
                    <a:pt x="12396" y="2535"/>
                    <a:pt x="12682" y="2602"/>
                  </a:cubicBezTo>
                  <a:cubicBezTo>
                    <a:pt x="12161" y="1022"/>
                    <a:pt x="10002" y="0"/>
                    <a:pt x="8402"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2971195" y="2135547"/>
              <a:ext cx="52060" cy="53608"/>
            </a:xfrm>
            <a:custGeom>
              <a:rect b="b" l="l" r="r" t="t"/>
              <a:pathLst>
                <a:path extrusionOk="0" h="2251" w="2186">
                  <a:moveTo>
                    <a:pt x="1" y="1"/>
                  </a:moveTo>
                  <a:lnTo>
                    <a:pt x="1" y="1"/>
                  </a:lnTo>
                  <a:cubicBezTo>
                    <a:pt x="9" y="17"/>
                    <a:pt x="19" y="33"/>
                    <a:pt x="28" y="51"/>
                  </a:cubicBezTo>
                  <a:cubicBezTo>
                    <a:pt x="498" y="983"/>
                    <a:pt x="1265" y="1761"/>
                    <a:pt x="2185" y="2250"/>
                  </a:cubicBezTo>
                  <a:cubicBezTo>
                    <a:pt x="1751" y="1317"/>
                    <a:pt x="754" y="460"/>
                    <a:pt x="119" y="69"/>
                  </a:cubicBezTo>
                  <a:cubicBezTo>
                    <a:pt x="82" y="45"/>
                    <a:pt x="43" y="22"/>
                    <a:pt x="6" y="3"/>
                  </a:cubicBezTo>
                  <a:cubicBezTo>
                    <a:pt x="4" y="3"/>
                    <a:pt x="2"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3001225" y="2150884"/>
              <a:ext cx="21529" cy="22910"/>
            </a:xfrm>
            <a:custGeom>
              <a:rect b="b" l="l" r="r" t="t"/>
              <a:pathLst>
                <a:path extrusionOk="0" h="962" w="904">
                  <a:moveTo>
                    <a:pt x="903" y="961"/>
                  </a:moveTo>
                  <a:cubicBezTo>
                    <a:pt x="668" y="592"/>
                    <a:pt x="357" y="268"/>
                    <a:pt x="1" y="0"/>
                  </a:cubicBezTo>
                  <a:cubicBezTo>
                    <a:pt x="357" y="268"/>
                    <a:pt x="668" y="592"/>
                    <a:pt x="903" y="96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3028589" y="2191798"/>
              <a:ext cx="2882" cy="1357"/>
            </a:xfrm>
            <a:custGeom>
              <a:rect b="b" l="l" r="r" t="t"/>
              <a:pathLst>
                <a:path extrusionOk="0" h="57" w="121">
                  <a:moveTo>
                    <a:pt x="1" y="0"/>
                  </a:moveTo>
                  <a:cubicBezTo>
                    <a:pt x="41" y="18"/>
                    <a:pt x="80" y="41"/>
                    <a:pt x="121" y="57"/>
                  </a:cubicBezTo>
                  <a:cubicBezTo>
                    <a:pt x="80" y="39"/>
                    <a:pt x="41" y="18"/>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933853" y="2161886"/>
              <a:ext cx="44177" cy="45510"/>
            </a:xfrm>
            <a:custGeom>
              <a:rect b="b" l="l" r="r" t="t"/>
              <a:pathLst>
                <a:path extrusionOk="0" h="1911" w="1855">
                  <a:moveTo>
                    <a:pt x="0" y="0"/>
                  </a:moveTo>
                  <a:lnTo>
                    <a:pt x="0" y="0"/>
                  </a:lnTo>
                  <a:cubicBezTo>
                    <a:pt x="397" y="811"/>
                    <a:pt x="1058" y="1488"/>
                    <a:pt x="1854" y="1911"/>
                  </a:cubicBezTo>
                  <a:cubicBezTo>
                    <a:pt x="1463" y="1070"/>
                    <a:pt x="532" y="302"/>
                    <a:pt x="5" y="2"/>
                  </a:cubicBezTo>
                  <a:cubicBezTo>
                    <a:pt x="2" y="2"/>
                    <a:pt x="0" y="0"/>
                    <a:pt x="0"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2959573" y="2175032"/>
              <a:ext cx="18028" cy="19243"/>
            </a:xfrm>
            <a:custGeom>
              <a:rect b="b" l="l" r="r" t="t"/>
              <a:pathLst>
                <a:path extrusionOk="0" h="808" w="757">
                  <a:moveTo>
                    <a:pt x="1" y="0"/>
                  </a:moveTo>
                  <a:cubicBezTo>
                    <a:pt x="298" y="227"/>
                    <a:pt x="559" y="501"/>
                    <a:pt x="756" y="808"/>
                  </a:cubicBezTo>
                  <a:cubicBezTo>
                    <a:pt x="559" y="499"/>
                    <a:pt x="298" y="227"/>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982626" y="2209612"/>
              <a:ext cx="2381" cy="1143"/>
            </a:xfrm>
            <a:custGeom>
              <a:rect b="b" l="l" r="r" t="t"/>
              <a:pathLst>
                <a:path extrusionOk="0" h="48" w="100">
                  <a:moveTo>
                    <a:pt x="1" y="0"/>
                  </a:moveTo>
                  <a:lnTo>
                    <a:pt x="1" y="0"/>
                  </a:lnTo>
                  <a:cubicBezTo>
                    <a:pt x="34" y="16"/>
                    <a:pt x="66" y="35"/>
                    <a:pt x="99" y="48"/>
                  </a:cubicBezTo>
                  <a:lnTo>
                    <a:pt x="99" y="46"/>
                  </a:lnTo>
                  <a:cubicBezTo>
                    <a:pt x="66" y="35"/>
                    <a:pt x="34" y="16"/>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2920873" y="2201443"/>
              <a:ext cx="14837" cy="15694"/>
            </a:xfrm>
            <a:custGeom>
              <a:rect b="b" l="l" r="r" t="t"/>
              <a:pathLst>
                <a:path extrusionOk="0" h="659" w="623">
                  <a:moveTo>
                    <a:pt x="1" y="0"/>
                  </a:moveTo>
                  <a:lnTo>
                    <a:pt x="1" y="0"/>
                  </a:lnTo>
                  <a:cubicBezTo>
                    <a:pt x="245" y="185"/>
                    <a:pt x="461" y="406"/>
                    <a:pt x="623" y="658"/>
                  </a:cubicBezTo>
                  <a:cubicBezTo>
                    <a:pt x="461" y="406"/>
                    <a:pt x="245" y="183"/>
                    <a:pt x="1"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2900726" y="2191250"/>
              <a:ext cx="35270" cy="36389"/>
            </a:xfrm>
            <a:custGeom>
              <a:rect b="b" l="l" r="r" t="t"/>
              <a:pathLst>
                <a:path extrusionOk="0" h="1528" w="1481">
                  <a:moveTo>
                    <a:pt x="1" y="1"/>
                  </a:moveTo>
                  <a:cubicBezTo>
                    <a:pt x="318" y="647"/>
                    <a:pt x="847" y="1188"/>
                    <a:pt x="1480" y="1527"/>
                  </a:cubicBezTo>
                  <a:cubicBezTo>
                    <a:pt x="1169" y="856"/>
                    <a:pt x="427" y="242"/>
                    <a:pt x="5" y="4"/>
                  </a:cubicBezTo>
                  <a:cubicBezTo>
                    <a:pt x="4" y="4"/>
                    <a:pt x="4" y="1"/>
                    <a:pt x="1"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2939640" y="2229378"/>
              <a:ext cx="1953" cy="1000"/>
            </a:xfrm>
            <a:custGeom>
              <a:rect b="b" l="l" r="r" t="t"/>
              <a:pathLst>
                <a:path extrusionOk="0" h="42" w="82">
                  <a:moveTo>
                    <a:pt x="0" y="1"/>
                  </a:moveTo>
                  <a:cubicBezTo>
                    <a:pt x="26" y="15"/>
                    <a:pt x="54" y="28"/>
                    <a:pt x="81" y="41"/>
                  </a:cubicBezTo>
                  <a:cubicBezTo>
                    <a:pt x="55" y="28"/>
                    <a:pt x="28" y="12"/>
                    <a:pt x="0" y="1"/>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2861622" y="2115376"/>
              <a:ext cx="107549" cy="155369"/>
            </a:xfrm>
            <a:custGeom>
              <a:rect b="b" l="l" r="r" t="t"/>
              <a:pathLst>
                <a:path extrusionOk="0" h="6524" w="4516">
                  <a:moveTo>
                    <a:pt x="4514" y="0"/>
                  </a:moveTo>
                  <a:cubicBezTo>
                    <a:pt x="4514" y="0"/>
                    <a:pt x="4514" y="0"/>
                    <a:pt x="4514" y="0"/>
                  </a:cubicBezTo>
                  <a:lnTo>
                    <a:pt x="4514" y="0"/>
                  </a:lnTo>
                  <a:cubicBezTo>
                    <a:pt x="4515" y="0"/>
                    <a:pt x="4515" y="0"/>
                    <a:pt x="4516" y="0"/>
                  </a:cubicBezTo>
                  <a:close/>
                  <a:moveTo>
                    <a:pt x="4514" y="0"/>
                  </a:moveTo>
                  <a:cubicBezTo>
                    <a:pt x="4499" y="0"/>
                    <a:pt x="4481" y="2"/>
                    <a:pt x="4466" y="2"/>
                  </a:cubicBezTo>
                  <a:cubicBezTo>
                    <a:pt x="4425" y="2"/>
                    <a:pt x="4383" y="4"/>
                    <a:pt x="4339" y="8"/>
                  </a:cubicBezTo>
                  <a:cubicBezTo>
                    <a:pt x="4332" y="9"/>
                    <a:pt x="4325" y="9"/>
                    <a:pt x="4318" y="9"/>
                  </a:cubicBezTo>
                  <a:cubicBezTo>
                    <a:pt x="4311" y="9"/>
                    <a:pt x="4304" y="9"/>
                    <a:pt x="4297" y="10"/>
                  </a:cubicBezTo>
                  <a:cubicBezTo>
                    <a:pt x="4273" y="12"/>
                    <a:pt x="4249" y="18"/>
                    <a:pt x="4224" y="20"/>
                  </a:cubicBezTo>
                  <a:cubicBezTo>
                    <a:pt x="4185" y="26"/>
                    <a:pt x="4150" y="31"/>
                    <a:pt x="4109" y="39"/>
                  </a:cubicBezTo>
                  <a:cubicBezTo>
                    <a:pt x="4101" y="41"/>
                    <a:pt x="4095" y="42"/>
                    <a:pt x="4086" y="44"/>
                  </a:cubicBezTo>
                  <a:cubicBezTo>
                    <a:pt x="4080" y="47"/>
                    <a:pt x="4074" y="49"/>
                    <a:pt x="4069" y="49"/>
                  </a:cubicBezTo>
                  <a:cubicBezTo>
                    <a:pt x="4039" y="55"/>
                    <a:pt x="4009" y="64"/>
                    <a:pt x="3981" y="72"/>
                  </a:cubicBezTo>
                  <a:cubicBezTo>
                    <a:pt x="3952" y="80"/>
                    <a:pt x="3926" y="85"/>
                    <a:pt x="3898" y="93"/>
                  </a:cubicBezTo>
                  <a:cubicBezTo>
                    <a:pt x="3877" y="99"/>
                    <a:pt x="3855" y="107"/>
                    <a:pt x="3834" y="115"/>
                  </a:cubicBezTo>
                  <a:cubicBezTo>
                    <a:pt x="3830" y="115"/>
                    <a:pt x="3830" y="115"/>
                    <a:pt x="3829" y="117"/>
                  </a:cubicBezTo>
                  <a:cubicBezTo>
                    <a:pt x="3798" y="128"/>
                    <a:pt x="3769" y="138"/>
                    <a:pt x="3738" y="149"/>
                  </a:cubicBezTo>
                  <a:cubicBezTo>
                    <a:pt x="3720" y="156"/>
                    <a:pt x="3699" y="162"/>
                    <a:pt x="3681" y="171"/>
                  </a:cubicBezTo>
                  <a:cubicBezTo>
                    <a:pt x="3652" y="182"/>
                    <a:pt x="3623" y="196"/>
                    <a:pt x="3594" y="209"/>
                  </a:cubicBezTo>
                  <a:cubicBezTo>
                    <a:pt x="3587" y="211"/>
                    <a:pt x="3584" y="213"/>
                    <a:pt x="3578" y="214"/>
                  </a:cubicBezTo>
                  <a:cubicBezTo>
                    <a:pt x="3550" y="227"/>
                    <a:pt x="3521" y="237"/>
                    <a:pt x="3493" y="252"/>
                  </a:cubicBezTo>
                  <a:cubicBezTo>
                    <a:pt x="3482" y="255"/>
                    <a:pt x="3471" y="261"/>
                    <a:pt x="3461" y="266"/>
                  </a:cubicBezTo>
                  <a:cubicBezTo>
                    <a:pt x="3425" y="282"/>
                    <a:pt x="3391" y="302"/>
                    <a:pt x="3357" y="320"/>
                  </a:cubicBezTo>
                  <a:cubicBezTo>
                    <a:pt x="3325" y="336"/>
                    <a:pt x="3292" y="352"/>
                    <a:pt x="3260" y="371"/>
                  </a:cubicBezTo>
                  <a:cubicBezTo>
                    <a:pt x="3253" y="375"/>
                    <a:pt x="3245" y="380"/>
                    <a:pt x="3239" y="383"/>
                  </a:cubicBezTo>
                  <a:cubicBezTo>
                    <a:pt x="3226" y="391"/>
                    <a:pt x="3210" y="401"/>
                    <a:pt x="3195" y="409"/>
                  </a:cubicBezTo>
                  <a:cubicBezTo>
                    <a:pt x="3171" y="423"/>
                    <a:pt x="3146" y="438"/>
                    <a:pt x="3124" y="452"/>
                  </a:cubicBezTo>
                  <a:cubicBezTo>
                    <a:pt x="3088" y="474"/>
                    <a:pt x="3051" y="495"/>
                    <a:pt x="3017" y="517"/>
                  </a:cubicBezTo>
                  <a:cubicBezTo>
                    <a:pt x="3015" y="519"/>
                    <a:pt x="3012" y="521"/>
                    <a:pt x="3009" y="521"/>
                  </a:cubicBezTo>
                  <a:cubicBezTo>
                    <a:pt x="2975" y="543"/>
                    <a:pt x="2939" y="568"/>
                    <a:pt x="2905" y="590"/>
                  </a:cubicBezTo>
                  <a:cubicBezTo>
                    <a:pt x="2902" y="593"/>
                    <a:pt x="2895" y="595"/>
                    <a:pt x="2890" y="600"/>
                  </a:cubicBezTo>
                  <a:cubicBezTo>
                    <a:pt x="2858" y="623"/>
                    <a:pt x="2824" y="644"/>
                    <a:pt x="2792" y="666"/>
                  </a:cubicBezTo>
                  <a:cubicBezTo>
                    <a:pt x="2782" y="675"/>
                    <a:pt x="2772" y="681"/>
                    <a:pt x="2761" y="689"/>
                  </a:cubicBezTo>
                  <a:cubicBezTo>
                    <a:pt x="2727" y="713"/>
                    <a:pt x="2693" y="739"/>
                    <a:pt x="2660" y="764"/>
                  </a:cubicBezTo>
                  <a:cubicBezTo>
                    <a:pt x="2655" y="765"/>
                    <a:pt x="2654" y="770"/>
                    <a:pt x="2651" y="772"/>
                  </a:cubicBezTo>
                  <a:cubicBezTo>
                    <a:pt x="2623" y="793"/>
                    <a:pt x="2595" y="812"/>
                    <a:pt x="2570" y="833"/>
                  </a:cubicBezTo>
                  <a:cubicBezTo>
                    <a:pt x="2550" y="846"/>
                    <a:pt x="2532" y="863"/>
                    <a:pt x="2514" y="877"/>
                  </a:cubicBezTo>
                  <a:cubicBezTo>
                    <a:pt x="2489" y="900"/>
                    <a:pt x="2459" y="922"/>
                    <a:pt x="2433" y="944"/>
                  </a:cubicBezTo>
                  <a:lnTo>
                    <a:pt x="2403" y="968"/>
                  </a:lnTo>
                  <a:cubicBezTo>
                    <a:pt x="2385" y="984"/>
                    <a:pt x="2367" y="999"/>
                    <a:pt x="2348" y="1015"/>
                  </a:cubicBezTo>
                  <a:cubicBezTo>
                    <a:pt x="2320" y="1039"/>
                    <a:pt x="2291" y="1065"/>
                    <a:pt x="2265" y="1089"/>
                  </a:cubicBezTo>
                  <a:lnTo>
                    <a:pt x="2210" y="1138"/>
                  </a:lnTo>
                  <a:cubicBezTo>
                    <a:pt x="2194" y="1153"/>
                    <a:pt x="2177" y="1167"/>
                    <a:pt x="2161" y="1183"/>
                  </a:cubicBezTo>
                  <a:cubicBezTo>
                    <a:pt x="2151" y="1193"/>
                    <a:pt x="2142" y="1203"/>
                    <a:pt x="2129" y="1214"/>
                  </a:cubicBezTo>
                  <a:cubicBezTo>
                    <a:pt x="2083" y="1258"/>
                    <a:pt x="2036" y="1303"/>
                    <a:pt x="1991" y="1347"/>
                  </a:cubicBezTo>
                  <a:cubicBezTo>
                    <a:pt x="1973" y="1365"/>
                    <a:pt x="1954" y="1384"/>
                    <a:pt x="1934" y="1402"/>
                  </a:cubicBezTo>
                  <a:lnTo>
                    <a:pt x="1915" y="1422"/>
                  </a:lnTo>
                  <a:cubicBezTo>
                    <a:pt x="1897" y="1441"/>
                    <a:pt x="1878" y="1461"/>
                    <a:pt x="1860" y="1478"/>
                  </a:cubicBezTo>
                  <a:cubicBezTo>
                    <a:pt x="1832" y="1508"/>
                    <a:pt x="1805" y="1535"/>
                    <a:pt x="1777" y="1566"/>
                  </a:cubicBezTo>
                  <a:cubicBezTo>
                    <a:pt x="1753" y="1592"/>
                    <a:pt x="1728" y="1616"/>
                    <a:pt x="1704" y="1644"/>
                  </a:cubicBezTo>
                  <a:lnTo>
                    <a:pt x="1703" y="1645"/>
                  </a:lnTo>
                  <a:lnTo>
                    <a:pt x="1610" y="1749"/>
                  </a:lnTo>
                  <a:cubicBezTo>
                    <a:pt x="1597" y="1765"/>
                    <a:pt x="1583" y="1778"/>
                    <a:pt x="1570" y="1794"/>
                  </a:cubicBezTo>
                  <a:cubicBezTo>
                    <a:pt x="1549" y="1822"/>
                    <a:pt x="1524" y="1848"/>
                    <a:pt x="1502" y="1875"/>
                  </a:cubicBezTo>
                  <a:cubicBezTo>
                    <a:pt x="1493" y="1887"/>
                    <a:pt x="1484" y="1898"/>
                    <a:pt x="1476" y="1908"/>
                  </a:cubicBezTo>
                  <a:lnTo>
                    <a:pt x="1390" y="2012"/>
                  </a:lnTo>
                  <a:cubicBezTo>
                    <a:pt x="1383" y="2020"/>
                    <a:pt x="1378" y="2026"/>
                    <a:pt x="1372" y="2033"/>
                  </a:cubicBezTo>
                  <a:cubicBezTo>
                    <a:pt x="1349" y="2060"/>
                    <a:pt x="1327" y="2089"/>
                    <a:pt x="1305" y="2115"/>
                  </a:cubicBezTo>
                  <a:lnTo>
                    <a:pt x="1250" y="2188"/>
                  </a:lnTo>
                  <a:cubicBezTo>
                    <a:pt x="1228" y="2219"/>
                    <a:pt x="1205" y="2247"/>
                    <a:pt x="1184" y="2277"/>
                  </a:cubicBezTo>
                  <a:cubicBezTo>
                    <a:pt x="1184" y="2279"/>
                    <a:pt x="1181" y="2279"/>
                    <a:pt x="1181" y="2281"/>
                  </a:cubicBezTo>
                  <a:cubicBezTo>
                    <a:pt x="1161" y="2310"/>
                    <a:pt x="1139" y="2337"/>
                    <a:pt x="1119" y="2366"/>
                  </a:cubicBezTo>
                  <a:cubicBezTo>
                    <a:pt x="1082" y="2417"/>
                    <a:pt x="1048" y="2467"/>
                    <a:pt x="1014" y="2519"/>
                  </a:cubicBezTo>
                  <a:cubicBezTo>
                    <a:pt x="1009" y="2522"/>
                    <a:pt x="1007" y="2527"/>
                    <a:pt x="1002" y="2532"/>
                  </a:cubicBezTo>
                  <a:cubicBezTo>
                    <a:pt x="998" y="2543"/>
                    <a:pt x="989" y="2553"/>
                    <a:pt x="983" y="2561"/>
                  </a:cubicBezTo>
                  <a:cubicBezTo>
                    <a:pt x="968" y="2584"/>
                    <a:pt x="954" y="2603"/>
                    <a:pt x="941" y="2626"/>
                  </a:cubicBezTo>
                  <a:cubicBezTo>
                    <a:pt x="904" y="2681"/>
                    <a:pt x="869" y="2734"/>
                    <a:pt x="835" y="2791"/>
                  </a:cubicBezTo>
                  <a:cubicBezTo>
                    <a:pt x="814" y="2823"/>
                    <a:pt x="795" y="2859"/>
                    <a:pt x="774" y="2892"/>
                  </a:cubicBezTo>
                  <a:cubicBezTo>
                    <a:pt x="741" y="2945"/>
                    <a:pt x="709" y="3000"/>
                    <a:pt x="678" y="3057"/>
                  </a:cubicBezTo>
                  <a:cubicBezTo>
                    <a:pt x="659" y="3091"/>
                    <a:pt x="641" y="3128"/>
                    <a:pt x="620" y="3162"/>
                  </a:cubicBezTo>
                  <a:cubicBezTo>
                    <a:pt x="617" y="3169"/>
                    <a:pt x="613" y="3175"/>
                    <a:pt x="610" y="3180"/>
                  </a:cubicBezTo>
                  <a:cubicBezTo>
                    <a:pt x="609" y="3183"/>
                    <a:pt x="609" y="3185"/>
                    <a:pt x="605" y="3188"/>
                  </a:cubicBezTo>
                  <a:cubicBezTo>
                    <a:pt x="581" y="3234"/>
                    <a:pt x="557" y="3281"/>
                    <a:pt x="536" y="3326"/>
                  </a:cubicBezTo>
                  <a:cubicBezTo>
                    <a:pt x="516" y="3363"/>
                    <a:pt x="498" y="3402"/>
                    <a:pt x="481" y="3438"/>
                  </a:cubicBezTo>
                  <a:cubicBezTo>
                    <a:pt x="455" y="3491"/>
                    <a:pt x="430" y="3545"/>
                    <a:pt x="408" y="3598"/>
                  </a:cubicBezTo>
                  <a:cubicBezTo>
                    <a:pt x="390" y="3637"/>
                    <a:pt x="374" y="3678"/>
                    <a:pt x="357" y="3715"/>
                  </a:cubicBezTo>
                  <a:cubicBezTo>
                    <a:pt x="335" y="3768"/>
                    <a:pt x="314" y="3819"/>
                    <a:pt x="294" y="3872"/>
                  </a:cubicBezTo>
                  <a:cubicBezTo>
                    <a:pt x="278" y="3914"/>
                    <a:pt x="263" y="3955"/>
                    <a:pt x="247" y="3997"/>
                  </a:cubicBezTo>
                  <a:cubicBezTo>
                    <a:pt x="229" y="4047"/>
                    <a:pt x="213" y="4096"/>
                    <a:pt x="197" y="4148"/>
                  </a:cubicBezTo>
                  <a:cubicBezTo>
                    <a:pt x="182" y="4191"/>
                    <a:pt x="171" y="4233"/>
                    <a:pt x="158" y="4279"/>
                  </a:cubicBezTo>
                  <a:cubicBezTo>
                    <a:pt x="143" y="4327"/>
                    <a:pt x="132" y="4374"/>
                    <a:pt x="119" y="4423"/>
                  </a:cubicBezTo>
                  <a:cubicBezTo>
                    <a:pt x="108" y="4468"/>
                    <a:pt x="98" y="4514"/>
                    <a:pt x="87" y="4561"/>
                  </a:cubicBezTo>
                  <a:cubicBezTo>
                    <a:pt x="77" y="4605"/>
                    <a:pt x="67" y="4652"/>
                    <a:pt x="59" y="4695"/>
                  </a:cubicBezTo>
                  <a:cubicBezTo>
                    <a:pt x="51" y="4744"/>
                    <a:pt x="43" y="4791"/>
                    <a:pt x="36" y="4838"/>
                  </a:cubicBezTo>
                  <a:cubicBezTo>
                    <a:pt x="30" y="4880"/>
                    <a:pt x="25" y="4925"/>
                    <a:pt x="20" y="4968"/>
                  </a:cubicBezTo>
                  <a:cubicBezTo>
                    <a:pt x="14" y="5016"/>
                    <a:pt x="12" y="5066"/>
                    <a:pt x="9" y="5115"/>
                  </a:cubicBezTo>
                  <a:lnTo>
                    <a:pt x="2" y="5237"/>
                  </a:lnTo>
                  <a:cubicBezTo>
                    <a:pt x="1" y="5287"/>
                    <a:pt x="2" y="5339"/>
                    <a:pt x="2" y="5389"/>
                  </a:cubicBezTo>
                  <a:cubicBezTo>
                    <a:pt x="9" y="5418"/>
                    <a:pt x="9" y="5454"/>
                    <a:pt x="12" y="5493"/>
                  </a:cubicBezTo>
                  <a:cubicBezTo>
                    <a:pt x="17" y="5545"/>
                    <a:pt x="20" y="5596"/>
                    <a:pt x="27" y="5647"/>
                  </a:cubicBezTo>
                  <a:cubicBezTo>
                    <a:pt x="32" y="5681"/>
                    <a:pt x="35" y="5715"/>
                    <a:pt x="41" y="5752"/>
                  </a:cubicBezTo>
                  <a:cubicBezTo>
                    <a:pt x="49" y="5804"/>
                    <a:pt x="61" y="5854"/>
                    <a:pt x="72" y="5908"/>
                  </a:cubicBezTo>
                  <a:cubicBezTo>
                    <a:pt x="80" y="5940"/>
                    <a:pt x="85" y="5972"/>
                    <a:pt x="93" y="6005"/>
                  </a:cubicBezTo>
                  <a:cubicBezTo>
                    <a:pt x="108" y="6057"/>
                    <a:pt x="126" y="6110"/>
                    <a:pt x="142" y="6160"/>
                  </a:cubicBezTo>
                  <a:cubicBezTo>
                    <a:pt x="153" y="6191"/>
                    <a:pt x="163" y="6219"/>
                    <a:pt x="173" y="6250"/>
                  </a:cubicBezTo>
                  <a:cubicBezTo>
                    <a:pt x="194" y="6303"/>
                    <a:pt x="218" y="6353"/>
                    <a:pt x="242" y="6403"/>
                  </a:cubicBezTo>
                  <a:cubicBezTo>
                    <a:pt x="254" y="6429"/>
                    <a:pt x="267" y="6459"/>
                    <a:pt x="280" y="6485"/>
                  </a:cubicBezTo>
                  <a:cubicBezTo>
                    <a:pt x="286" y="6497"/>
                    <a:pt x="293" y="6510"/>
                    <a:pt x="299" y="6523"/>
                  </a:cubicBezTo>
                  <a:cubicBezTo>
                    <a:pt x="299" y="6520"/>
                    <a:pt x="299" y="6517"/>
                    <a:pt x="296" y="6514"/>
                  </a:cubicBezTo>
                  <a:cubicBezTo>
                    <a:pt x="173" y="5966"/>
                    <a:pt x="231" y="5251"/>
                    <a:pt x="471" y="4488"/>
                  </a:cubicBezTo>
                  <a:lnTo>
                    <a:pt x="471" y="4485"/>
                  </a:lnTo>
                  <a:cubicBezTo>
                    <a:pt x="592" y="4097"/>
                    <a:pt x="763" y="3694"/>
                    <a:pt x="976" y="3293"/>
                  </a:cubicBezTo>
                  <a:cubicBezTo>
                    <a:pt x="1203" y="2870"/>
                    <a:pt x="1479" y="2451"/>
                    <a:pt x="1809" y="2052"/>
                  </a:cubicBezTo>
                  <a:cubicBezTo>
                    <a:pt x="1811" y="2050"/>
                    <a:pt x="1814" y="2046"/>
                    <a:pt x="1818" y="2044"/>
                  </a:cubicBezTo>
                  <a:cubicBezTo>
                    <a:pt x="2500" y="1216"/>
                    <a:pt x="3398" y="478"/>
                    <a:pt x="4514" y="0"/>
                  </a:cubicBezTo>
                  <a:close/>
                </a:path>
              </a:pathLst>
            </a:custGeom>
            <a:solidFill>
              <a:srgbClr val="2C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149831" y="2778290"/>
              <a:ext cx="225409" cy="458701"/>
            </a:xfrm>
            <a:custGeom>
              <a:rect b="b" l="l" r="r" t="t"/>
              <a:pathLst>
                <a:path extrusionOk="0" h="19261" w="9465">
                  <a:moveTo>
                    <a:pt x="1624" y="0"/>
                  </a:moveTo>
                  <a:cubicBezTo>
                    <a:pt x="1605" y="34"/>
                    <a:pt x="1587" y="67"/>
                    <a:pt x="1569" y="102"/>
                  </a:cubicBezTo>
                  <a:cubicBezTo>
                    <a:pt x="1441" y="337"/>
                    <a:pt x="1319" y="571"/>
                    <a:pt x="1204" y="801"/>
                  </a:cubicBezTo>
                  <a:cubicBezTo>
                    <a:pt x="733" y="1749"/>
                    <a:pt x="370" y="2671"/>
                    <a:pt x="170" y="3528"/>
                  </a:cubicBezTo>
                  <a:cubicBezTo>
                    <a:pt x="89" y="3872"/>
                    <a:pt x="36" y="4209"/>
                    <a:pt x="12" y="4528"/>
                  </a:cubicBezTo>
                  <a:cubicBezTo>
                    <a:pt x="0" y="4668"/>
                    <a:pt x="41" y="4799"/>
                    <a:pt x="120" y="4919"/>
                  </a:cubicBezTo>
                  <a:cubicBezTo>
                    <a:pt x="438" y="5859"/>
                    <a:pt x="1329" y="7711"/>
                    <a:pt x="2402" y="9792"/>
                  </a:cubicBezTo>
                  <a:cubicBezTo>
                    <a:pt x="2588" y="10157"/>
                    <a:pt x="2780" y="10526"/>
                    <a:pt x="2977" y="10902"/>
                  </a:cubicBezTo>
                  <a:cubicBezTo>
                    <a:pt x="3003" y="10951"/>
                    <a:pt x="3028" y="11000"/>
                    <a:pt x="3053" y="11048"/>
                  </a:cubicBezTo>
                  <a:cubicBezTo>
                    <a:pt x="3079" y="11095"/>
                    <a:pt x="3104" y="11145"/>
                    <a:pt x="3131" y="11194"/>
                  </a:cubicBezTo>
                  <a:cubicBezTo>
                    <a:pt x="3165" y="11257"/>
                    <a:pt x="3198" y="11320"/>
                    <a:pt x="3232" y="11385"/>
                  </a:cubicBezTo>
                  <a:lnTo>
                    <a:pt x="3360" y="11628"/>
                  </a:lnTo>
                  <a:cubicBezTo>
                    <a:pt x="3877" y="12607"/>
                    <a:pt x="4407" y="13591"/>
                    <a:pt x="4914" y="14520"/>
                  </a:cubicBezTo>
                  <a:cubicBezTo>
                    <a:pt x="5011" y="14700"/>
                    <a:pt x="5108" y="14876"/>
                    <a:pt x="5206" y="15050"/>
                  </a:cubicBezTo>
                  <a:cubicBezTo>
                    <a:pt x="5233" y="15103"/>
                    <a:pt x="5264" y="15155"/>
                    <a:pt x="5292" y="15208"/>
                  </a:cubicBezTo>
                  <a:cubicBezTo>
                    <a:pt x="5533" y="15646"/>
                    <a:pt x="5763" y="16066"/>
                    <a:pt x="5985" y="16463"/>
                  </a:cubicBezTo>
                  <a:cubicBezTo>
                    <a:pt x="6151" y="16763"/>
                    <a:pt x="6311" y="17048"/>
                    <a:pt x="6463" y="17315"/>
                  </a:cubicBezTo>
                  <a:cubicBezTo>
                    <a:pt x="6624" y="17599"/>
                    <a:pt x="6773" y="17865"/>
                    <a:pt x="6912" y="18104"/>
                  </a:cubicBezTo>
                  <a:cubicBezTo>
                    <a:pt x="6980" y="18223"/>
                    <a:pt x="7042" y="18331"/>
                    <a:pt x="7103" y="18437"/>
                  </a:cubicBezTo>
                  <a:cubicBezTo>
                    <a:pt x="7126" y="18437"/>
                    <a:pt x="7146" y="18440"/>
                    <a:pt x="7168" y="18442"/>
                  </a:cubicBezTo>
                  <a:cubicBezTo>
                    <a:pt x="7342" y="18450"/>
                    <a:pt x="7491" y="18489"/>
                    <a:pt x="7614" y="18545"/>
                  </a:cubicBezTo>
                  <a:cubicBezTo>
                    <a:pt x="7914" y="18680"/>
                    <a:pt x="8076" y="18905"/>
                    <a:pt x="8133" y="18978"/>
                  </a:cubicBezTo>
                  <a:cubicBezTo>
                    <a:pt x="8198" y="19062"/>
                    <a:pt x="8463" y="19260"/>
                    <a:pt x="8781" y="19260"/>
                  </a:cubicBezTo>
                  <a:cubicBezTo>
                    <a:pt x="8867" y="19260"/>
                    <a:pt x="8956" y="19246"/>
                    <a:pt x="9047" y="19211"/>
                  </a:cubicBezTo>
                  <a:cubicBezTo>
                    <a:pt x="9392" y="19077"/>
                    <a:pt x="9465" y="18850"/>
                    <a:pt x="9460" y="18620"/>
                  </a:cubicBezTo>
                  <a:cubicBezTo>
                    <a:pt x="9445" y="18578"/>
                    <a:pt x="9427" y="18537"/>
                    <a:pt x="9406" y="18493"/>
                  </a:cubicBezTo>
                  <a:cubicBezTo>
                    <a:pt x="9202" y="18103"/>
                    <a:pt x="9016" y="17704"/>
                    <a:pt x="8838" y="17305"/>
                  </a:cubicBezTo>
                  <a:cubicBezTo>
                    <a:pt x="8669" y="16923"/>
                    <a:pt x="8509" y="16539"/>
                    <a:pt x="8359" y="16155"/>
                  </a:cubicBezTo>
                  <a:cubicBezTo>
                    <a:pt x="8121" y="15545"/>
                    <a:pt x="7906" y="14935"/>
                    <a:pt x="7703" y="14327"/>
                  </a:cubicBezTo>
                  <a:cubicBezTo>
                    <a:pt x="7520" y="13779"/>
                    <a:pt x="7350" y="13231"/>
                    <a:pt x="7188" y="12695"/>
                  </a:cubicBezTo>
                  <a:cubicBezTo>
                    <a:pt x="6925" y="11818"/>
                    <a:pt x="6679" y="10964"/>
                    <a:pt x="6434" y="10150"/>
                  </a:cubicBezTo>
                  <a:cubicBezTo>
                    <a:pt x="6398" y="10029"/>
                    <a:pt x="6361" y="9907"/>
                    <a:pt x="6322" y="9786"/>
                  </a:cubicBezTo>
                  <a:cubicBezTo>
                    <a:pt x="6319" y="9773"/>
                    <a:pt x="6317" y="9763"/>
                    <a:pt x="6313" y="9752"/>
                  </a:cubicBezTo>
                  <a:lnTo>
                    <a:pt x="6277" y="9630"/>
                  </a:lnTo>
                  <a:cubicBezTo>
                    <a:pt x="6206" y="9403"/>
                    <a:pt x="6138" y="9180"/>
                    <a:pt x="6066" y="8961"/>
                  </a:cubicBezTo>
                  <a:cubicBezTo>
                    <a:pt x="6037" y="8872"/>
                    <a:pt x="6008" y="8781"/>
                    <a:pt x="5977" y="8693"/>
                  </a:cubicBezTo>
                  <a:cubicBezTo>
                    <a:pt x="5904" y="8475"/>
                    <a:pt x="5830" y="8261"/>
                    <a:pt x="5753" y="8052"/>
                  </a:cubicBezTo>
                  <a:cubicBezTo>
                    <a:pt x="5434" y="7170"/>
                    <a:pt x="5087" y="6381"/>
                    <a:pt x="4674" y="5711"/>
                  </a:cubicBezTo>
                  <a:cubicBezTo>
                    <a:pt x="4666" y="5718"/>
                    <a:pt x="4656" y="5720"/>
                    <a:pt x="4647" y="5720"/>
                  </a:cubicBezTo>
                  <a:cubicBezTo>
                    <a:pt x="4625" y="5720"/>
                    <a:pt x="4608" y="5710"/>
                    <a:pt x="4598" y="5692"/>
                  </a:cubicBezTo>
                  <a:cubicBezTo>
                    <a:pt x="4489" y="5515"/>
                    <a:pt x="4358" y="5332"/>
                    <a:pt x="4214" y="5157"/>
                  </a:cubicBezTo>
                  <a:cubicBezTo>
                    <a:pt x="3823" y="4681"/>
                    <a:pt x="3334" y="4266"/>
                    <a:pt x="2937" y="4201"/>
                  </a:cubicBezTo>
                  <a:cubicBezTo>
                    <a:pt x="2906" y="4195"/>
                    <a:pt x="2883" y="4165"/>
                    <a:pt x="2890" y="4133"/>
                  </a:cubicBezTo>
                  <a:cubicBezTo>
                    <a:pt x="2893" y="4108"/>
                    <a:pt x="2914" y="4086"/>
                    <a:pt x="2943" y="4086"/>
                  </a:cubicBezTo>
                  <a:cubicBezTo>
                    <a:pt x="2947" y="4086"/>
                    <a:pt x="2951" y="4087"/>
                    <a:pt x="2956" y="4088"/>
                  </a:cubicBezTo>
                  <a:cubicBezTo>
                    <a:pt x="3117" y="4114"/>
                    <a:pt x="3285" y="4188"/>
                    <a:pt x="3451" y="4295"/>
                  </a:cubicBezTo>
                  <a:cubicBezTo>
                    <a:pt x="3744" y="4485"/>
                    <a:pt x="4034" y="4768"/>
                    <a:pt x="4274" y="5053"/>
                  </a:cubicBezTo>
                  <a:lnTo>
                    <a:pt x="4274" y="5052"/>
                  </a:lnTo>
                  <a:cubicBezTo>
                    <a:pt x="4318" y="4951"/>
                    <a:pt x="4366" y="4854"/>
                    <a:pt x="4415" y="4757"/>
                  </a:cubicBezTo>
                  <a:cubicBezTo>
                    <a:pt x="4914" y="3780"/>
                    <a:pt x="5645" y="2856"/>
                    <a:pt x="6514" y="1969"/>
                  </a:cubicBezTo>
                  <a:cubicBezTo>
                    <a:pt x="5183" y="1898"/>
                    <a:pt x="3869" y="1491"/>
                    <a:pt x="2726" y="801"/>
                  </a:cubicBezTo>
                  <a:cubicBezTo>
                    <a:pt x="2337" y="566"/>
                    <a:pt x="1966" y="299"/>
                    <a:pt x="1624"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377526" y="2478102"/>
              <a:ext cx="179756" cy="69397"/>
            </a:xfrm>
            <a:custGeom>
              <a:rect b="b" l="l" r="r" t="t"/>
              <a:pathLst>
                <a:path extrusionOk="0" h="2914" w="7548">
                  <a:moveTo>
                    <a:pt x="7415" y="0"/>
                  </a:moveTo>
                  <a:lnTo>
                    <a:pt x="7415" y="2"/>
                  </a:lnTo>
                  <a:cubicBezTo>
                    <a:pt x="7462" y="80"/>
                    <a:pt x="7504" y="161"/>
                    <a:pt x="7547" y="238"/>
                  </a:cubicBezTo>
                  <a:lnTo>
                    <a:pt x="7547" y="238"/>
                  </a:lnTo>
                  <a:cubicBezTo>
                    <a:pt x="7504" y="161"/>
                    <a:pt x="7462" y="80"/>
                    <a:pt x="7415" y="0"/>
                  </a:cubicBezTo>
                  <a:close/>
                  <a:moveTo>
                    <a:pt x="7414" y="0"/>
                  </a:moveTo>
                  <a:lnTo>
                    <a:pt x="1" y="2912"/>
                  </a:lnTo>
                  <a:lnTo>
                    <a:pt x="1" y="2914"/>
                  </a:lnTo>
                  <a:lnTo>
                    <a:pt x="7415" y="0"/>
                  </a:ln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046307" y="2234213"/>
              <a:ext cx="143" cy="95"/>
            </a:xfrm>
            <a:custGeom>
              <a:rect b="b" l="l" r="r" t="t"/>
              <a:pathLst>
                <a:path extrusionOk="0" h="4" w="6">
                  <a:moveTo>
                    <a:pt x="1" y="0"/>
                  </a:moveTo>
                  <a:lnTo>
                    <a:pt x="1" y="2"/>
                  </a:lnTo>
                  <a:cubicBezTo>
                    <a:pt x="2" y="2"/>
                    <a:pt x="4" y="2"/>
                    <a:pt x="5" y="4"/>
                  </a:cubicBezTo>
                  <a:cubicBezTo>
                    <a:pt x="4" y="2"/>
                    <a:pt x="2" y="2"/>
                    <a:pt x="1"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035733" y="2268982"/>
              <a:ext cx="56227" cy="74708"/>
            </a:xfrm>
            <a:custGeom>
              <a:rect b="b" l="l" r="r" t="t"/>
              <a:pathLst>
                <a:path extrusionOk="0" h="3137" w="2361">
                  <a:moveTo>
                    <a:pt x="1320" y="0"/>
                  </a:moveTo>
                  <a:cubicBezTo>
                    <a:pt x="1060" y="229"/>
                    <a:pt x="637" y="527"/>
                    <a:pt x="161" y="723"/>
                  </a:cubicBezTo>
                  <a:cubicBezTo>
                    <a:pt x="274" y="1295"/>
                    <a:pt x="155" y="2002"/>
                    <a:pt x="1" y="2553"/>
                  </a:cubicBezTo>
                  <a:cubicBezTo>
                    <a:pt x="281" y="2731"/>
                    <a:pt x="550" y="2926"/>
                    <a:pt x="803" y="3136"/>
                  </a:cubicBezTo>
                  <a:cubicBezTo>
                    <a:pt x="832" y="2845"/>
                    <a:pt x="934" y="2470"/>
                    <a:pt x="1088" y="2081"/>
                  </a:cubicBezTo>
                  <a:cubicBezTo>
                    <a:pt x="1094" y="2065"/>
                    <a:pt x="1101" y="2049"/>
                    <a:pt x="1109" y="2033"/>
                  </a:cubicBezTo>
                  <a:cubicBezTo>
                    <a:pt x="1133" y="1970"/>
                    <a:pt x="1159" y="1910"/>
                    <a:pt x="1188" y="1846"/>
                  </a:cubicBezTo>
                  <a:cubicBezTo>
                    <a:pt x="1200" y="1820"/>
                    <a:pt x="1210" y="1793"/>
                    <a:pt x="1223" y="1767"/>
                  </a:cubicBezTo>
                  <a:cubicBezTo>
                    <a:pt x="1248" y="1710"/>
                    <a:pt x="1274" y="1654"/>
                    <a:pt x="1304" y="1597"/>
                  </a:cubicBezTo>
                  <a:cubicBezTo>
                    <a:pt x="1320" y="1564"/>
                    <a:pt x="1336" y="1534"/>
                    <a:pt x="1352" y="1504"/>
                  </a:cubicBezTo>
                  <a:cubicBezTo>
                    <a:pt x="1378" y="1451"/>
                    <a:pt x="1407" y="1399"/>
                    <a:pt x="1435" y="1346"/>
                  </a:cubicBezTo>
                  <a:cubicBezTo>
                    <a:pt x="1456" y="1310"/>
                    <a:pt x="1475" y="1274"/>
                    <a:pt x="1496" y="1240"/>
                  </a:cubicBezTo>
                  <a:cubicBezTo>
                    <a:pt x="1540" y="1164"/>
                    <a:pt x="1586" y="1088"/>
                    <a:pt x="1631" y="1015"/>
                  </a:cubicBezTo>
                  <a:cubicBezTo>
                    <a:pt x="1662" y="970"/>
                    <a:pt x="1691" y="923"/>
                    <a:pt x="1720" y="876"/>
                  </a:cubicBezTo>
                  <a:cubicBezTo>
                    <a:pt x="1744" y="840"/>
                    <a:pt x="1772" y="804"/>
                    <a:pt x="1798" y="769"/>
                  </a:cubicBezTo>
                  <a:cubicBezTo>
                    <a:pt x="1825" y="730"/>
                    <a:pt x="1855" y="689"/>
                    <a:pt x="1882" y="654"/>
                  </a:cubicBezTo>
                  <a:cubicBezTo>
                    <a:pt x="1910" y="618"/>
                    <a:pt x="1937" y="586"/>
                    <a:pt x="1963" y="551"/>
                  </a:cubicBezTo>
                  <a:cubicBezTo>
                    <a:pt x="1992" y="517"/>
                    <a:pt x="2020" y="483"/>
                    <a:pt x="2051" y="451"/>
                  </a:cubicBezTo>
                  <a:cubicBezTo>
                    <a:pt x="2080" y="419"/>
                    <a:pt x="2107" y="389"/>
                    <a:pt x="2137" y="359"/>
                  </a:cubicBezTo>
                  <a:cubicBezTo>
                    <a:pt x="2164" y="329"/>
                    <a:pt x="2195" y="300"/>
                    <a:pt x="2222" y="274"/>
                  </a:cubicBezTo>
                  <a:cubicBezTo>
                    <a:pt x="2252" y="248"/>
                    <a:pt x="2282" y="219"/>
                    <a:pt x="2310" y="195"/>
                  </a:cubicBezTo>
                  <a:cubicBezTo>
                    <a:pt x="2326" y="180"/>
                    <a:pt x="2344" y="167"/>
                    <a:pt x="2360" y="154"/>
                  </a:cubicBezTo>
                  <a:lnTo>
                    <a:pt x="2360" y="154"/>
                  </a:lnTo>
                  <a:cubicBezTo>
                    <a:pt x="2343" y="155"/>
                    <a:pt x="2327" y="155"/>
                    <a:pt x="2310" y="155"/>
                  </a:cubicBezTo>
                  <a:cubicBezTo>
                    <a:pt x="1977" y="155"/>
                    <a:pt x="1645" y="108"/>
                    <a:pt x="1320"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046307" y="2228616"/>
              <a:ext cx="834" cy="5620"/>
            </a:xfrm>
            <a:custGeom>
              <a:rect b="b" l="l" r="r" t="t"/>
              <a:pathLst>
                <a:path extrusionOk="0" h="236" w="35">
                  <a:moveTo>
                    <a:pt x="35" y="0"/>
                  </a:moveTo>
                  <a:cubicBezTo>
                    <a:pt x="25" y="80"/>
                    <a:pt x="15" y="157"/>
                    <a:pt x="1" y="235"/>
                  </a:cubicBezTo>
                  <a:cubicBezTo>
                    <a:pt x="17" y="161"/>
                    <a:pt x="27" y="81"/>
                    <a:pt x="35"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2885127" y="2260909"/>
              <a:ext cx="116860" cy="103786"/>
            </a:xfrm>
            <a:custGeom>
              <a:rect b="b" l="l" r="r" t="t"/>
              <a:pathLst>
                <a:path extrusionOk="0" h="4358" w="4907">
                  <a:moveTo>
                    <a:pt x="1283" y="249"/>
                  </a:moveTo>
                  <a:cubicBezTo>
                    <a:pt x="1438" y="249"/>
                    <a:pt x="1594" y="303"/>
                    <a:pt x="1714" y="403"/>
                  </a:cubicBezTo>
                  <a:cubicBezTo>
                    <a:pt x="1761" y="442"/>
                    <a:pt x="1737" y="532"/>
                    <a:pt x="1702" y="581"/>
                  </a:cubicBezTo>
                  <a:cubicBezTo>
                    <a:pt x="1652" y="573"/>
                    <a:pt x="1598" y="569"/>
                    <a:pt x="1545" y="569"/>
                  </a:cubicBezTo>
                  <a:cubicBezTo>
                    <a:pt x="1478" y="569"/>
                    <a:pt x="1411" y="575"/>
                    <a:pt x="1349" y="591"/>
                  </a:cubicBezTo>
                  <a:cubicBezTo>
                    <a:pt x="1205" y="625"/>
                    <a:pt x="1049" y="769"/>
                    <a:pt x="1009" y="913"/>
                  </a:cubicBezTo>
                  <a:cubicBezTo>
                    <a:pt x="865" y="889"/>
                    <a:pt x="733" y="800"/>
                    <a:pt x="657" y="677"/>
                  </a:cubicBezTo>
                  <a:cubicBezTo>
                    <a:pt x="732" y="477"/>
                    <a:pt x="910" y="325"/>
                    <a:pt x="1114" y="271"/>
                  </a:cubicBezTo>
                  <a:cubicBezTo>
                    <a:pt x="1169" y="257"/>
                    <a:pt x="1226" y="249"/>
                    <a:pt x="1283" y="249"/>
                  </a:cubicBezTo>
                  <a:close/>
                  <a:moveTo>
                    <a:pt x="1584" y="1151"/>
                  </a:moveTo>
                  <a:cubicBezTo>
                    <a:pt x="1756" y="1151"/>
                    <a:pt x="2008" y="1439"/>
                    <a:pt x="1871" y="1565"/>
                  </a:cubicBezTo>
                  <a:cubicBezTo>
                    <a:pt x="1835" y="1599"/>
                    <a:pt x="1796" y="1613"/>
                    <a:pt x="1756" y="1613"/>
                  </a:cubicBezTo>
                  <a:cubicBezTo>
                    <a:pt x="1572" y="1613"/>
                    <a:pt x="1388" y="1292"/>
                    <a:pt x="1500" y="1184"/>
                  </a:cubicBezTo>
                  <a:cubicBezTo>
                    <a:pt x="1523" y="1161"/>
                    <a:pt x="1553" y="1151"/>
                    <a:pt x="1584" y="1151"/>
                  </a:cubicBezTo>
                  <a:close/>
                  <a:moveTo>
                    <a:pt x="2270" y="2734"/>
                  </a:moveTo>
                  <a:cubicBezTo>
                    <a:pt x="2274" y="2734"/>
                    <a:pt x="2276" y="2736"/>
                    <a:pt x="2278" y="2738"/>
                  </a:cubicBezTo>
                  <a:cubicBezTo>
                    <a:pt x="2328" y="2836"/>
                    <a:pt x="2126" y="2969"/>
                    <a:pt x="2038" y="2969"/>
                  </a:cubicBezTo>
                  <a:cubicBezTo>
                    <a:pt x="2028" y="2969"/>
                    <a:pt x="2019" y="2967"/>
                    <a:pt x="2012" y="2963"/>
                  </a:cubicBezTo>
                  <a:cubicBezTo>
                    <a:pt x="1958" y="2929"/>
                    <a:pt x="2217" y="2734"/>
                    <a:pt x="2270" y="2734"/>
                  </a:cubicBezTo>
                  <a:close/>
                  <a:moveTo>
                    <a:pt x="1631" y="1"/>
                  </a:moveTo>
                  <a:lnTo>
                    <a:pt x="33" y="420"/>
                  </a:lnTo>
                  <a:cubicBezTo>
                    <a:pt x="7" y="516"/>
                    <a:pt x="1" y="607"/>
                    <a:pt x="17" y="690"/>
                  </a:cubicBezTo>
                  <a:lnTo>
                    <a:pt x="14" y="688"/>
                  </a:lnTo>
                  <a:lnTo>
                    <a:pt x="14" y="688"/>
                  </a:lnTo>
                  <a:cubicBezTo>
                    <a:pt x="184" y="1019"/>
                    <a:pt x="352" y="1265"/>
                    <a:pt x="450" y="1335"/>
                  </a:cubicBezTo>
                  <a:cubicBezTo>
                    <a:pt x="711" y="1518"/>
                    <a:pt x="1113" y="1548"/>
                    <a:pt x="1113" y="1548"/>
                  </a:cubicBezTo>
                  <a:cubicBezTo>
                    <a:pt x="1545" y="2083"/>
                    <a:pt x="1437" y="2741"/>
                    <a:pt x="1638" y="3137"/>
                  </a:cubicBezTo>
                  <a:cubicBezTo>
                    <a:pt x="1653" y="3168"/>
                    <a:pt x="1705" y="3185"/>
                    <a:pt x="1775" y="3185"/>
                  </a:cubicBezTo>
                  <a:cubicBezTo>
                    <a:pt x="1887" y="3185"/>
                    <a:pt x="2046" y="3142"/>
                    <a:pt x="2181" y="3046"/>
                  </a:cubicBezTo>
                  <a:cubicBezTo>
                    <a:pt x="2313" y="3208"/>
                    <a:pt x="2472" y="3385"/>
                    <a:pt x="2644" y="3552"/>
                  </a:cubicBezTo>
                  <a:cubicBezTo>
                    <a:pt x="2735" y="3487"/>
                    <a:pt x="3023" y="3223"/>
                    <a:pt x="3276" y="2898"/>
                  </a:cubicBezTo>
                  <a:cubicBezTo>
                    <a:pt x="3288" y="2884"/>
                    <a:pt x="3306" y="2876"/>
                    <a:pt x="3324" y="2876"/>
                  </a:cubicBezTo>
                  <a:cubicBezTo>
                    <a:pt x="3336" y="2876"/>
                    <a:pt x="3347" y="2879"/>
                    <a:pt x="3357" y="2887"/>
                  </a:cubicBezTo>
                  <a:cubicBezTo>
                    <a:pt x="3381" y="2908"/>
                    <a:pt x="3388" y="2944"/>
                    <a:pt x="3367" y="2968"/>
                  </a:cubicBezTo>
                  <a:cubicBezTo>
                    <a:pt x="3116" y="3291"/>
                    <a:pt x="2839" y="3548"/>
                    <a:pt x="2727" y="3633"/>
                  </a:cubicBezTo>
                  <a:cubicBezTo>
                    <a:pt x="3142" y="4025"/>
                    <a:pt x="3633" y="4357"/>
                    <a:pt x="4088" y="4357"/>
                  </a:cubicBezTo>
                  <a:cubicBezTo>
                    <a:pt x="4394" y="4357"/>
                    <a:pt x="4665" y="4244"/>
                    <a:pt x="4906" y="4052"/>
                  </a:cubicBezTo>
                  <a:cubicBezTo>
                    <a:pt x="4900" y="4044"/>
                    <a:pt x="4890" y="4038"/>
                    <a:pt x="4889" y="4028"/>
                  </a:cubicBezTo>
                  <a:cubicBezTo>
                    <a:pt x="4652" y="3338"/>
                    <a:pt x="3798" y="1861"/>
                    <a:pt x="3064" y="719"/>
                  </a:cubicBezTo>
                  <a:cubicBezTo>
                    <a:pt x="2968" y="854"/>
                    <a:pt x="2853" y="942"/>
                    <a:pt x="2707" y="942"/>
                  </a:cubicBezTo>
                  <a:cubicBezTo>
                    <a:pt x="2459" y="942"/>
                    <a:pt x="2121" y="691"/>
                    <a:pt x="1631" y="1"/>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2955262" y="2244596"/>
              <a:ext cx="78494" cy="110025"/>
            </a:xfrm>
            <a:custGeom>
              <a:rect b="b" l="l" r="r" t="t"/>
              <a:pathLst>
                <a:path extrusionOk="0" h="4620" w="3296">
                  <a:moveTo>
                    <a:pt x="1307" y="0"/>
                  </a:moveTo>
                  <a:lnTo>
                    <a:pt x="762" y="143"/>
                  </a:lnTo>
                  <a:cubicBezTo>
                    <a:pt x="696" y="418"/>
                    <a:pt x="730" y="715"/>
                    <a:pt x="850" y="969"/>
                  </a:cubicBezTo>
                  <a:cubicBezTo>
                    <a:pt x="906" y="767"/>
                    <a:pt x="1026" y="592"/>
                    <a:pt x="1177" y="506"/>
                  </a:cubicBezTo>
                  <a:cubicBezTo>
                    <a:pt x="1187" y="501"/>
                    <a:pt x="1197" y="498"/>
                    <a:pt x="1206" y="498"/>
                  </a:cubicBezTo>
                  <a:cubicBezTo>
                    <a:pt x="1227" y="498"/>
                    <a:pt x="1246" y="509"/>
                    <a:pt x="1257" y="529"/>
                  </a:cubicBezTo>
                  <a:cubicBezTo>
                    <a:pt x="1273" y="556"/>
                    <a:pt x="1263" y="592"/>
                    <a:pt x="1234" y="608"/>
                  </a:cubicBezTo>
                  <a:cubicBezTo>
                    <a:pt x="1081" y="692"/>
                    <a:pt x="963" y="903"/>
                    <a:pt x="936" y="1127"/>
                  </a:cubicBezTo>
                  <a:cubicBezTo>
                    <a:pt x="984" y="1201"/>
                    <a:pt x="1039" y="1272"/>
                    <a:pt x="1104" y="1334"/>
                  </a:cubicBezTo>
                  <a:cubicBezTo>
                    <a:pt x="1122" y="1350"/>
                    <a:pt x="1122" y="1375"/>
                    <a:pt x="1114" y="1397"/>
                  </a:cubicBezTo>
                  <a:cubicBezTo>
                    <a:pt x="1112" y="1404"/>
                    <a:pt x="1112" y="1412"/>
                    <a:pt x="1106" y="1418"/>
                  </a:cubicBezTo>
                  <a:cubicBezTo>
                    <a:pt x="1094" y="1430"/>
                    <a:pt x="1080" y="1436"/>
                    <a:pt x="1065" y="1436"/>
                  </a:cubicBezTo>
                  <a:cubicBezTo>
                    <a:pt x="1052" y="1436"/>
                    <a:pt x="1038" y="1430"/>
                    <a:pt x="1025" y="1420"/>
                  </a:cubicBezTo>
                  <a:cubicBezTo>
                    <a:pt x="1009" y="1404"/>
                    <a:pt x="996" y="1386"/>
                    <a:pt x="979" y="1368"/>
                  </a:cubicBezTo>
                  <a:cubicBezTo>
                    <a:pt x="926" y="1311"/>
                    <a:pt x="877" y="1250"/>
                    <a:pt x="835" y="1185"/>
                  </a:cubicBezTo>
                  <a:cubicBezTo>
                    <a:pt x="834" y="1183"/>
                    <a:pt x="830" y="1178"/>
                    <a:pt x="829" y="1175"/>
                  </a:cubicBezTo>
                  <a:cubicBezTo>
                    <a:pt x="644" y="880"/>
                    <a:pt x="571" y="520"/>
                    <a:pt x="636" y="178"/>
                  </a:cubicBezTo>
                  <a:lnTo>
                    <a:pt x="636" y="178"/>
                  </a:lnTo>
                  <a:lnTo>
                    <a:pt x="13" y="342"/>
                  </a:lnTo>
                  <a:cubicBezTo>
                    <a:pt x="1" y="580"/>
                    <a:pt x="73" y="838"/>
                    <a:pt x="205" y="1021"/>
                  </a:cubicBezTo>
                  <a:cubicBezTo>
                    <a:pt x="253" y="1089"/>
                    <a:pt x="318" y="1162"/>
                    <a:pt x="389" y="1235"/>
                  </a:cubicBezTo>
                  <a:lnTo>
                    <a:pt x="236" y="1201"/>
                  </a:lnTo>
                  <a:cubicBezTo>
                    <a:pt x="231" y="1211"/>
                    <a:pt x="226" y="1219"/>
                    <a:pt x="221" y="1227"/>
                  </a:cubicBezTo>
                  <a:cubicBezTo>
                    <a:pt x="963" y="2370"/>
                    <a:pt x="1833" y="3874"/>
                    <a:pt x="2102" y="4619"/>
                  </a:cubicBezTo>
                  <a:cubicBezTo>
                    <a:pt x="2446" y="4290"/>
                    <a:pt x="2715" y="3810"/>
                    <a:pt x="2911" y="3306"/>
                  </a:cubicBezTo>
                  <a:cubicBezTo>
                    <a:pt x="2953" y="3327"/>
                    <a:pt x="2992" y="3353"/>
                    <a:pt x="3034" y="3376"/>
                  </a:cubicBezTo>
                  <a:cubicBezTo>
                    <a:pt x="2994" y="3352"/>
                    <a:pt x="2953" y="3326"/>
                    <a:pt x="2913" y="3303"/>
                  </a:cubicBezTo>
                  <a:cubicBezTo>
                    <a:pt x="3112" y="2793"/>
                    <a:pt x="3239" y="2263"/>
                    <a:pt x="3295" y="1836"/>
                  </a:cubicBezTo>
                  <a:lnTo>
                    <a:pt x="3295" y="1836"/>
                  </a:lnTo>
                  <a:cubicBezTo>
                    <a:pt x="3151" y="1882"/>
                    <a:pt x="3004" y="1916"/>
                    <a:pt x="2854" y="1932"/>
                  </a:cubicBezTo>
                  <a:cubicBezTo>
                    <a:pt x="2777" y="1942"/>
                    <a:pt x="2699" y="1947"/>
                    <a:pt x="2621" y="1947"/>
                  </a:cubicBezTo>
                  <a:cubicBezTo>
                    <a:pt x="2236" y="1947"/>
                    <a:pt x="1859" y="1822"/>
                    <a:pt x="1542" y="1493"/>
                  </a:cubicBezTo>
                  <a:lnTo>
                    <a:pt x="1540" y="1493"/>
                  </a:lnTo>
                  <a:cubicBezTo>
                    <a:pt x="2028" y="1067"/>
                    <a:pt x="1822" y="383"/>
                    <a:pt x="130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2712468" y="2540974"/>
              <a:ext cx="89759" cy="92093"/>
            </a:xfrm>
            <a:custGeom>
              <a:rect b="b" l="l" r="r" t="t"/>
              <a:pathLst>
                <a:path extrusionOk="0" h="3867" w="3769">
                  <a:moveTo>
                    <a:pt x="1117" y="0"/>
                  </a:moveTo>
                  <a:cubicBezTo>
                    <a:pt x="1063" y="0"/>
                    <a:pt x="1009" y="1"/>
                    <a:pt x="956" y="3"/>
                  </a:cubicBezTo>
                  <a:cubicBezTo>
                    <a:pt x="652" y="13"/>
                    <a:pt x="381" y="55"/>
                    <a:pt x="371" y="149"/>
                  </a:cubicBezTo>
                  <a:cubicBezTo>
                    <a:pt x="355" y="290"/>
                    <a:pt x="689" y="396"/>
                    <a:pt x="989" y="477"/>
                  </a:cubicBezTo>
                  <a:cubicBezTo>
                    <a:pt x="1175" y="528"/>
                    <a:pt x="1345" y="569"/>
                    <a:pt x="1408" y="601"/>
                  </a:cubicBezTo>
                  <a:cubicBezTo>
                    <a:pt x="1468" y="634"/>
                    <a:pt x="1501" y="733"/>
                    <a:pt x="1540" y="844"/>
                  </a:cubicBezTo>
                  <a:cubicBezTo>
                    <a:pt x="1353" y="825"/>
                    <a:pt x="1175" y="814"/>
                    <a:pt x="1011" y="807"/>
                  </a:cubicBezTo>
                  <a:cubicBezTo>
                    <a:pt x="928" y="804"/>
                    <a:pt x="848" y="802"/>
                    <a:pt x="774" y="802"/>
                  </a:cubicBezTo>
                  <a:cubicBezTo>
                    <a:pt x="509" y="802"/>
                    <a:pt x="314" y="823"/>
                    <a:pt x="246" y="861"/>
                  </a:cubicBezTo>
                  <a:cubicBezTo>
                    <a:pt x="0" y="1003"/>
                    <a:pt x="165" y="1462"/>
                    <a:pt x="360" y="1648"/>
                  </a:cubicBezTo>
                  <a:cubicBezTo>
                    <a:pt x="233" y="1963"/>
                    <a:pt x="383" y="2292"/>
                    <a:pt x="579" y="2441"/>
                  </a:cubicBezTo>
                  <a:cubicBezTo>
                    <a:pt x="417" y="2807"/>
                    <a:pt x="687" y="3078"/>
                    <a:pt x="966" y="3151"/>
                  </a:cubicBezTo>
                  <a:cubicBezTo>
                    <a:pt x="851" y="3439"/>
                    <a:pt x="966" y="3741"/>
                    <a:pt x="1243" y="3844"/>
                  </a:cubicBezTo>
                  <a:cubicBezTo>
                    <a:pt x="1246" y="3846"/>
                    <a:pt x="1248" y="3846"/>
                    <a:pt x="1251" y="3847"/>
                  </a:cubicBezTo>
                  <a:cubicBezTo>
                    <a:pt x="1274" y="3856"/>
                    <a:pt x="1311" y="3860"/>
                    <a:pt x="1352" y="3864"/>
                  </a:cubicBezTo>
                  <a:cubicBezTo>
                    <a:pt x="1378" y="3866"/>
                    <a:pt x="1407" y="3867"/>
                    <a:pt x="1439" y="3867"/>
                  </a:cubicBezTo>
                  <a:cubicBezTo>
                    <a:pt x="1613" y="3867"/>
                    <a:pt x="1875" y="3837"/>
                    <a:pt x="2164" y="3779"/>
                  </a:cubicBezTo>
                  <a:cubicBezTo>
                    <a:pt x="2407" y="3731"/>
                    <a:pt x="2666" y="3661"/>
                    <a:pt x="2911" y="3572"/>
                  </a:cubicBezTo>
                  <a:cubicBezTo>
                    <a:pt x="3267" y="3446"/>
                    <a:pt x="3590" y="3277"/>
                    <a:pt x="3768" y="3070"/>
                  </a:cubicBezTo>
                  <a:cubicBezTo>
                    <a:pt x="2907" y="3037"/>
                    <a:pt x="2781" y="1339"/>
                    <a:pt x="3394" y="1266"/>
                  </a:cubicBezTo>
                  <a:cubicBezTo>
                    <a:pt x="3037" y="658"/>
                    <a:pt x="2353" y="263"/>
                    <a:pt x="1886" y="102"/>
                  </a:cubicBezTo>
                  <a:cubicBezTo>
                    <a:pt x="1765" y="60"/>
                    <a:pt x="1656" y="34"/>
                    <a:pt x="1574" y="23"/>
                  </a:cubicBezTo>
                  <a:cubicBezTo>
                    <a:pt x="1449" y="9"/>
                    <a:pt x="1284" y="0"/>
                    <a:pt x="1117" y="0"/>
                  </a:cubicBezTo>
                  <a:close/>
                </a:path>
              </a:pathLst>
            </a:custGeom>
            <a:solidFill>
              <a:srgbClr val="E48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343756" y="2385224"/>
              <a:ext cx="210334" cy="162275"/>
            </a:xfrm>
            <a:custGeom>
              <a:rect b="b" l="l" r="r" t="t"/>
              <a:pathLst>
                <a:path extrusionOk="0" h="6814" w="8832">
                  <a:moveTo>
                    <a:pt x="1" y="5913"/>
                  </a:moveTo>
                  <a:cubicBezTo>
                    <a:pt x="12" y="5920"/>
                    <a:pt x="24" y="5927"/>
                    <a:pt x="36" y="5934"/>
                  </a:cubicBezTo>
                  <a:lnTo>
                    <a:pt x="36" y="5934"/>
                  </a:lnTo>
                  <a:cubicBezTo>
                    <a:pt x="25" y="5927"/>
                    <a:pt x="13" y="5920"/>
                    <a:pt x="1" y="5913"/>
                  </a:cubicBezTo>
                  <a:close/>
                  <a:moveTo>
                    <a:pt x="5273" y="1"/>
                  </a:moveTo>
                  <a:cubicBezTo>
                    <a:pt x="4386" y="1798"/>
                    <a:pt x="3148" y="3422"/>
                    <a:pt x="1654" y="4756"/>
                  </a:cubicBezTo>
                  <a:cubicBezTo>
                    <a:pt x="1654" y="4756"/>
                    <a:pt x="1652" y="4756"/>
                    <a:pt x="1652" y="4759"/>
                  </a:cubicBezTo>
                  <a:cubicBezTo>
                    <a:pt x="1165" y="5197"/>
                    <a:pt x="648" y="5602"/>
                    <a:pt x="106" y="5974"/>
                  </a:cubicBezTo>
                  <a:cubicBezTo>
                    <a:pt x="85" y="5960"/>
                    <a:pt x="60" y="5947"/>
                    <a:pt x="36" y="5934"/>
                  </a:cubicBezTo>
                  <a:lnTo>
                    <a:pt x="36" y="5934"/>
                  </a:lnTo>
                  <a:cubicBezTo>
                    <a:pt x="774" y="6367"/>
                    <a:pt x="1196" y="6697"/>
                    <a:pt x="1322" y="6798"/>
                  </a:cubicBezTo>
                  <a:cubicBezTo>
                    <a:pt x="1327" y="6796"/>
                    <a:pt x="1328" y="6791"/>
                    <a:pt x="1331" y="6790"/>
                  </a:cubicBezTo>
                  <a:cubicBezTo>
                    <a:pt x="1342" y="6781"/>
                    <a:pt x="1355" y="6777"/>
                    <a:pt x="1368" y="6777"/>
                  </a:cubicBezTo>
                  <a:cubicBezTo>
                    <a:pt x="1385" y="6777"/>
                    <a:pt x="1401" y="6785"/>
                    <a:pt x="1412" y="6801"/>
                  </a:cubicBezTo>
                  <a:cubicBezTo>
                    <a:pt x="1417" y="6804"/>
                    <a:pt x="1416" y="6811"/>
                    <a:pt x="1417" y="6814"/>
                  </a:cubicBezTo>
                  <a:lnTo>
                    <a:pt x="8830" y="3902"/>
                  </a:lnTo>
                  <a:lnTo>
                    <a:pt x="8832" y="3902"/>
                  </a:lnTo>
                  <a:cubicBezTo>
                    <a:pt x="8248" y="2759"/>
                    <a:pt x="6976" y="1348"/>
                    <a:pt x="5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290720" y="2499750"/>
              <a:ext cx="7335" cy="3144"/>
            </a:xfrm>
            <a:custGeom>
              <a:rect b="b" l="l" r="r" t="t"/>
              <a:pathLst>
                <a:path extrusionOk="0" h="132" w="308">
                  <a:moveTo>
                    <a:pt x="0" y="0"/>
                  </a:moveTo>
                  <a:cubicBezTo>
                    <a:pt x="105" y="43"/>
                    <a:pt x="207" y="88"/>
                    <a:pt x="307" y="132"/>
                  </a:cubicBezTo>
                  <a:cubicBezTo>
                    <a:pt x="209" y="88"/>
                    <a:pt x="105" y="43"/>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417035" y="2348644"/>
              <a:ext cx="4072" cy="2572"/>
            </a:xfrm>
            <a:custGeom>
              <a:rect b="b" l="l" r="r" t="t"/>
              <a:pathLst>
                <a:path extrusionOk="0" h="108" w="171">
                  <a:moveTo>
                    <a:pt x="0" y="1"/>
                  </a:moveTo>
                  <a:lnTo>
                    <a:pt x="0" y="1"/>
                  </a:lnTo>
                  <a:cubicBezTo>
                    <a:pt x="57" y="36"/>
                    <a:pt x="113" y="73"/>
                    <a:pt x="170" y="107"/>
                  </a:cubicBezTo>
                  <a:cubicBezTo>
                    <a:pt x="113" y="72"/>
                    <a:pt x="57" y="36"/>
                    <a:pt x="0"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421084" y="2351192"/>
              <a:ext cx="3953" cy="2572"/>
            </a:xfrm>
            <a:custGeom>
              <a:rect b="b" l="l" r="r" t="t"/>
              <a:pathLst>
                <a:path extrusionOk="0" h="108" w="166">
                  <a:moveTo>
                    <a:pt x="0" y="0"/>
                  </a:moveTo>
                  <a:lnTo>
                    <a:pt x="0" y="0"/>
                  </a:lnTo>
                  <a:cubicBezTo>
                    <a:pt x="30" y="20"/>
                    <a:pt x="59" y="39"/>
                    <a:pt x="89" y="57"/>
                  </a:cubicBezTo>
                  <a:lnTo>
                    <a:pt x="89" y="57"/>
                  </a:lnTo>
                  <a:cubicBezTo>
                    <a:pt x="60" y="38"/>
                    <a:pt x="31" y="19"/>
                    <a:pt x="0" y="0"/>
                  </a:cubicBezTo>
                  <a:close/>
                  <a:moveTo>
                    <a:pt x="89" y="57"/>
                  </a:moveTo>
                  <a:cubicBezTo>
                    <a:pt x="113" y="74"/>
                    <a:pt x="138" y="91"/>
                    <a:pt x="164" y="107"/>
                  </a:cubicBezTo>
                  <a:cubicBezTo>
                    <a:pt x="164" y="107"/>
                    <a:pt x="164" y="106"/>
                    <a:pt x="165" y="106"/>
                  </a:cubicBezTo>
                  <a:cubicBezTo>
                    <a:pt x="140" y="89"/>
                    <a:pt x="114" y="73"/>
                    <a:pt x="89" y="5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455996" y="2375078"/>
              <a:ext cx="12955" cy="9859"/>
            </a:xfrm>
            <a:custGeom>
              <a:rect b="b" l="l" r="r" t="t"/>
              <a:pathLst>
                <a:path extrusionOk="0" h="414" w="544">
                  <a:moveTo>
                    <a:pt x="1" y="1"/>
                  </a:moveTo>
                  <a:cubicBezTo>
                    <a:pt x="185" y="138"/>
                    <a:pt x="367" y="276"/>
                    <a:pt x="544" y="414"/>
                  </a:cubicBezTo>
                  <a:cubicBezTo>
                    <a:pt x="367" y="276"/>
                    <a:pt x="184" y="137"/>
                    <a:pt x="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415678" y="2347882"/>
              <a:ext cx="1357" cy="834"/>
            </a:xfrm>
            <a:custGeom>
              <a:rect b="b" l="l" r="r" t="t"/>
              <a:pathLst>
                <a:path extrusionOk="0" h="35" w="57">
                  <a:moveTo>
                    <a:pt x="0" y="0"/>
                  </a:moveTo>
                  <a:cubicBezTo>
                    <a:pt x="18" y="11"/>
                    <a:pt x="39" y="23"/>
                    <a:pt x="57" y="34"/>
                  </a:cubicBezTo>
                  <a:cubicBezTo>
                    <a:pt x="39" y="23"/>
                    <a:pt x="18" y="1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2778650" y="2263029"/>
              <a:ext cx="636956" cy="351176"/>
            </a:xfrm>
            <a:custGeom>
              <a:rect b="b" l="l" r="r" t="t"/>
              <a:pathLst>
                <a:path extrusionOk="0" h="14746" w="26746">
                  <a:moveTo>
                    <a:pt x="21312" y="9861"/>
                  </a:moveTo>
                  <a:lnTo>
                    <a:pt x="21312" y="9861"/>
                  </a:lnTo>
                  <a:cubicBezTo>
                    <a:pt x="21312" y="9861"/>
                    <a:pt x="21312" y="9861"/>
                    <a:pt x="21312" y="9861"/>
                  </a:cubicBezTo>
                  <a:cubicBezTo>
                    <a:pt x="21320" y="9866"/>
                    <a:pt x="21328" y="9867"/>
                    <a:pt x="21336" y="9871"/>
                  </a:cubicBezTo>
                  <a:cubicBezTo>
                    <a:pt x="21328" y="9867"/>
                    <a:pt x="21320" y="9864"/>
                    <a:pt x="21312" y="9861"/>
                  </a:cubicBezTo>
                  <a:close/>
                  <a:moveTo>
                    <a:pt x="15110" y="0"/>
                  </a:moveTo>
                  <a:cubicBezTo>
                    <a:pt x="15073" y="0"/>
                    <a:pt x="15037" y="1"/>
                    <a:pt x="15001" y="1"/>
                  </a:cubicBezTo>
                  <a:cubicBezTo>
                    <a:pt x="14377" y="234"/>
                    <a:pt x="13761" y="395"/>
                    <a:pt x="13155" y="403"/>
                  </a:cubicBezTo>
                  <a:cubicBezTo>
                    <a:pt x="13137" y="417"/>
                    <a:pt x="13120" y="429"/>
                    <a:pt x="13102" y="443"/>
                  </a:cubicBezTo>
                  <a:cubicBezTo>
                    <a:pt x="13073" y="468"/>
                    <a:pt x="13042" y="494"/>
                    <a:pt x="13014" y="523"/>
                  </a:cubicBezTo>
                  <a:cubicBezTo>
                    <a:pt x="12983" y="550"/>
                    <a:pt x="12956" y="576"/>
                    <a:pt x="12927" y="607"/>
                  </a:cubicBezTo>
                  <a:cubicBezTo>
                    <a:pt x="12899" y="635"/>
                    <a:pt x="12870" y="665"/>
                    <a:pt x="12842" y="698"/>
                  </a:cubicBezTo>
                  <a:cubicBezTo>
                    <a:pt x="12813" y="730"/>
                    <a:pt x="12782" y="766"/>
                    <a:pt x="12755" y="800"/>
                  </a:cubicBezTo>
                  <a:cubicBezTo>
                    <a:pt x="12729" y="832"/>
                    <a:pt x="12700" y="865"/>
                    <a:pt x="12674" y="900"/>
                  </a:cubicBezTo>
                  <a:lnTo>
                    <a:pt x="12588" y="1017"/>
                  </a:lnTo>
                  <a:cubicBezTo>
                    <a:pt x="12562" y="1053"/>
                    <a:pt x="12538" y="1087"/>
                    <a:pt x="12512" y="1124"/>
                  </a:cubicBezTo>
                  <a:cubicBezTo>
                    <a:pt x="12481" y="1168"/>
                    <a:pt x="12450" y="1216"/>
                    <a:pt x="12423" y="1263"/>
                  </a:cubicBezTo>
                  <a:cubicBezTo>
                    <a:pt x="12376" y="1336"/>
                    <a:pt x="12332" y="1411"/>
                    <a:pt x="12287" y="1489"/>
                  </a:cubicBezTo>
                  <a:cubicBezTo>
                    <a:pt x="12267" y="1523"/>
                    <a:pt x="12246" y="1560"/>
                    <a:pt x="12227" y="1594"/>
                  </a:cubicBezTo>
                  <a:cubicBezTo>
                    <a:pt x="12197" y="1646"/>
                    <a:pt x="12171" y="1699"/>
                    <a:pt x="12142" y="1751"/>
                  </a:cubicBezTo>
                  <a:cubicBezTo>
                    <a:pt x="12126" y="1782"/>
                    <a:pt x="12110" y="1814"/>
                    <a:pt x="12094" y="1845"/>
                  </a:cubicBezTo>
                  <a:cubicBezTo>
                    <a:pt x="12066" y="1902"/>
                    <a:pt x="12040" y="1959"/>
                    <a:pt x="12013" y="2015"/>
                  </a:cubicBezTo>
                  <a:cubicBezTo>
                    <a:pt x="12001" y="2041"/>
                    <a:pt x="11988" y="2067"/>
                    <a:pt x="11979" y="2093"/>
                  </a:cubicBezTo>
                  <a:cubicBezTo>
                    <a:pt x="11951" y="2156"/>
                    <a:pt x="11924" y="2220"/>
                    <a:pt x="11899" y="2280"/>
                  </a:cubicBezTo>
                  <a:cubicBezTo>
                    <a:pt x="11894" y="2296"/>
                    <a:pt x="11888" y="2314"/>
                    <a:pt x="11880" y="2328"/>
                  </a:cubicBezTo>
                  <a:cubicBezTo>
                    <a:pt x="11726" y="2717"/>
                    <a:pt x="11624" y="3093"/>
                    <a:pt x="11595" y="3385"/>
                  </a:cubicBezTo>
                  <a:cubicBezTo>
                    <a:pt x="11578" y="3547"/>
                    <a:pt x="11582" y="3686"/>
                    <a:pt x="11616" y="3785"/>
                  </a:cubicBezTo>
                  <a:cubicBezTo>
                    <a:pt x="11630" y="3830"/>
                    <a:pt x="11667" y="3884"/>
                    <a:pt x="11721" y="3950"/>
                  </a:cubicBezTo>
                  <a:cubicBezTo>
                    <a:pt x="11932" y="3307"/>
                    <a:pt x="12090" y="2873"/>
                    <a:pt x="12202" y="2623"/>
                  </a:cubicBezTo>
                  <a:cubicBezTo>
                    <a:pt x="12210" y="2601"/>
                    <a:pt x="12230" y="2588"/>
                    <a:pt x="12253" y="2588"/>
                  </a:cubicBezTo>
                  <a:cubicBezTo>
                    <a:pt x="12261" y="2588"/>
                    <a:pt x="12270" y="2590"/>
                    <a:pt x="12278" y="2594"/>
                  </a:cubicBezTo>
                  <a:cubicBezTo>
                    <a:pt x="12280" y="2594"/>
                    <a:pt x="12280" y="2597"/>
                    <a:pt x="12280" y="2597"/>
                  </a:cubicBezTo>
                  <a:cubicBezTo>
                    <a:pt x="12308" y="2610"/>
                    <a:pt x="12319" y="2641"/>
                    <a:pt x="12308" y="2670"/>
                  </a:cubicBezTo>
                  <a:cubicBezTo>
                    <a:pt x="12196" y="2921"/>
                    <a:pt x="12035" y="3362"/>
                    <a:pt x="11818" y="4020"/>
                  </a:cubicBezTo>
                  <a:cubicBezTo>
                    <a:pt x="11815" y="4031"/>
                    <a:pt x="11808" y="4036"/>
                    <a:pt x="11802" y="4043"/>
                  </a:cubicBezTo>
                  <a:cubicBezTo>
                    <a:pt x="11792" y="4052"/>
                    <a:pt x="11781" y="4059"/>
                    <a:pt x="11765" y="4059"/>
                  </a:cubicBezTo>
                  <a:cubicBezTo>
                    <a:pt x="11758" y="4059"/>
                    <a:pt x="11752" y="4059"/>
                    <a:pt x="11745" y="4057"/>
                  </a:cubicBezTo>
                  <a:cubicBezTo>
                    <a:pt x="11053" y="6176"/>
                    <a:pt x="10031" y="9747"/>
                    <a:pt x="9382" y="11383"/>
                  </a:cubicBezTo>
                  <a:cubicBezTo>
                    <a:pt x="9387" y="11384"/>
                    <a:pt x="9394" y="11384"/>
                    <a:pt x="9399" y="11389"/>
                  </a:cubicBezTo>
                  <a:cubicBezTo>
                    <a:pt x="9416" y="11405"/>
                    <a:pt x="9431" y="11422"/>
                    <a:pt x="9449" y="11438"/>
                  </a:cubicBezTo>
                  <a:cubicBezTo>
                    <a:pt x="9627" y="11601"/>
                    <a:pt x="9776" y="11794"/>
                    <a:pt x="9885" y="12008"/>
                  </a:cubicBezTo>
                  <a:cubicBezTo>
                    <a:pt x="9906" y="12050"/>
                    <a:pt x="9922" y="12097"/>
                    <a:pt x="9941" y="12143"/>
                  </a:cubicBezTo>
                  <a:cubicBezTo>
                    <a:pt x="9956" y="12180"/>
                    <a:pt x="9976" y="12219"/>
                    <a:pt x="9988" y="12258"/>
                  </a:cubicBezTo>
                  <a:cubicBezTo>
                    <a:pt x="10000" y="12289"/>
                    <a:pt x="9984" y="12321"/>
                    <a:pt x="9953" y="12331"/>
                  </a:cubicBezTo>
                  <a:cubicBezTo>
                    <a:pt x="9946" y="12332"/>
                    <a:pt x="9941" y="12332"/>
                    <a:pt x="9935" y="12332"/>
                  </a:cubicBezTo>
                  <a:cubicBezTo>
                    <a:pt x="9911" y="12332"/>
                    <a:pt x="9888" y="12316"/>
                    <a:pt x="9880" y="12293"/>
                  </a:cubicBezTo>
                  <a:cubicBezTo>
                    <a:pt x="9864" y="12243"/>
                    <a:pt x="9841" y="12196"/>
                    <a:pt x="9820" y="12148"/>
                  </a:cubicBezTo>
                  <a:cubicBezTo>
                    <a:pt x="9817" y="12146"/>
                    <a:pt x="9817" y="12143"/>
                    <a:pt x="9815" y="12139"/>
                  </a:cubicBezTo>
                  <a:cubicBezTo>
                    <a:pt x="9708" y="11895"/>
                    <a:pt x="9548" y="11674"/>
                    <a:pt x="9345" y="11496"/>
                  </a:cubicBezTo>
                  <a:cubicBezTo>
                    <a:pt x="9337" y="11490"/>
                    <a:pt x="9330" y="11481"/>
                    <a:pt x="9324" y="11475"/>
                  </a:cubicBezTo>
                  <a:cubicBezTo>
                    <a:pt x="9316" y="11467"/>
                    <a:pt x="9313" y="11457"/>
                    <a:pt x="9311" y="11447"/>
                  </a:cubicBezTo>
                  <a:cubicBezTo>
                    <a:pt x="7998" y="11601"/>
                    <a:pt x="2367" y="12731"/>
                    <a:pt x="610" y="12937"/>
                  </a:cubicBezTo>
                  <a:cubicBezTo>
                    <a:pt x="0" y="13006"/>
                    <a:pt x="124" y="14707"/>
                    <a:pt x="986" y="14745"/>
                  </a:cubicBezTo>
                  <a:lnTo>
                    <a:pt x="1046" y="14745"/>
                  </a:lnTo>
                  <a:cubicBezTo>
                    <a:pt x="1055" y="14746"/>
                    <a:pt x="1064" y="14746"/>
                    <a:pt x="1074" y="14746"/>
                  </a:cubicBezTo>
                  <a:cubicBezTo>
                    <a:pt x="2118" y="14746"/>
                    <a:pt x="8247" y="14239"/>
                    <a:pt x="10426" y="13849"/>
                  </a:cubicBezTo>
                  <a:cubicBezTo>
                    <a:pt x="10774" y="13788"/>
                    <a:pt x="11026" y="13728"/>
                    <a:pt x="11134" y="13674"/>
                  </a:cubicBezTo>
                  <a:cubicBezTo>
                    <a:pt x="11248" y="13637"/>
                    <a:pt x="11377" y="13541"/>
                    <a:pt x="11520" y="13400"/>
                  </a:cubicBezTo>
                  <a:cubicBezTo>
                    <a:pt x="12441" y="12496"/>
                    <a:pt x="13906" y="9642"/>
                    <a:pt x="14807" y="7156"/>
                  </a:cubicBezTo>
                  <a:cubicBezTo>
                    <a:pt x="14776" y="7146"/>
                    <a:pt x="14761" y="7114"/>
                    <a:pt x="14773" y="7083"/>
                  </a:cubicBezTo>
                  <a:cubicBezTo>
                    <a:pt x="14782" y="7056"/>
                    <a:pt x="14790" y="7031"/>
                    <a:pt x="14800" y="7002"/>
                  </a:cubicBezTo>
                  <a:cubicBezTo>
                    <a:pt x="15234" y="5787"/>
                    <a:pt x="15487" y="4782"/>
                    <a:pt x="15534" y="4093"/>
                  </a:cubicBezTo>
                  <a:cubicBezTo>
                    <a:pt x="15536" y="4064"/>
                    <a:pt x="15563" y="4041"/>
                    <a:pt x="15593" y="4041"/>
                  </a:cubicBezTo>
                  <a:lnTo>
                    <a:pt x="15594" y="4041"/>
                  </a:lnTo>
                  <a:cubicBezTo>
                    <a:pt x="15627" y="4043"/>
                    <a:pt x="15651" y="4072"/>
                    <a:pt x="15649" y="4101"/>
                  </a:cubicBezTo>
                  <a:cubicBezTo>
                    <a:pt x="15601" y="4813"/>
                    <a:pt x="15337" y="5855"/>
                    <a:pt x="14886" y="7112"/>
                  </a:cubicBezTo>
                  <a:cubicBezTo>
                    <a:pt x="15147" y="7462"/>
                    <a:pt x="15364" y="7859"/>
                    <a:pt x="15594" y="8248"/>
                  </a:cubicBezTo>
                  <a:cubicBezTo>
                    <a:pt x="15956" y="8863"/>
                    <a:pt x="16348" y="9456"/>
                    <a:pt x="16985" y="9804"/>
                  </a:cubicBezTo>
                  <a:cubicBezTo>
                    <a:pt x="17158" y="9900"/>
                    <a:pt x="17405" y="9944"/>
                    <a:pt x="17678" y="9944"/>
                  </a:cubicBezTo>
                  <a:cubicBezTo>
                    <a:pt x="18344" y="9944"/>
                    <a:pt x="19170" y="9681"/>
                    <a:pt x="19494" y="9260"/>
                  </a:cubicBezTo>
                  <a:cubicBezTo>
                    <a:pt x="19493" y="9259"/>
                    <a:pt x="19492" y="9259"/>
                    <a:pt x="19491" y="9259"/>
                  </a:cubicBezTo>
                  <a:cubicBezTo>
                    <a:pt x="19491" y="9259"/>
                    <a:pt x="19490" y="9259"/>
                    <a:pt x="19490" y="9258"/>
                  </a:cubicBezTo>
                  <a:cubicBezTo>
                    <a:pt x="19468" y="9235"/>
                    <a:pt x="19466" y="9198"/>
                    <a:pt x="19489" y="9177"/>
                  </a:cubicBezTo>
                  <a:cubicBezTo>
                    <a:pt x="19837" y="8812"/>
                    <a:pt x="20150" y="8109"/>
                    <a:pt x="20349" y="7244"/>
                  </a:cubicBezTo>
                  <a:cubicBezTo>
                    <a:pt x="20355" y="7217"/>
                    <a:pt x="20376" y="7200"/>
                    <a:pt x="20403" y="7200"/>
                  </a:cubicBezTo>
                  <a:cubicBezTo>
                    <a:pt x="20407" y="7200"/>
                    <a:pt x="20412" y="7200"/>
                    <a:pt x="20417" y="7201"/>
                  </a:cubicBezTo>
                  <a:cubicBezTo>
                    <a:pt x="20448" y="7208"/>
                    <a:pt x="20469" y="7240"/>
                    <a:pt x="20461" y="7269"/>
                  </a:cubicBezTo>
                  <a:cubicBezTo>
                    <a:pt x="20258" y="8153"/>
                    <a:pt x="19951" y="8848"/>
                    <a:pt x="19589" y="9237"/>
                  </a:cubicBezTo>
                  <a:cubicBezTo>
                    <a:pt x="20218" y="9438"/>
                    <a:pt x="20792" y="9648"/>
                    <a:pt x="21312" y="9861"/>
                  </a:cubicBezTo>
                  <a:lnTo>
                    <a:pt x="21312" y="9861"/>
                  </a:lnTo>
                  <a:cubicBezTo>
                    <a:pt x="23602" y="8240"/>
                    <a:pt x="25482" y="6067"/>
                    <a:pt x="26746" y="3561"/>
                  </a:cubicBezTo>
                  <a:cubicBezTo>
                    <a:pt x="25514" y="2803"/>
                    <a:pt x="24164" y="2122"/>
                    <a:pt x="22746" y="1597"/>
                  </a:cubicBezTo>
                  <a:cubicBezTo>
                    <a:pt x="19535" y="410"/>
                    <a:pt x="16824" y="0"/>
                    <a:pt x="15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298079" y="2353812"/>
              <a:ext cx="157941" cy="166300"/>
            </a:xfrm>
            <a:custGeom>
              <a:rect b="b" l="l" r="r" t="t"/>
              <a:pathLst>
                <a:path extrusionOk="0" h="6983" w="6632">
                  <a:moveTo>
                    <a:pt x="5330" y="1"/>
                  </a:moveTo>
                  <a:cubicBezTo>
                    <a:pt x="4074" y="2472"/>
                    <a:pt x="2237" y="4628"/>
                    <a:pt x="0" y="6261"/>
                  </a:cubicBezTo>
                  <a:cubicBezTo>
                    <a:pt x="314" y="6399"/>
                    <a:pt x="605" y="6535"/>
                    <a:pt x="872" y="6670"/>
                  </a:cubicBezTo>
                  <a:cubicBezTo>
                    <a:pt x="1055" y="6761"/>
                    <a:pt x="1233" y="6852"/>
                    <a:pt x="1397" y="6939"/>
                  </a:cubicBezTo>
                  <a:lnTo>
                    <a:pt x="1397" y="6939"/>
                  </a:lnTo>
                  <a:cubicBezTo>
                    <a:pt x="1383" y="6931"/>
                    <a:pt x="1368" y="6923"/>
                    <a:pt x="1353" y="6914"/>
                  </a:cubicBezTo>
                  <a:cubicBezTo>
                    <a:pt x="1609" y="6744"/>
                    <a:pt x="1861" y="6567"/>
                    <a:pt x="2105" y="6383"/>
                  </a:cubicBezTo>
                  <a:cubicBezTo>
                    <a:pt x="4022" y="4948"/>
                    <a:pt x="5593" y="3051"/>
                    <a:pt x="6632" y="895"/>
                  </a:cubicBezTo>
                  <a:cubicBezTo>
                    <a:pt x="6218" y="589"/>
                    <a:pt x="5783" y="289"/>
                    <a:pt x="5330" y="1"/>
                  </a:cubicBezTo>
                  <a:close/>
                  <a:moveTo>
                    <a:pt x="1397" y="6939"/>
                  </a:moveTo>
                  <a:cubicBezTo>
                    <a:pt x="1424" y="6954"/>
                    <a:pt x="1449" y="6969"/>
                    <a:pt x="1478" y="6982"/>
                  </a:cubicBezTo>
                  <a:cubicBezTo>
                    <a:pt x="1451" y="6968"/>
                    <a:pt x="1424" y="6953"/>
                    <a:pt x="1397" y="69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2997653" y="2124021"/>
              <a:ext cx="976" cy="572"/>
            </a:xfrm>
            <a:custGeom>
              <a:rect b="b" l="l" r="r" t="t"/>
              <a:pathLst>
                <a:path extrusionOk="0" h="24" w="41">
                  <a:moveTo>
                    <a:pt x="0" y="0"/>
                  </a:moveTo>
                  <a:lnTo>
                    <a:pt x="0" y="0"/>
                  </a:lnTo>
                  <a:cubicBezTo>
                    <a:pt x="11" y="7"/>
                    <a:pt x="24" y="15"/>
                    <a:pt x="36" y="23"/>
                  </a:cubicBezTo>
                  <a:lnTo>
                    <a:pt x="40" y="23"/>
                  </a:lnTo>
                  <a:cubicBezTo>
                    <a:pt x="26" y="12"/>
                    <a:pt x="11" y="7"/>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2984721" y="2118114"/>
              <a:ext cx="6454" cy="2596"/>
            </a:xfrm>
            <a:custGeom>
              <a:rect b="b" l="l" r="r" t="t"/>
              <a:pathLst>
                <a:path extrusionOk="0" h="109" w="271">
                  <a:moveTo>
                    <a:pt x="271" y="109"/>
                  </a:moveTo>
                  <a:cubicBezTo>
                    <a:pt x="182" y="68"/>
                    <a:pt x="91" y="31"/>
                    <a:pt x="0" y="0"/>
                  </a:cubicBezTo>
                  <a:cubicBezTo>
                    <a:pt x="91" y="31"/>
                    <a:pt x="182" y="68"/>
                    <a:pt x="271" y="109"/>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2993438" y="2121782"/>
              <a:ext cx="4215" cy="2262"/>
            </a:xfrm>
            <a:custGeom>
              <a:rect b="b" l="l" r="r" t="t"/>
              <a:pathLst>
                <a:path extrusionOk="0" h="95" w="177">
                  <a:moveTo>
                    <a:pt x="0" y="0"/>
                  </a:moveTo>
                  <a:lnTo>
                    <a:pt x="0" y="0"/>
                  </a:lnTo>
                  <a:cubicBezTo>
                    <a:pt x="59" y="31"/>
                    <a:pt x="117" y="62"/>
                    <a:pt x="177" y="94"/>
                  </a:cubicBezTo>
                  <a:cubicBezTo>
                    <a:pt x="117" y="60"/>
                    <a:pt x="59" y="30"/>
                    <a:pt x="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991151" y="2120686"/>
              <a:ext cx="2239" cy="1119"/>
            </a:xfrm>
            <a:custGeom>
              <a:rect b="b" l="l" r="r" t="t"/>
              <a:pathLst>
                <a:path extrusionOk="0" h="47" w="94">
                  <a:moveTo>
                    <a:pt x="93" y="46"/>
                  </a:moveTo>
                  <a:cubicBezTo>
                    <a:pt x="64" y="30"/>
                    <a:pt x="33" y="14"/>
                    <a:pt x="1" y="1"/>
                  </a:cubicBezTo>
                  <a:cubicBezTo>
                    <a:pt x="33" y="14"/>
                    <a:pt x="64" y="30"/>
                    <a:pt x="93" y="46"/>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2890652" y="2165578"/>
              <a:ext cx="2120" cy="2739"/>
            </a:xfrm>
            <a:custGeom>
              <a:rect b="b" l="l" r="r" t="t"/>
              <a:pathLst>
                <a:path extrusionOk="0" h="115" w="89">
                  <a:moveTo>
                    <a:pt x="88" y="1"/>
                  </a:moveTo>
                  <a:lnTo>
                    <a:pt x="41" y="63"/>
                  </a:lnTo>
                  <a:lnTo>
                    <a:pt x="41" y="63"/>
                  </a:lnTo>
                  <a:cubicBezTo>
                    <a:pt x="57" y="43"/>
                    <a:pt x="73" y="22"/>
                    <a:pt x="88" y="1"/>
                  </a:cubicBezTo>
                  <a:close/>
                  <a:moveTo>
                    <a:pt x="41" y="63"/>
                  </a:moveTo>
                  <a:cubicBezTo>
                    <a:pt x="27" y="80"/>
                    <a:pt x="14" y="97"/>
                    <a:pt x="1" y="114"/>
                  </a:cubicBezTo>
                  <a:cubicBezTo>
                    <a:pt x="12" y="101"/>
                    <a:pt x="23" y="88"/>
                    <a:pt x="33" y="74"/>
                  </a:cubicBezTo>
                  <a:lnTo>
                    <a:pt x="41" y="63"/>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2920921" y="2135047"/>
              <a:ext cx="1953" cy="1572"/>
            </a:xfrm>
            <a:custGeom>
              <a:rect b="b" l="l" r="r" t="t"/>
              <a:pathLst>
                <a:path extrusionOk="0" h="66" w="82">
                  <a:moveTo>
                    <a:pt x="81" y="1"/>
                  </a:moveTo>
                  <a:cubicBezTo>
                    <a:pt x="59" y="19"/>
                    <a:pt x="35" y="37"/>
                    <a:pt x="12" y="55"/>
                  </a:cubicBezTo>
                  <a:lnTo>
                    <a:pt x="12" y="55"/>
                  </a:lnTo>
                  <a:cubicBezTo>
                    <a:pt x="17" y="52"/>
                    <a:pt x="22" y="49"/>
                    <a:pt x="26" y="46"/>
                  </a:cubicBezTo>
                  <a:cubicBezTo>
                    <a:pt x="47" y="30"/>
                    <a:pt x="63" y="15"/>
                    <a:pt x="81" y="1"/>
                  </a:cubicBezTo>
                  <a:close/>
                  <a:moveTo>
                    <a:pt x="12" y="55"/>
                  </a:moveTo>
                  <a:lnTo>
                    <a:pt x="12" y="55"/>
                  </a:lnTo>
                  <a:cubicBezTo>
                    <a:pt x="8" y="58"/>
                    <a:pt x="4" y="62"/>
                    <a:pt x="0" y="66"/>
                  </a:cubicBezTo>
                  <a:cubicBezTo>
                    <a:pt x="4" y="62"/>
                    <a:pt x="8" y="59"/>
                    <a:pt x="12" y="55"/>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2885627" y="2171555"/>
              <a:ext cx="2691" cy="3858"/>
            </a:xfrm>
            <a:custGeom>
              <a:rect b="b" l="l" r="r" t="t"/>
              <a:pathLst>
                <a:path extrusionOk="0" h="162" w="113">
                  <a:moveTo>
                    <a:pt x="113" y="1"/>
                  </a:moveTo>
                  <a:cubicBezTo>
                    <a:pt x="74" y="54"/>
                    <a:pt x="38" y="106"/>
                    <a:pt x="1" y="161"/>
                  </a:cubicBezTo>
                  <a:cubicBezTo>
                    <a:pt x="4" y="160"/>
                    <a:pt x="6" y="155"/>
                    <a:pt x="7" y="153"/>
                  </a:cubicBezTo>
                  <a:cubicBezTo>
                    <a:pt x="41" y="103"/>
                    <a:pt x="77" y="53"/>
                    <a:pt x="113"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926922" y="2131046"/>
              <a:ext cx="1310" cy="953"/>
            </a:xfrm>
            <a:custGeom>
              <a:rect b="b" l="l" r="r" t="t"/>
              <a:pathLst>
                <a:path extrusionOk="0" h="40" w="55">
                  <a:moveTo>
                    <a:pt x="54" y="0"/>
                  </a:moveTo>
                  <a:cubicBezTo>
                    <a:pt x="47" y="6"/>
                    <a:pt x="37" y="12"/>
                    <a:pt x="29" y="19"/>
                  </a:cubicBezTo>
                  <a:lnTo>
                    <a:pt x="29" y="19"/>
                  </a:lnTo>
                  <a:cubicBezTo>
                    <a:pt x="38" y="12"/>
                    <a:pt x="46" y="7"/>
                    <a:pt x="54" y="0"/>
                  </a:cubicBezTo>
                  <a:close/>
                  <a:moveTo>
                    <a:pt x="29" y="19"/>
                  </a:moveTo>
                  <a:cubicBezTo>
                    <a:pt x="21" y="24"/>
                    <a:pt x="13" y="30"/>
                    <a:pt x="5" y="37"/>
                  </a:cubicBezTo>
                  <a:lnTo>
                    <a:pt x="5" y="37"/>
                  </a:lnTo>
                  <a:cubicBezTo>
                    <a:pt x="11" y="32"/>
                    <a:pt x="18" y="29"/>
                    <a:pt x="24" y="23"/>
                  </a:cubicBezTo>
                  <a:cubicBezTo>
                    <a:pt x="25" y="22"/>
                    <a:pt x="27" y="20"/>
                    <a:pt x="29" y="19"/>
                  </a:cubicBezTo>
                  <a:close/>
                  <a:moveTo>
                    <a:pt x="5" y="37"/>
                  </a:moveTo>
                  <a:cubicBezTo>
                    <a:pt x="3" y="37"/>
                    <a:pt x="2" y="38"/>
                    <a:pt x="1" y="39"/>
                  </a:cubicBezTo>
                  <a:cubicBezTo>
                    <a:pt x="2" y="38"/>
                    <a:pt x="3" y="37"/>
                    <a:pt x="5" y="37"/>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2876268" y="2190488"/>
              <a:ext cx="238" cy="476"/>
            </a:xfrm>
            <a:custGeom>
              <a:rect b="b" l="l" r="r" t="t"/>
              <a:pathLst>
                <a:path extrusionOk="0" h="20" w="10">
                  <a:moveTo>
                    <a:pt x="10" y="0"/>
                  </a:moveTo>
                  <a:cubicBezTo>
                    <a:pt x="5" y="7"/>
                    <a:pt x="3" y="13"/>
                    <a:pt x="0" y="20"/>
                  </a:cubicBezTo>
                  <a:cubicBezTo>
                    <a:pt x="3" y="15"/>
                    <a:pt x="8" y="8"/>
                    <a:pt x="10"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2874434" y="2190988"/>
              <a:ext cx="1858" cy="3501"/>
            </a:xfrm>
            <a:custGeom>
              <a:rect b="b" l="l" r="r" t="t"/>
              <a:pathLst>
                <a:path extrusionOk="0" h="147" w="78">
                  <a:moveTo>
                    <a:pt x="77" y="0"/>
                  </a:moveTo>
                  <a:cubicBezTo>
                    <a:pt x="74" y="2"/>
                    <a:pt x="74" y="3"/>
                    <a:pt x="72" y="8"/>
                  </a:cubicBezTo>
                  <a:cubicBezTo>
                    <a:pt x="48" y="52"/>
                    <a:pt x="24" y="99"/>
                    <a:pt x="1" y="146"/>
                  </a:cubicBezTo>
                  <a:cubicBezTo>
                    <a:pt x="25" y="96"/>
                    <a:pt x="51" y="47"/>
                    <a:pt x="77" y="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2899059" y="2155123"/>
              <a:ext cx="2429" cy="2834"/>
            </a:xfrm>
            <a:custGeom>
              <a:rect b="b" l="l" r="r" t="t"/>
              <a:pathLst>
                <a:path extrusionOk="0" h="119" w="102">
                  <a:moveTo>
                    <a:pt x="101" y="1"/>
                  </a:moveTo>
                  <a:cubicBezTo>
                    <a:pt x="67" y="39"/>
                    <a:pt x="35" y="78"/>
                    <a:pt x="1" y="119"/>
                  </a:cubicBezTo>
                  <a:cubicBezTo>
                    <a:pt x="15" y="103"/>
                    <a:pt x="27" y="88"/>
                    <a:pt x="41" y="72"/>
                  </a:cubicBezTo>
                  <a:cubicBezTo>
                    <a:pt x="61" y="49"/>
                    <a:pt x="82" y="25"/>
                    <a:pt x="101"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2914967" y="2139405"/>
              <a:ext cx="2643" cy="2358"/>
            </a:xfrm>
            <a:custGeom>
              <a:rect b="b" l="l" r="r" t="t"/>
              <a:pathLst>
                <a:path extrusionOk="0" h="99" w="111">
                  <a:moveTo>
                    <a:pt x="111" y="1"/>
                  </a:moveTo>
                  <a:cubicBezTo>
                    <a:pt x="88" y="20"/>
                    <a:pt x="67" y="39"/>
                    <a:pt x="46" y="58"/>
                  </a:cubicBezTo>
                  <a:lnTo>
                    <a:pt x="46" y="58"/>
                  </a:lnTo>
                  <a:lnTo>
                    <a:pt x="111" y="1"/>
                  </a:lnTo>
                  <a:close/>
                  <a:moveTo>
                    <a:pt x="46" y="58"/>
                  </a:moveTo>
                  <a:lnTo>
                    <a:pt x="12" y="88"/>
                  </a:lnTo>
                  <a:lnTo>
                    <a:pt x="12" y="88"/>
                  </a:lnTo>
                  <a:cubicBezTo>
                    <a:pt x="18" y="84"/>
                    <a:pt x="23" y="79"/>
                    <a:pt x="28" y="76"/>
                  </a:cubicBezTo>
                  <a:cubicBezTo>
                    <a:pt x="34" y="70"/>
                    <a:pt x="40" y="64"/>
                    <a:pt x="46" y="58"/>
                  </a:cubicBezTo>
                  <a:close/>
                  <a:moveTo>
                    <a:pt x="12" y="88"/>
                  </a:moveTo>
                  <a:cubicBezTo>
                    <a:pt x="8" y="91"/>
                    <a:pt x="4" y="95"/>
                    <a:pt x="1" y="98"/>
                  </a:cubicBezTo>
                  <a:lnTo>
                    <a:pt x="12" y="8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2901845" y="2154313"/>
              <a:ext cx="405" cy="405"/>
            </a:xfrm>
            <a:custGeom>
              <a:rect b="b" l="l" r="r" t="t"/>
              <a:pathLst>
                <a:path extrusionOk="0" h="17" w="17">
                  <a:moveTo>
                    <a:pt x="17" y="1"/>
                  </a:moveTo>
                  <a:lnTo>
                    <a:pt x="15" y="2"/>
                  </a:lnTo>
                  <a:lnTo>
                    <a:pt x="15" y="2"/>
                  </a:lnTo>
                  <a:cubicBezTo>
                    <a:pt x="16" y="2"/>
                    <a:pt x="17" y="2"/>
                    <a:pt x="17" y="1"/>
                  </a:cubicBezTo>
                  <a:close/>
                  <a:moveTo>
                    <a:pt x="15" y="2"/>
                  </a:moveTo>
                  <a:cubicBezTo>
                    <a:pt x="15" y="2"/>
                    <a:pt x="14" y="2"/>
                    <a:pt x="14" y="2"/>
                  </a:cubicBezTo>
                  <a:cubicBezTo>
                    <a:pt x="9" y="9"/>
                    <a:pt x="5" y="12"/>
                    <a:pt x="1" y="17"/>
                  </a:cubicBezTo>
                  <a:lnTo>
                    <a:pt x="15" y="2"/>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2894391" y="2162315"/>
              <a:ext cx="1024" cy="1334"/>
            </a:xfrm>
            <a:custGeom>
              <a:rect b="b" l="l" r="r" t="t"/>
              <a:pathLst>
                <a:path extrusionOk="0" h="56" w="43">
                  <a:moveTo>
                    <a:pt x="43" y="0"/>
                  </a:moveTo>
                  <a:lnTo>
                    <a:pt x="43" y="0"/>
                  </a:lnTo>
                  <a:cubicBezTo>
                    <a:pt x="36" y="8"/>
                    <a:pt x="29" y="16"/>
                    <a:pt x="24" y="25"/>
                  </a:cubicBezTo>
                  <a:lnTo>
                    <a:pt x="24" y="25"/>
                  </a:lnTo>
                  <a:lnTo>
                    <a:pt x="43" y="0"/>
                  </a:lnTo>
                  <a:close/>
                  <a:moveTo>
                    <a:pt x="24" y="25"/>
                  </a:moveTo>
                  <a:lnTo>
                    <a:pt x="9" y="44"/>
                  </a:lnTo>
                  <a:lnTo>
                    <a:pt x="9" y="44"/>
                  </a:lnTo>
                  <a:cubicBezTo>
                    <a:pt x="12" y="41"/>
                    <a:pt x="15" y="38"/>
                    <a:pt x="19" y="36"/>
                  </a:cubicBezTo>
                  <a:cubicBezTo>
                    <a:pt x="20" y="32"/>
                    <a:pt x="22" y="29"/>
                    <a:pt x="24" y="25"/>
                  </a:cubicBezTo>
                  <a:close/>
                  <a:moveTo>
                    <a:pt x="9" y="44"/>
                  </a:moveTo>
                  <a:cubicBezTo>
                    <a:pt x="6" y="47"/>
                    <a:pt x="3" y="51"/>
                    <a:pt x="1" y="55"/>
                  </a:cubicBezTo>
                  <a:lnTo>
                    <a:pt x="9" y="44"/>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2895891" y="2159862"/>
              <a:ext cx="1548" cy="1810"/>
            </a:xfrm>
            <a:custGeom>
              <a:rect b="b" l="l" r="r" t="t"/>
              <a:pathLst>
                <a:path extrusionOk="0" h="76" w="65">
                  <a:moveTo>
                    <a:pt x="64" y="1"/>
                  </a:moveTo>
                  <a:cubicBezTo>
                    <a:pt x="41" y="24"/>
                    <a:pt x="22" y="51"/>
                    <a:pt x="1" y="75"/>
                  </a:cubicBezTo>
                  <a:lnTo>
                    <a:pt x="38" y="33"/>
                  </a:lnTo>
                  <a:cubicBezTo>
                    <a:pt x="46" y="22"/>
                    <a:pt x="56" y="11"/>
                    <a:pt x="64" y="1"/>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2930566" y="2128926"/>
              <a:ext cx="762" cy="524"/>
            </a:xfrm>
            <a:custGeom>
              <a:rect b="b" l="l" r="r" t="t"/>
              <a:pathLst>
                <a:path extrusionOk="0" h="22" w="32">
                  <a:moveTo>
                    <a:pt x="31" y="0"/>
                  </a:moveTo>
                  <a:cubicBezTo>
                    <a:pt x="25" y="4"/>
                    <a:pt x="18" y="9"/>
                    <a:pt x="12" y="13"/>
                  </a:cubicBezTo>
                  <a:lnTo>
                    <a:pt x="12" y="13"/>
                  </a:lnTo>
                  <a:cubicBezTo>
                    <a:pt x="13" y="13"/>
                    <a:pt x="14" y="12"/>
                    <a:pt x="15" y="12"/>
                  </a:cubicBezTo>
                  <a:cubicBezTo>
                    <a:pt x="21" y="8"/>
                    <a:pt x="25" y="5"/>
                    <a:pt x="31" y="0"/>
                  </a:cubicBezTo>
                  <a:close/>
                  <a:moveTo>
                    <a:pt x="12" y="13"/>
                  </a:moveTo>
                  <a:cubicBezTo>
                    <a:pt x="8" y="16"/>
                    <a:pt x="4" y="17"/>
                    <a:pt x="0" y="21"/>
                  </a:cubicBezTo>
                  <a:cubicBezTo>
                    <a:pt x="4" y="19"/>
                    <a:pt x="8" y="16"/>
                    <a:pt x="12" y="13"/>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903965" y="2149288"/>
              <a:ext cx="3072" cy="3191"/>
            </a:xfrm>
            <a:custGeom>
              <a:rect b="b" l="l" r="r" t="t"/>
              <a:pathLst>
                <a:path extrusionOk="0" h="134" w="129">
                  <a:moveTo>
                    <a:pt x="129" y="1"/>
                  </a:moveTo>
                  <a:lnTo>
                    <a:pt x="129" y="1"/>
                  </a:lnTo>
                  <a:cubicBezTo>
                    <a:pt x="122" y="8"/>
                    <a:pt x="115" y="15"/>
                    <a:pt x="109" y="21"/>
                  </a:cubicBezTo>
                  <a:lnTo>
                    <a:pt x="109" y="21"/>
                  </a:lnTo>
                  <a:lnTo>
                    <a:pt x="129" y="1"/>
                  </a:lnTo>
                  <a:close/>
                  <a:moveTo>
                    <a:pt x="109" y="21"/>
                  </a:moveTo>
                  <a:lnTo>
                    <a:pt x="35" y="98"/>
                  </a:lnTo>
                  <a:lnTo>
                    <a:pt x="35" y="98"/>
                  </a:lnTo>
                  <a:cubicBezTo>
                    <a:pt x="51" y="81"/>
                    <a:pt x="68" y="65"/>
                    <a:pt x="85" y="48"/>
                  </a:cubicBezTo>
                  <a:cubicBezTo>
                    <a:pt x="92" y="39"/>
                    <a:pt x="100" y="31"/>
                    <a:pt x="109" y="21"/>
                  </a:cubicBezTo>
                  <a:close/>
                  <a:moveTo>
                    <a:pt x="35" y="98"/>
                  </a:moveTo>
                  <a:cubicBezTo>
                    <a:pt x="23" y="110"/>
                    <a:pt x="12" y="122"/>
                    <a:pt x="1" y="134"/>
                  </a:cubicBezTo>
                  <a:lnTo>
                    <a:pt x="35" y="98"/>
                  </a:ln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2932924" y="2127450"/>
              <a:ext cx="643" cy="405"/>
            </a:xfrm>
            <a:custGeom>
              <a:rect b="b" l="l" r="r" t="t"/>
              <a:pathLst>
                <a:path extrusionOk="0" h="17" w="27">
                  <a:moveTo>
                    <a:pt x="26" y="1"/>
                  </a:moveTo>
                  <a:cubicBezTo>
                    <a:pt x="23" y="2"/>
                    <a:pt x="22" y="3"/>
                    <a:pt x="21" y="4"/>
                  </a:cubicBezTo>
                  <a:lnTo>
                    <a:pt x="21" y="4"/>
                  </a:lnTo>
                  <a:cubicBezTo>
                    <a:pt x="23" y="3"/>
                    <a:pt x="25" y="2"/>
                    <a:pt x="26" y="1"/>
                  </a:cubicBezTo>
                  <a:close/>
                  <a:moveTo>
                    <a:pt x="21" y="4"/>
                  </a:moveTo>
                  <a:lnTo>
                    <a:pt x="21" y="4"/>
                  </a:lnTo>
                  <a:cubicBezTo>
                    <a:pt x="15" y="8"/>
                    <a:pt x="7" y="12"/>
                    <a:pt x="0" y="17"/>
                  </a:cubicBezTo>
                  <a:cubicBezTo>
                    <a:pt x="7" y="12"/>
                    <a:pt x="13" y="9"/>
                    <a:pt x="21" y="4"/>
                  </a:cubicBezTo>
                  <a:cubicBezTo>
                    <a:pt x="21" y="4"/>
                    <a:pt x="21" y="4"/>
                    <a:pt x="21" y="4"/>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2936091" y="2124283"/>
              <a:ext cx="2643" cy="1643"/>
            </a:xfrm>
            <a:custGeom>
              <a:rect b="b" l="l" r="r" t="t"/>
              <a:pathLst>
                <a:path extrusionOk="0" h="69" w="111">
                  <a:moveTo>
                    <a:pt x="110" y="1"/>
                  </a:moveTo>
                  <a:cubicBezTo>
                    <a:pt x="98" y="8"/>
                    <a:pt x="86" y="16"/>
                    <a:pt x="73" y="23"/>
                  </a:cubicBezTo>
                  <a:lnTo>
                    <a:pt x="73" y="23"/>
                  </a:lnTo>
                  <a:cubicBezTo>
                    <a:pt x="88" y="16"/>
                    <a:pt x="100" y="8"/>
                    <a:pt x="110" y="1"/>
                  </a:cubicBezTo>
                  <a:close/>
                  <a:moveTo>
                    <a:pt x="73" y="23"/>
                  </a:moveTo>
                  <a:cubicBezTo>
                    <a:pt x="72" y="24"/>
                    <a:pt x="71" y="24"/>
                    <a:pt x="70" y="25"/>
                  </a:cubicBezTo>
                  <a:cubicBezTo>
                    <a:pt x="68" y="27"/>
                    <a:pt x="65" y="28"/>
                    <a:pt x="63" y="30"/>
                  </a:cubicBezTo>
                  <a:lnTo>
                    <a:pt x="63" y="30"/>
                  </a:lnTo>
                  <a:cubicBezTo>
                    <a:pt x="66" y="27"/>
                    <a:pt x="70" y="25"/>
                    <a:pt x="73" y="23"/>
                  </a:cubicBezTo>
                  <a:close/>
                  <a:moveTo>
                    <a:pt x="63" y="30"/>
                  </a:moveTo>
                  <a:cubicBezTo>
                    <a:pt x="42" y="43"/>
                    <a:pt x="21" y="56"/>
                    <a:pt x="0" y="69"/>
                  </a:cubicBezTo>
                  <a:cubicBezTo>
                    <a:pt x="22" y="56"/>
                    <a:pt x="44" y="43"/>
                    <a:pt x="63" y="30"/>
                  </a:cubicBezTo>
                  <a:close/>
                </a:path>
              </a:pathLst>
            </a:custGeom>
            <a:solidFill>
              <a:srgbClr val="FDA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2865837" y="2124449"/>
              <a:ext cx="192544" cy="146129"/>
            </a:xfrm>
            <a:custGeom>
              <a:rect b="b" l="l" r="r" t="t"/>
              <a:pathLst>
                <a:path extrusionOk="0" h="6136" w="8085">
                  <a:moveTo>
                    <a:pt x="4423" y="464"/>
                  </a:moveTo>
                  <a:lnTo>
                    <a:pt x="4423" y="464"/>
                  </a:lnTo>
                  <a:cubicBezTo>
                    <a:pt x="4423" y="464"/>
                    <a:pt x="4423" y="464"/>
                    <a:pt x="4423" y="464"/>
                  </a:cubicBezTo>
                  <a:lnTo>
                    <a:pt x="4423" y="464"/>
                  </a:lnTo>
                  <a:cubicBezTo>
                    <a:pt x="4423" y="464"/>
                    <a:pt x="4423" y="464"/>
                    <a:pt x="4423" y="464"/>
                  </a:cubicBezTo>
                  <a:close/>
                  <a:moveTo>
                    <a:pt x="2856" y="1571"/>
                  </a:moveTo>
                  <a:cubicBezTo>
                    <a:pt x="2858" y="1572"/>
                    <a:pt x="2858" y="1572"/>
                    <a:pt x="2861" y="1572"/>
                  </a:cubicBezTo>
                  <a:cubicBezTo>
                    <a:pt x="2861" y="1572"/>
                    <a:pt x="2858" y="1572"/>
                    <a:pt x="2856" y="1571"/>
                  </a:cubicBezTo>
                  <a:close/>
                  <a:moveTo>
                    <a:pt x="1466" y="2806"/>
                  </a:moveTo>
                  <a:lnTo>
                    <a:pt x="1466" y="2806"/>
                  </a:lnTo>
                  <a:cubicBezTo>
                    <a:pt x="1466" y="2806"/>
                    <a:pt x="1466" y="2806"/>
                    <a:pt x="1466" y="2806"/>
                  </a:cubicBezTo>
                  <a:lnTo>
                    <a:pt x="1466" y="2806"/>
                  </a:lnTo>
                  <a:cubicBezTo>
                    <a:pt x="1466" y="2806"/>
                    <a:pt x="1466" y="2806"/>
                    <a:pt x="1466" y="2806"/>
                  </a:cubicBezTo>
                  <a:close/>
                  <a:moveTo>
                    <a:pt x="4423" y="464"/>
                  </a:moveTo>
                  <a:cubicBezTo>
                    <a:pt x="4426" y="467"/>
                    <a:pt x="4428" y="467"/>
                    <a:pt x="4430" y="469"/>
                  </a:cubicBezTo>
                  <a:cubicBezTo>
                    <a:pt x="4429" y="467"/>
                    <a:pt x="4427" y="466"/>
                    <a:pt x="4426" y="464"/>
                  </a:cubicBezTo>
                  <a:lnTo>
                    <a:pt x="4426" y="464"/>
                  </a:lnTo>
                  <a:cubicBezTo>
                    <a:pt x="4527" y="495"/>
                    <a:pt x="4627" y="532"/>
                    <a:pt x="4728" y="572"/>
                  </a:cubicBezTo>
                  <a:cubicBezTo>
                    <a:pt x="5067" y="705"/>
                    <a:pt x="5392" y="888"/>
                    <a:pt x="5687" y="1110"/>
                  </a:cubicBezTo>
                  <a:cubicBezTo>
                    <a:pt x="6042" y="1378"/>
                    <a:pt x="6355" y="1703"/>
                    <a:pt x="6590" y="2071"/>
                  </a:cubicBezTo>
                  <a:cubicBezTo>
                    <a:pt x="6752" y="2324"/>
                    <a:pt x="6877" y="2598"/>
                    <a:pt x="6956" y="2885"/>
                  </a:cubicBezTo>
                  <a:lnTo>
                    <a:pt x="6955" y="2885"/>
                  </a:lnTo>
                  <a:lnTo>
                    <a:pt x="6955" y="2887"/>
                  </a:lnTo>
                  <a:cubicBezTo>
                    <a:pt x="6914" y="2869"/>
                    <a:pt x="6875" y="2846"/>
                    <a:pt x="6835" y="2828"/>
                  </a:cubicBezTo>
                  <a:cubicBezTo>
                    <a:pt x="6760" y="2794"/>
                    <a:pt x="6682" y="2759"/>
                    <a:pt x="6609" y="2721"/>
                  </a:cubicBezTo>
                  <a:lnTo>
                    <a:pt x="6608" y="2718"/>
                  </a:lnTo>
                  <a:cubicBezTo>
                    <a:pt x="5686" y="2229"/>
                    <a:pt x="4921" y="1451"/>
                    <a:pt x="4451" y="519"/>
                  </a:cubicBezTo>
                  <a:cubicBezTo>
                    <a:pt x="4443" y="499"/>
                    <a:pt x="4433" y="483"/>
                    <a:pt x="4423" y="464"/>
                  </a:cubicBezTo>
                  <a:close/>
                  <a:moveTo>
                    <a:pt x="2856" y="1571"/>
                  </a:moveTo>
                  <a:lnTo>
                    <a:pt x="2856" y="1571"/>
                  </a:lnTo>
                  <a:cubicBezTo>
                    <a:pt x="3239" y="1686"/>
                    <a:pt x="3610" y="1877"/>
                    <a:pt x="3935" y="2123"/>
                  </a:cubicBezTo>
                  <a:cubicBezTo>
                    <a:pt x="4234" y="2348"/>
                    <a:pt x="4495" y="2622"/>
                    <a:pt x="4691" y="2932"/>
                  </a:cubicBezTo>
                  <a:cubicBezTo>
                    <a:pt x="4828" y="3149"/>
                    <a:pt x="4937" y="3379"/>
                    <a:pt x="5005" y="3624"/>
                  </a:cubicBezTo>
                  <a:lnTo>
                    <a:pt x="5003" y="3624"/>
                  </a:lnTo>
                  <a:lnTo>
                    <a:pt x="5003" y="3627"/>
                  </a:lnTo>
                  <a:cubicBezTo>
                    <a:pt x="4969" y="3613"/>
                    <a:pt x="4937" y="3592"/>
                    <a:pt x="4901" y="3579"/>
                  </a:cubicBezTo>
                  <a:cubicBezTo>
                    <a:pt x="4836" y="3548"/>
                    <a:pt x="4775" y="3519"/>
                    <a:pt x="4712" y="3486"/>
                  </a:cubicBezTo>
                  <a:lnTo>
                    <a:pt x="4712" y="3485"/>
                  </a:lnTo>
                  <a:cubicBezTo>
                    <a:pt x="3914" y="3060"/>
                    <a:pt x="3253" y="2383"/>
                    <a:pt x="2856" y="1571"/>
                  </a:cubicBezTo>
                  <a:close/>
                  <a:moveTo>
                    <a:pt x="1466" y="2806"/>
                  </a:moveTo>
                  <a:cubicBezTo>
                    <a:pt x="1469" y="2809"/>
                    <a:pt x="1469" y="2809"/>
                    <a:pt x="1470" y="2809"/>
                  </a:cubicBezTo>
                  <a:cubicBezTo>
                    <a:pt x="1470" y="2809"/>
                    <a:pt x="1470" y="2807"/>
                    <a:pt x="1468" y="2806"/>
                  </a:cubicBezTo>
                  <a:lnTo>
                    <a:pt x="1468" y="2806"/>
                  </a:lnTo>
                  <a:cubicBezTo>
                    <a:pt x="1765" y="2896"/>
                    <a:pt x="2055" y="3044"/>
                    <a:pt x="2312" y="3235"/>
                  </a:cubicBezTo>
                  <a:cubicBezTo>
                    <a:pt x="2556" y="3418"/>
                    <a:pt x="2772" y="3640"/>
                    <a:pt x="2934" y="3895"/>
                  </a:cubicBezTo>
                  <a:cubicBezTo>
                    <a:pt x="3042" y="4066"/>
                    <a:pt x="3130" y="4253"/>
                    <a:pt x="3182" y="4447"/>
                  </a:cubicBezTo>
                  <a:lnTo>
                    <a:pt x="3180" y="4447"/>
                  </a:lnTo>
                  <a:cubicBezTo>
                    <a:pt x="3153" y="4434"/>
                    <a:pt x="3125" y="4421"/>
                    <a:pt x="3099" y="4407"/>
                  </a:cubicBezTo>
                  <a:cubicBezTo>
                    <a:pt x="3049" y="4382"/>
                    <a:pt x="2999" y="4360"/>
                    <a:pt x="2947" y="4334"/>
                  </a:cubicBezTo>
                  <a:lnTo>
                    <a:pt x="2947" y="4332"/>
                  </a:lnTo>
                  <a:cubicBezTo>
                    <a:pt x="2312" y="3993"/>
                    <a:pt x="1783" y="3454"/>
                    <a:pt x="1466" y="2806"/>
                  </a:cubicBezTo>
                  <a:close/>
                  <a:moveTo>
                    <a:pt x="5569" y="0"/>
                  </a:moveTo>
                  <a:cubicBezTo>
                    <a:pt x="4981" y="13"/>
                    <a:pt x="4402" y="193"/>
                    <a:pt x="3854" y="462"/>
                  </a:cubicBezTo>
                  <a:cubicBezTo>
                    <a:pt x="2538" y="1110"/>
                    <a:pt x="1412" y="2282"/>
                    <a:pt x="801" y="2906"/>
                  </a:cubicBezTo>
                  <a:cubicBezTo>
                    <a:pt x="589" y="3305"/>
                    <a:pt x="417" y="3708"/>
                    <a:pt x="295" y="4097"/>
                  </a:cubicBezTo>
                  <a:lnTo>
                    <a:pt x="297" y="4102"/>
                  </a:lnTo>
                  <a:cubicBezTo>
                    <a:pt x="60" y="4867"/>
                    <a:pt x="0" y="5582"/>
                    <a:pt x="124" y="6128"/>
                  </a:cubicBezTo>
                  <a:cubicBezTo>
                    <a:pt x="125" y="6131"/>
                    <a:pt x="127" y="6134"/>
                    <a:pt x="129" y="6136"/>
                  </a:cubicBezTo>
                  <a:lnTo>
                    <a:pt x="605" y="5946"/>
                  </a:lnTo>
                  <a:lnTo>
                    <a:pt x="1017" y="5783"/>
                  </a:lnTo>
                  <a:lnTo>
                    <a:pt x="2167" y="5322"/>
                  </a:lnTo>
                  <a:lnTo>
                    <a:pt x="2876" y="5039"/>
                  </a:lnTo>
                  <a:lnTo>
                    <a:pt x="3057" y="4967"/>
                  </a:lnTo>
                  <a:lnTo>
                    <a:pt x="7494" y="3194"/>
                  </a:lnTo>
                  <a:lnTo>
                    <a:pt x="8084" y="2959"/>
                  </a:lnTo>
                  <a:cubicBezTo>
                    <a:pt x="7525" y="1890"/>
                    <a:pt x="6634" y="626"/>
                    <a:pt x="5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057357" y="2324662"/>
              <a:ext cx="14765" cy="35032"/>
            </a:xfrm>
            <a:custGeom>
              <a:rect b="b" l="l" r="r" t="t"/>
              <a:pathLst>
                <a:path extrusionOk="0" h="1471" w="620">
                  <a:moveTo>
                    <a:pt x="554" y="0"/>
                  </a:moveTo>
                  <a:cubicBezTo>
                    <a:pt x="532" y="0"/>
                    <a:pt x="511" y="14"/>
                    <a:pt x="503" y="35"/>
                  </a:cubicBezTo>
                  <a:cubicBezTo>
                    <a:pt x="391" y="285"/>
                    <a:pt x="233" y="719"/>
                    <a:pt x="23" y="1362"/>
                  </a:cubicBezTo>
                  <a:cubicBezTo>
                    <a:pt x="18" y="1374"/>
                    <a:pt x="15" y="1383"/>
                    <a:pt x="10" y="1396"/>
                  </a:cubicBezTo>
                  <a:cubicBezTo>
                    <a:pt x="0" y="1427"/>
                    <a:pt x="16" y="1460"/>
                    <a:pt x="47" y="1469"/>
                  </a:cubicBezTo>
                  <a:cubicBezTo>
                    <a:pt x="52" y="1471"/>
                    <a:pt x="58" y="1471"/>
                    <a:pt x="65" y="1471"/>
                  </a:cubicBezTo>
                  <a:cubicBezTo>
                    <a:pt x="80" y="1471"/>
                    <a:pt x="91" y="1464"/>
                    <a:pt x="104" y="1455"/>
                  </a:cubicBezTo>
                  <a:cubicBezTo>
                    <a:pt x="109" y="1448"/>
                    <a:pt x="117" y="1440"/>
                    <a:pt x="120" y="1432"/>
                  </a:cubicBezTo>
                  <a:cubicBezTo>
                    <a:pt x="336" y="774"/>
                    <a:pt x="494" y="333"/>
                    <a:pt x="608" y="82"/>
                  </a:cubicBezTo>
                  <a:cubicBezTo>
                    <a:pt x="619" y="53"/>
                    <a:pt x="608" y="22"/>
                    <a:pt x="582" y="9"/>
                  </a:cubicBezTo>
                  <a:cubicBezTo>
                    <a:pt x="579" y="9"/>
                    <a:pt x="579" y="6"/>
                    <a:pt x="579" y="6"/>
                  </a:cubicBezTo>
                  <a:cubicBezTo>
                    <a:pt x="571" y="2"/>
                    <a:pt x="56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000296" y="2533972"/>
              <a:ext cx="16599" cy="22767"/>
            </a:xfrm>
            <a:custGeom>
              <a:rect b="b" l="l" r="r" t="t"/>
              <a:pathLst>
                <a:path extrusionOk="0" h="956" w="697">
                  <a:moveTo>
                    <a:pt x="53" y="0"/>
                  </a:moveTo>
                  <a:cubicBezTo>
                    <a:pt x="39" y="0"/>
                    <a:pt x="25" y="5"/>
                    <a:pt x="15" y="17"/>
                  </a:cubicBezTo>
                  <a:cubicBezTo>
                    <a:pt x="4" y="33"/>
                    <a:pt x="1" y="53"/>
                    <a:pt x="7" y="70"/>
                  </a:cubicBezTo>
                  <a:cubicBezTo>
                    <a:pt x="12" y="80"/>
                    <a:pt x="14" y="90"/>
                    <a:pt x="22" y="98"/>
                  </a:cubicBezTo>
                  <a:cubicBezTo>
                    <a:pt x="30" y="104"/>
                    <a:pt x="36" y="113"/>
                    <a:pt x="43" y="119"/>
                  </a:cubicBezTo>
                  <a:cubicBezTo>
                    <a:pt x="246" y="297"/>
                    <a:pt x="403" y="516"/>
                    <a:pt x="513" y="762"/>
                  </a:cubicBezTo>
                  <a:cubicBezTo>
                    <a:pt x="515" y="766"/>
                    <a:pt x="515" y="769"/>
                    <a:pt x="516" y="771"/>
                  </a:cubicBezTo>
                  <a:cubicBezTo>
                    <a:pt x="537" y="819"/>
                    <a:pt x="562" y="866"/>
                    <a:pt x="578" y="916"/>
                  </a:cubicBezTo>
                  <a:cubicBezTo>
                    <a:pt x="586" y="941"/>
                    <a:pt x="607" y="955"/>
                    <a:pt x="631" y="955"/>
                  </a:cubicBezTo>
                  <a:cubicBezTo>
                    <a:pt x="638" y="955"/>
                    <a:pt x="644" y="954"/>
                    <a:pt x="651" y="954"/>
                  </a:cubicBezTo>
                  <a:cubicBezTo>
                    <a:pt x="680" y="944"/>
                    <a:pt x="696" y="910"/>
                    <a:pt x="686" y="881"/>
                  </a:cubicBezTo>
                  <a:cubicBezTo>
                    <a:pt x="672" y="840"/>
                    <a:pt x="654" y="803"/>
                    <a:pt x="638" y="764"/>
                  </a:cubicBezTo>
                  <a:cubicBezTo>
                    <a:pt x="620" y="720"/>
                    <a:pt x="604" y="673"/>
                    <a:pt x="581" y="631"/>
                  </a:cubicBezTo>
                  <a:cubicBezTo>
                    <a:pt x="474" y="414"/>
                    <a:pt x="327" y="223"/>
                    <a:pt x="148" y="61"/>
                  </a:cubicBezTo>
                  <a:cubicBezTo>
                    <a:pt x="129" y="45"/>
                    <a:pt x="114" y="25"/>
                    <a:pt x="96" y="12"/>
                  </a:cubicBezTo>
                  <a:cubicBezTo>
                    <a:pt x="93" y="7"/>
                    <a:pt x="85" y="7"/>
                    <a:pt x="80" y="6"/>
                  </a:cubicBezTo>
                  <a:cubicBezTo>
                    <a:pt x="72" y="2"/>
                    <a:pt x="63" y="0"/>
                    <a:pt x="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134280" y="2375031"/>
              <a:ext cx="335101" cy="323360"/>
            </a:xfrm>
            <a:custGeom>
              <a:rect b="b" l="l" r="r" t="t"/>
              <a:pathLst>
                <a:path extrusionOk="0" h="13578" w="14071">
                  <a:moveTo>
                    <a:pt x="13510" y="1"/>
                  </a:moveTo>
                  <a:cubicBezTo>
                    <a:pt x="12473" y="2156"/>
                    <a:pt x="10900" y="4056"/>
                    <a:pt x="8987" y="5490"/>
                  </a:cubicBezTo>
                  <a:lnTo>
                    <a:pt x="8983" y="5490"/>
                  </a:lnTo>
                  <a:cubicBezTo>
                    <a:pt x="8739" y="5675"/>
                    <a:pt x="8487" y="5851"/>
                    <a:pt x="8230" y="6018"/>
                  </a:cubicBezTo>
                  <a:cubicBezTo>
                    <a:pt x="8275" y="6041"/>
                    <a:pt x="8314" y="6064"/>
                    <a:pt x="8354" y="6088"/>
                  </a:cubicBezTo>
                  <a:cubicBezTo>
                    <a:pt x="8168" y="5986"/>
                    <a:pt x="7966" y="5881"/>
                    <a:pt x="7748" y="5774"/>
                  </a:cubicBezTo>
                  <a:cubicBezTo>
                    <a:pt x="5050" y="6420"/>
                    <a:pt x="2298" y="7242"/>
                    <a:pt x="0" y="8161"/>
                  </a:cubicBezTo>
                  <a:cubicBezTo>
                    <a:pt x="130" y="10081"/>
                    <a:pt x="762" y="11969"/>
                    <a:pt x="1818" y="13577"/>
                  </a:cubicBezTo>
                  <a:cubicBezTo>
                    <a:pt x="2595" y="13541"/>
                    <a:pt x="3514" y="13485"/>
                    <a:pt x="4499" y="13407"/>
                  </a:cubicBezTo>
                  <a:cubicBezTo>
                    <a:pt x="6541" y="10645"/>
                    <a:pt x="8909" y="8167"/>
                    <a:pt x="10121" y="7224"/>
                  </a:cubicBezTo>
                  <a:cubicBezTo>
                    <a:pt x="9993" y="7120"/>
                    <a:pt x="9557" y="6783"/>
                    <a:pt x="8799" y="6339"/>
                  </a:cubicBezTo>
                  <a:lnTo>
                    <a:pt x="8799" y="6339"/>
                  </a:lnTo>
                  <a:cubicBezTo>
                    <a:pt x="8834" y="6359"/>
                    <a:pt x="8871" y="6380"/>
                    <a:pt x="8905" y="6399"/>
                  </a:cubicBezTo>
                  <a:cubicBezTo>
                    <a:pt x="9445" y="6030"/>
                    <a:pt x="9961" y="5621"/>
                    <a:pt x="10450" y="5184"/>
                  </a:cubicBezTo>
                  <a:cubicBezTo>
                    <a:pt x="10450" y="5184"/>
                    <a:pt x="10452" y="5184"/>
                    <a:pt x="10452" y="5182"/>
                  </a:cubicBezTo>
                  <a:cubicBezTo>
                    <a:pt x="11946" y="3847"/>
                    <a:pt x="13186" y="2224"/>
                    <a:pt x="14070" y="427"/>
                  </a:cubicBezTo>
                  <a:cubicBezTo>
                    <a:pt x="14064" y="424"/>
                    <a:pt x="14057" y="419"/>
                    <a:pt x="14053" y="414"/>
                  </a:cubicBezTo>
                  <a:cubicBezTo>
                    <a:pt x="13876" y="276"/>
                    <a:pt x="13696" y="135"/>
                    <a:pt x="1351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803585" y="2359289"/>
              <a:ext cx="347890" cy="257226"/>
            </a:xfrm>
            <a:custGeom>
              <a:rect b="b" l="l" r="r" t="t"/>
              <a:pathLst>
                <a:path extrusionOk="0" h="10801" w="14608">
                  <a:moveTo>
                    <a:pt x="14547" y="1"/>
                  </a:moveTo>
                  <a:cubicBezTo>
                    <a:pt x="14520" y="1"/>
                    <a:pt x="14491" y="23"/>
                    <a:pt x="14489" y="54"/>
                  </a:cubicBezTo>
                  <a:cubicBezTo>
                    <a:pt x="14442" y="743"/>
                    <a:pt x="14189" y="1748"/>
                    <a:pt x="13756" y="2963"/>
                  </a:cubicBezTo>
                  <a:cubicBezTo>
                    <a:pt x="13745" y="2989"/>
                    <a:pt x="13737" y="3015"/>
                    <a:pt x="13727" y="3044"/>
                  </a:cubicBezTo>
                  <a:cubicBezTo>
                    <a:pt x="13718" y="3073"/>
                    <a:pt x="13732" y="3106"/>
                    <a:pt x="13761" y="3117"/>
                  </a:cubicBezTo>
                  <a:cubicBezTo>
                    <a:pt x="12860" y="5602"/>
                    <a:pt x="11395" y="8457"/>
                    <a:pt x="10476" y="9360"/>
                  </a:cubicBezTo>
                  <a:cubicBezTo>
                    <a:pt x="10332" y="9503"/>
                    <a:pt x="10201" y="9595"/>
                    <a:pt x="10089" y="9634"/>
                  </a:cubicBezTo>
                  <a:cubicBezTo>
                    <a:pt x="9980" y="9686"/>
                    <a:pt x="9731" y="9747"/>
                    <a:pt x="9382" y="9810"/>
                  </a:cubicBezTo>
                  <a:cubicBezTo>
                    <a:pt x="7202" y="10199"/>
                    <a:pt x="1073" y="10705"/>
                    <a:pt x="29" y="10705"/>
                  </a:cubicBezTo>
                  <a:cubicBezTo>
                    <a:pt x="19" y="10705"/>
                    <a:pt x="9" y="10705"/>
                    <a:pt x="0" y="10705"/>
                  </a:cubicBezTo>
                  <a:lnTo>
                    <a:pt x="0" y="10705"/>
                  </a:lnTo>
                  <a:cubicBezTo>
                    <a:pt x="55" y="10729"/>
                    <a:pt x="114" y="10750"/>
                    <a:pt x="179" y="10755"/>
                  </a:cubicBezTo>
                  <a:cubicBezTo>
                    <a:pt x="423" y="10785"/>
                    <a:pt x="1289" y="10801"/>
                    <a:pt x="2422" y="10801"/>
                  </a:cubicBezTo>
                  <a:cubicBezTo>
                    <a:pt x="5262" y="10801"/>
                    <a:pt x="9781" y="10700"/>
                    <a:pt x="10379" y="10460"/>
                  </a:cubicBezTo>
                  <a:cubicBezTo>
                    <a:pt x="11236" y="10250"/>
                    <a:pt x="13296" y="7004"/>
                    <a:pt x="14552" y="4208"/>
                  </a:cubicBezTo>
                  <a:cubicBezTo>
                    <a:pt x="14320" y="3819"/>
                    <a:pt x="14102" y="3422"/>
                    <a:pt x="13841" y="3072"/>
                  </a:cubicBezTo>
                  <a:cubicBezTo>
                    <a:pt x="14293" y="1814"/>
                    <a:pt x="14559" y="772"/>
                    <a:pt x="14604" y="61"/>
                  </a:cubicBezTo>
                  <a:cubicBezTo>
                    <a:pt x="14607" y="28"/>
                    <a:pt x="14583" y="2"/>
                    <a:pt x="1455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3242328" y="2434473"/>
              <a:ext cx="23886" cy="49464"/>
            </a:xfrm>
            <a:custGeom>
              <a:rect b="b" l="l" r="r" t="t"/>
              <a:pathLst>
                <a:path extrusionOk="0" h="2077" w="1003">
                  <a:moveTo>
                    <a:pt x="937" y="1"/>
                  </a:moveTo>
                  <a:cubicBezTo>
                    <a:pt x="911" y="1"/>
                    <a:pt x="888" y="18"/>
                    <a:pt x="884" y="45"/>
                  </a:cubicBezTo>
                  <a:cubicBezTo>
                    <a:pt x="685" y="910"/>
                    <a:pt x="374" y="1613"/>
                    <a:pt x="22" y="1978"/>
                  </a:cubicBezTo>
                  <a:cubicBezTo>
                    <a:pt x="1" y="1999"/>
                    <a:pt x="1" y="2036"/>
                    <a:pt x="25" y="2059"/>
                  </a:cubicBezTo>
                  <a:cubicBezTo>
                    <a:pt x="25" y="2062"/>
                    <a:pt x="27" y="2062"/>
                    <a:pt x="28" y="2062"/>
                  </a:cubicBezTo>
                  <a:cubicBezTo>
                    <a:pt x="38" y="2070"/>
                    <a:pt x="51" y="2077"/>
                    <a:pt x="62" y="2077"/>
                  </a:cubicBezTo>
                  <a:cubicBezTo>
                    <a:pt x="79" y="2077"/>
                    <a:pt x="93" y="2070"/>
                    <a:pt x="106" y="2059"/>
                  </a:cubicBezTo>
                  <a:cubicBezTo>
                    <a:pt x="111" y="2052"/>
                    <a:pt x="118" y="2044"/>
                    <a:pt x="124" y="2038"/>
                  </a:cubicBezTo>
                  <a:cubicBezTo>
                    <a:pt x="484" y="1649"/>
                    <a:pt x="795" y="954"/>
                    <a:pt x="994" y="70"/>
                  </a:cubicBezTo>
                  <a:cubicBezTo>
                    <a:pt x="1002" y="40"/>
                    <a:pt x="983" y="7"/>
                    <a:pt x="952" y="2"/>
                  </a:cubicBezTo>
                  <a:cubicBezTo>
                    <a:pt x="947" y="1"/>
                    <a:pt x="942" y="1"/>
                    <a:pt x="93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3286219" y="2347834"/>
              <a:ext cx="138818" cy="155059"/>
            </a:xfrm>
            <a:custGeom>
              <a:rect b="b" l="l" r="r" t="t"/>
              <a:pathLst>
                <a:path extrusionOk="0" h="6511" w="5829">
                  <a:moveTo>
                    <a:pt x="5436" y="0"/>
                  </a:moveTo>
                  <a:cubicBezTo>
                    <a:pt x="4172" y="2504"/>
                    <a:pt x="2292" y="4679"/>
                    <a:pt x="1" y="6300"/>
                  </a:cubicBezTo>
                  <a:cubicBezTo>
                    <a:pt x="9" y="6305"/>
                    <a:pt x="17" y="6306"/>
                    <a:pt x="25" y="6310"/>
                  </a:cubicBezTo>
                  <a:cubicBezTo>
                    <a:pt x="80" y="6332"/>
                    <a:pt x="135" y="6355"/>
                    <a:pt x="189" y="6379"/>
                  </a:cubicBezTo>
                  <a:cubicBezTo>
                    <a:pt x="294" y="6423"/>
                    <a:pt x="398" y="6467"/>
                    <a:pt x="496" y="6511"/>
                  </a:cubicBezTo>
                  <a:cubicBezTo>
                    <a:pt x="2733" y="4875"/>
                    <a:pt x="4572" y="2718"/>
                    <a:pt x="5828" y="247"/>
                  </a:cubicBezTo>
                  <a:cubicBezTo>
                    <a:pt x="5699" y="162"/>
                    <a:pt x="5567" y="78"/>
                    <a:pt x="5436"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3188506" y="2477983"/>
              <a:ext cx="383469" cy="347056"/>
            </a:xfrm>
            <a:custGeom>
              <a:rect b="b" l="l" r="r" t="t"/>
              <a:pathLst>
                <a:path extrusionOk="0" h="14573" w="16102">
                  <a:moveTo>
                    <a:pt x="10651" y="2034"/>
                  </a:moveTo>
                  <a:cubicBezTo>
                    <a:pt x="10656" y="2034"/>
                    <a:pt x="10662" y="2034"/>
                    <a:pt x="10667" y="2036"/>
                  </a:cubicBezTo>
                  <a:cubicBezTo>
                    <a:pt x="10698" y="2044"/>
                    <a:pt x="10716" y="2076"/>
                    <a:pt x="10706" y="2107"/>
                  </a:cubicBezTo>
                  <a:cubicBezTo>
                    <a:pt x="10484" y="2851"/>
                    <a:pt x="10521" y="3656"/>
                    <a:pt x="10811" y="4378"/>
                  </a:cubicBezTo>
                  <a:cubicBezTo>
                    <a:pt x="11100" y="5099"/>
                    <a:pt x="11631" y="5706"/>
                    <a:pt x="12304" y="6092"/>
                  </a:cubicBezTo>
                  <a:cubicBezTo>
                    <a:pt x="12330" y="6107"/>
                    <a:pt x="12341" y="6141"/>
                    <a:pt x="12325" y="6168"/>
                  </a:cubicBezTo>
                  <a:cubicBezTo>
                    <a:pt x="12314" y="6188"/>
                    <a:pt x="12294" y="6198"/>
                    <a:pt x="12273" y="6198"/>
                  </a:cubicBezTo>
                  <a:cubicBezTo>
                    <a:pt x="12263" y="6198"/>
                    <a:pt x="12254" y="6194"/>
                    <a:pt x="12246" y="6189"/>
                  </a:cubicBezTo>
                  <a:cubicBezTo>
                    <a:pt x="11981" y="6039"/>
                    <a:pt x="11742" y="5857"/>
                    <a:pt x="11526" y="5648"/>
                  </a:cubicBezTo>
                  <a:cubicBezTo>
                    <a:pt x="11283" y="6005"/>
                    <a:pt x="10944" y="6424"/>
                    <a:pt x="10539" y="6886"/>
                  </a:cubicBezTo>
                  <a:cubicBezTo>
                    <a:pt x="10254" y="7210"/>
                    <a:pt x="9938" y="7557"/>
                    <a:pt x="9597" y="7915"/>
                  </a:cubicBezTo>
                  <a:cubicBezTo>
                    <a:pt x="9508" y="8011"/>
                    <a:pt x="9418" y="8105"/>
                    <a:pt x="9324" y="8201"/>
                  </a:cubicBezTo>
                  <a:cubicBezTo>
                    <a:pt x="8040" y="9536"/>
                    <a:pt x="6487" y="11017"/>
                    <a:pt x="5157" y="12259"/>
                  </a:cubicBezTo>
                  <a:cubicBezTo>
                    <a:pt x="4711" y="12674"/>
                    <a:pt x="4290" y="13063"/>
                    <a:pt x="3914" y="13411"/>
                  </a:cubicBezTo>
                  <a:cubicBezTo>
                    <a:pt x="3723" y="13588"/>
                    <a:pt x="3541" y="13756"/>
                    <a:pt x="3374" y="13907"/>
                  </a:cubicBezTo>
                  <a:lnTo>
                    <a:pt x="3277" y="13996"/>
                  </a:lnTo>
                  <a:cubicBezTo>
                    <a:pt x="3266" y="14007"/>
                    <a:pt x="3253" y="14012"/>
                    <a:pt x="3238" y="14012"/>
                  </a:cubicBezTo>
                  <a:cubicBezTo>
                    <a:pt x="3222" y="14012"/>
                    <a:pt x="3209" y="14007"/>
                    <a:pt x="3196" y="13994"/>
                  </a:cubicBezTo>
                  <a:cubicBezTo>
                    <a:pt x="3173" y="13970"/>
                    <a:pt x="3177" y="13934"/>
                    <a:pt x="3201" y="13913"/>
                  </a:cubicBezTo>
                  <a:lnTo>
                    <a:pt x="3298" y="13824"/>
                  </a:lnTo>
                  <a:cubicBezTo>
                    <a:pt x="3437" y="13695"/>
                    <a:pt x="3587" y="13557"/>
                    <a:pt x="3745" y="13413"/>
                  </a:cubicBezTo>
                  <a:cubicBezTo>
                    <a:pt x="4120" y="13067"/>
                    <a:pt x="4541" y="12678"/>
                    <a:pt x="4992" y="12260"/>
                  </a:cubicBezTo>
                  <a:cubicBezTo>
                    <a:pt x="6301" y="11038"/>
                    <a:pt x="7841" y="9575"/>
                    <a:pt x="9132" y="8241"/>
                  </a:cubicBezTo>
                  <a:cubicBezTo>
                    <a:pt x="9259" y="8110"/>
                    <a:pt x="9384" y="7980"/>
                    <a:pt x="9505" y="7852"/>
                  </a:cubicBezTo>
                  <a:cubicBezTo>
                    <a:pt x="9813" y="7528"/>
                    <a:pt x="10100" y="7214"/>
                    <a:pt x="10362" y="6919"/>
                  </a:cubicBezTo>
                  <a:cubicBezTo>
                    <a:pt x="10815" y="6408"/>
                    <a:pt x="11189" y="5948"/>
                    <a:pt x="11450" y="5564"/>
                  </a:cubicBezTo>
                  <a:cubicBezTo>
                    <a:pt x="11132" y="5235"/>
                    <a:pt x="10876" y="4848"/>
                    <a:pt x="10706" y="4421"/>
                  </a:cubicBezTo>
                  <a:cubicBezTo>
                    <a:pt x="10406" y="3676"/>
                    <a:pt x="10367" y="2843"/>
                    <a:pt x="10596" y="2075"/>
                  </a:cubicBezTo>
                  <a:cubicBezTo>
                    <a:pt x="10603" y="2049"/>
                    <a:pt x="10626" y="2034"/>
                    <a:pt x="10651" y="2034"/>
                  </a:cubicBezTo>
                  <a:close/>
                  <a:moveTo>
                    <a:pt x="15349" y="0"/>
                  </a:moveTo>
                  <a:lnTo>
                    <a:pt x="7936" y="2914"/>
                  </a:lnTo>
                  <a:cubicBezTo>
                    <a:pt x="7944" y="2935"/>
                    <a:pt x="7943" y="2963"/>
                    <a:pt x="7922" y="2979"/>
                  </a:cubicBezTo>
                  <a:cubicBezTo>
                    <a:pt x="6731" y="3904"/>
                    <a:pt x="4400" y="6337"/>
                    <a:pt x="2376" y="9066"/>
                  </a:cubicBezTo>
                  <a:cubicBezTo>
                    <a:pt x="2342" y="9115"/>
                    <a:pt x="2305" y="9162"/>
                    <a:pt x="2269" y="9207"/>
                  </a:cubicBezTo>
                  <a:cubicBezTo>
                    <a:pt x="2256" y="9223"/>
                    <a:pt x="2240" y="9231"/>
                    <a:pt x="2222" y="9231"/>
                  </a:cubicBezTo>
                  <a:cubicBezTo>
                    <a:pt x="2209" y="9231"/>
                    <a:pt x="2199" y="9228"/>
                    <a:pt x="2190" y="9222"/>
                  </a:cubicBezTo>
                  <a:cubicBezTo>
                    <a:pt x="2151" y="9275"/>
                    <a:pt x="2115" y="9327"/>
                    <a:pt x="2076" y="9377"/>
                  </a:cubicBezTo>
                  <a:cubicBezTo>
                    <a:pt x="2047" y="9418"/>
                    <a:pt x="2018" y="9457"/>
                    <a:pt x="1989" y="9497"/>
                  </a:cubicBezTo>
                  <a:cubicBezTo>
                    <a:pt x="1875" y="9656"/>
                    <a:pt x="1763" y="9813"/>
                    <a:pt x="1653" y="9970"/>
                  </a:cubicBezTo>
                  <a:cubicBezTo>
                    <a:pt x="1642" y="9987"/>
                    <a:pt x="1632" y="10001"/>
                    <a:pt x="1621" y="10017"/>
                  </a:cubicBezTo>
                  <a:cubicBezTo>
                    <a:pt x="1517" y="10165"/>
                    <a:pt x="1415" y="10316"/>
                    <a:pt x="1314" y="10466"/>
                  </a:cubicBezTo>
                  <a:cubicBezTo>
                    <a:pt x="1297" y="10494"/>
                    <a:pt x="1275" y="10523"/>
                    <a:pt x="1258" y="10551"/>
                  </a:cubicBezTo>
                  <a:cubicBezTo>
                    <a:pt x="1032" y="10888"/>
                    <a:pt x="814" y="11226"/>
                    <a:pt x="605" y="11565"/>
                  </a:cubicBezTo>
                  <a:cubicBezTo>
                    <a:pt x="600" y="11576"/>
                    <a:pt x="592" y="11588"/>
                    <a:pt x="585" y="11597"/>
                  </a:cubicBezTo>
                  <a:cubicBezTo>
                    <a:pt x="481" y="11768"/>
                    <a:pt x="378" y="11938"/>
                    <a:pt x="280" y="12108"/>
                  </a:cubicBezTo>
                  <a:cubicBezTo>
                    <a:pt x="279" y="12111"/>
                    <a:pt x="279" y="12113"/>
                    <a:pt x="277" y="12116"/>
                  </a:cubicBezTo>
                  <a:cubicBezTo>
                    <a:pt x="251" y="12161"/>
                    <a:pt x="224" y="12208"/>
                    <a:pt x="198" y="12252"/>
                  </a:cubicBezTo>
                  <a:cubicBezTo>
                    <a:pt x="131" y="12371"/>
                    <a:pt x="65" y="12487"/>
                    <a:pt x="0" y="12604"/>
                  </a:cubicBezTo>
                  <a:lnTo>
                    <a:pt x="2" y="12604"/>
                  </a:lnTo>
                  <a:cubicBezTo>
                    <a:pt x="344" y="12902"/>
                    <a:pt x="715" y="13169"/>
                    <a:pt x="1104" y="13404"/>
                  </a:cubicBezTo>
                  <a:cubicBezTo>
                    <a:pt x="2246" y="14093"/>
                    <a:pt x="3561" y="14503"/>
                    <a:pt x="4891" y="14573"/>
                  </a:cubicBezTo>
                  <a:cubicBezTo>
                    <a:pt x="5278" y="14176"/>
                    <a:pt x="5693" y="13787"/>
                    <a:pt x="6128" y="13404"/>
                  </a:cubicBezTo>
                  <a:cubicBezTo>
                    <a:pt x="6569" y="13016"/>
                    <a:pt x="7029" y="12631"/>
                    <a:pt x="7499" y="12252"/>
                  </a:cubicBezTo>
                  <a:cubicBezTo>
                    <a:pt x="9068" y="10986"/>
                    <a:pt x="10747" y="9766"/>
                    <a:pt x="12203" y="8526"/>
                  </a:cubicBezTo>
                  <a:cubicBezTo>
                    <a:pt x="12920" y="7917"/>
                    <a:pt x="13583" y="7301"/>
                    <a:pt x="14151" y="6674"/>
                  </a:cubicBezTo>
                  <a:cubicBezTo>
                    <a:pt x="14158" y="6666"/>
                    <a:pt x="14166" y="6658"/>
                    <a:pt x="14173" y="6651"/>
                  </a:cubicBezTo>
                  <a:cubicBezTo>
                    <a:pt x="14242" y="6572"/>
                    <a:pt x="14312" y="6496"/>
                    <a:pt x="14378" y="6416"/>
                  </a:cubicBezTo>
                  <a:cubicBezTo>
                    <a:pt x="14386" y="6408"/>
                    <a:pt x="14393" y="6400"/>
                    <a:pt x="14401" y="6392"/>
                  </a:cubicBezTo>
                  <a:cubicBezTo>
                    <a:pt x="14459" y="6322"/>
                    <a:pt x="14516" y="6254"/>
                    <a:pt x="14573" y="6185"/>
                  </a:cubicBezTo>
                  <a:cubicBezTo>
                    <a:pt x="14727" y="5995"/>
                    <a:pt x="14873" y="5804"/>
                    <a:pt x="15007" y="5611"/>
                  </a:cubicBezTo>
                  <a:lnTo>
                    <a:pt x="15032" y="5575"/>
                  </a:lnTo>
                  <a:cubicBezTo>
                    <a:pt x="15082" y="5502"/>
                    <a:pt x="15130" y="5431"/>
                    <a:pt x="15177" y="5358"/>
                  </a:cubicBezTo>
                  <a:cubicBezTo>
                    <a:pt x="15189" y="5339"/>
                    <a:pt x="15202" y="5321"/>
                    <a:pt x="15215" y="5300"/>
                  </a:cubicBezTo>
                  <a:cubicBezTo>
                    <a:pt x="15258" y="5233"/>
                    <a:pt x="15299" y="5165"/>
                    <a:pt x="15339" y="5097"/>
                  </a:cubicBezTo>
                  <a:cubicBezTo>
                    <a:pt x="15351" y="5078"/>
                    <a:pt x="15364" y="5057"/>
                    <a:pt x="15375" y="5034"/>
                  </a:cubicBezTo>
                  <a:cubicBezTo>
                    <a:pt x="15417" y="4961"/>
                    <a:pt x="15456" y="4888"/>
                    <a:pt x="15497" y="4815"/>
                  </a:cubicBezTo>
                  <a:cubicBezTo>
                    <a:pt x="15505" y="4801"/>
                    <a:pt x="15511" y="4789"/>
                    <a:pt x="15519" y="4775"/>
                  </a:cubicBezTo>
                  <a:cubicBezTo>
                    <a:pt x="15610" y="4601"/>
                    <a:pt x="15691" y="4425"/>
                    <a:pt x="15762" y="4248"/>
                  </a:cubicBezTo>
                  <a:cubicBezTo>
                    <a:pt x="15772" y="4224"/>
                    <a:pt x="15780" y="4201"/>
                    <a:pt x="15788" y="4177"/>
                  </a:cubicBezTo>
                  <a:cubicBezTo>
                    <a:pt x="15813" y="4115"/>
                    <a:pt x="15837" y="4050"/>
                    <a:pt x="15858" y="3987"/>
                  </a:cubicBezTo>
                  <a:cubicBezTo>
                    <a:pt x="15868" y="3956"/>
                    <a:pt x="15877" y="3929"/>
                    <a:pt x="15886" y="3898"/>
                  </a:cubicBezTo>
                  <a:cubicBezTo>
                    <a:pt x="15903" y="3839"/>
                    <a:pt x="15923" y="3781"/>
                    <a:pt x="15939" y="3720"/>
                  </a:cubicBezTo>
                  <a:cubicBezTo>
                    <a:pt x="15947" y="3689"/>
                    <a:pt x="15957" y="3656"/>
                    <a:pt x="15965" y="3626"/>
                  </a:cubicBezTo>
                  <a:cubicBezTo>
                    <a:pt x="15981" y="3566"/>
                    <a:pt x="15996" y="3502"/>
                    <a:pt x="16007" y="3442"/>
                  </a:cubicBezTo>
                  <a:cubicBezTo>
                    <a:pt x="16014" y="3413"/>
                    <a:pt x="16020" y="3386"/>
                    <a:pt x="16025" y="3358"/>
                  </a:cubicBezTo>
                  <a:cubicBezTo>
                    <a:pt x="16041" y="3269"/>
                    <a:pt x="16057" y="3183"/>
                    <a:pt x="16069" y="3094"/>
                  </a:cubicBezTo>
                  <a:cubicBezTo>
                    <a:pt x="16070" y="3078"/>
                    <a:pt x="16070" y="3063"/>
                    <a:pt x="16072" y="3047"/>
                  </a:cubicBezTo>
                  <a:cubicBezTo>
                    <a:pt x="16080" y="2974"/>
                    <a:pt x="16088" y="2900"/>
                    <a:pt x="16093" y="2823"/>
                  </a:cubicBezTo>
                  <a:cubicBezTo>
                    <a:pt x="16095" y="2788"/>
                    <a:pt x="16096" y="2750"/>
                    <a:pt x="16096" y="2716"/>
                  </a:cubicBezTo>
                  <a:cubicBezTo>
                    <a:pt x="16098" y="2661"/>
                    <a:pt x="16101" y="2608"/>
                    <a:pt x="16101" y="2553"/>
                  </a:cubicBezTo>
                  <a:cubicBezTo>
                    <a:pt x="16098" y="2517"/>
                    <a:pt x="16098" y="2477"/>
                    <a:pt x="16096" y="2436"/>
                  </a:cubicBezTo>
                  <a:cubicBezTo>
                    <a:pt x="16095" y="2384"/>
                    <a:pt x="16091" y="2334"/>
                    <a:pt x="16090" y="2282"/>
                  </a:cubicBezTo>
                  <a:cubicBezTo>
                    <a:pt x="16088" y="2238"/>
                    <a:pt x="16085" y="2196"/>
                    <a:pt x="16080" y="2152"/>
                  </a:cubicBezTo>
                  <a:cubicBezTo>
                    <a:pt x="16075" y="2101"/>
                    <a:pt x="16070" y="2050"/>
                    <a:pt x="16062" y="2000"/>
                  </a:cubicBezTo>
                  <a:cubicBezTo>
                    <a:pt x="16056" y="1955"/>
                    <a:pt x="16053" y="1913"/>
                    <a:pt x="16044" y="1869"/>
                  </a:cubicBezTo>
                  <a:cubicBezTo>
                    <a:pt x="16036" y="1814"/>
                    <a:pt x="16023" y="1759"/>
                    <a:pt x="16014" y="1702"/>
                  </a:cubicBezTo>
                  <a:cubicBezTo>
                    <a:pt x="15997" y="1622"/>
                    <a:pt x="15980" y="1545"/>
                    <a:pt x="15960" y="1464"/>
                  </a:cubicBezTo>
                  <a:cubicBezTo>
                    <a:pt x="15949" y="1417"/>
                    <a:pt x="15939" y="1368"/>
                    <a:pt x="15924" y="1321"/>
                  </a:cubicBezTo>
                  <a:cubicBezTo>
                    <a:pt x="15910" y="1269"/>
                    <a:pt x="15892" y="1216"/>
                    <a:pt x="15876" y="1164"/>
                  </a:cubicBezTo>
                  <a:cubicBezTo>
                    <a:pt x="15861" y="1120"/>
                    <a:pt x="15850" y="1078"/>
                    <a:pt x="15834" y="1037"/>
                  </a:cubicBezTo>
                  <a:cubicBezTo>
                    <a:pt x="15813" y="982"/>
                    <a:pt x="15793" y="926"/>
                    <a:pt x="15771" y="872"/>
                  </a:cubicBezTo>
                  <a:cubicBezTo>
                    <a:pt x="15754" y="833"/>
                    <a:pt x="15740" y="793"/>
                    <a:pt x="15722" y="752"/>
                  </a:cubicBezTo>
                  <a:cubicBezTo>
                    <a:pt x="15698" y="694"/>
                    <a:pt x="15673" y="634"/>
                    <a:pt x="15644" y="576"/>
                  </a:cubicBezTo>
                  <a:cubicBezTo>
                    <a:pt x="15628" y="541"/>
                    <a:pt x="15612" y="507"/>
                    <a:pt x="15595" y="470"/>
                  </a:cubicBezTo>
                  <a:cubicBezTo>
                    <a:pt x="15566" y="405"/>
                    <a:pt x="15536" y="342"/>
                    <a:pt x="15501" y="277"/>
                  </a:cubicBezTo>
                  <a:cubicBezTo>
                    <a:pt x="15495" y="266"/>
                    <a:pt x="15487" y="253"/>
                    <a:pt x="15480" y="242"/>
                  </a:cubicBezTo>
                  <a:cubicBezTo>
                    <a:pt x="15438" y="162"/>
                    <a:pt x="15396" y="83"/>
                    <a:pt x="15349" y="2"/>
                  </a:cubicBezTo>
                  <a:lnTo>
                    <a:pt x="15349"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2864176" y="2195886"/>
              <a:ext cx="201713" cy="79780"/>
            </a:xfrm>
            <a:custGeom>
              <a:rect b="b" l="l" r="r" t="t"/>
              <a:pathLst>
                <a:path extrusionOk="0" h="3350" w="8470">
                  <a:moveTo>
                    <a:pt x="7959" y="1"/>
                  </a:moveTo>
                  <a:lnTo>
                    <a:pt x="7369" y="236"/>
                  </a:lnTo>
                  <a:lnTo>
                    <a:pt x="2932" y="2009"/>
                  </a:lnTo>
                  <a:lnTo>
                    <a:pt x="2751" y="2080"/>
                  </a:lnTo>
                  <a:lnTo>
                    <a:pt x="2042" y="2364"/>
                  </a:lnTo>
                  <a:lnTo>
                    <a:pt x="892" y="2822"/>
                  </a:lnTo>
                  <a:lnTo>
                    <a:pt x="480" y="2986"/>
                  </a:lnTo>
                  <a:lnTo>
                    <a:pt x="4" y="3177"/>
                  </a:lnTo>
                  <a:lnTo>
                    <a:pt x="0" y="3179"/>
                  </a:lnTo>
                  <a:cubicBezTo>
                    <a:pt x="33" y="3236"/>
                    <a:pt x="67" y="3294"/>
                    <a:pt x="106" y="3349"/>
                  </a:cubicBezTo>
                  <a:lnTo>
                    <a:pt x="585" y="3220"/>
                  </a:lnTo>
                  <a:lnTo>
                    <a:pt x="718" y="3185"/>
                  </a:lnTo>
                  <a:lnTo>
                    <a:pt x="2316" y="2766"/>
                  </a:lnTo>
                  <a:lnTo>
                    <a:pt x="3122" y="2555"/>
                  </a:lnTo>
                  <a:lnTo>
                    <a:pt x="3310" y="2505"/>
                  </a:lnTo>
                  <a:lnTo>
                    <a:pt x="3640" y="2417"/>
                  </a:lnTo>
                  <a:lnTo>
                    <a:pt x="4264" y="2254"/>
                  </a:lnTo>
                  <a:lnTo>
                    <a:pt x="4391" y="2221"/>
                  </a:lnTo>
                  <a:lnTo>
                    <a:pt x="4935" y="2077"/>
                  </a:lnTo>
                  <a:lnTo>
                    <a:pt x="7483" y="1409"/>
                  </a:lnTo>
                  <a:lnTo>
                    <a:pt x="8470" y="1150"/>
                  </a:lnTo>
                  <a:cubicBezTo>
                    <a:pt x="8462" y="1129"/>
                    <a:pt x="8452" y="1103"/>
                    <a:pt x="8445" y="1084"/>
                  </a:cubicBezTo>
                  <a:cubicBezTo>
                    <a:pt x="8429" y="1038"/>
                    <a:pt x="8413" y="991"/>
                    <a:pt x="8395" y="946"/>
                  </a:cubicBezTo>
                  <a:lnTo>
                    <a:pt x="8371" y="884"/>
                  </a:lnTo>
                  <a:cubicBezTo>
                    <a:pt x="8342" y="811"/>
                    <a:pt x="8309" y="733"/>
                    <a:pt x="8275" y="657"/>
                  </a:cubicBezTo>
                  <a:cubicBezTo>
                    <a:pt x="8267" y="639"/>
                    <a:pt x="8259" y="618"/>
                    <a:pt x="8251" y="601"/>
                  </a:cubicBezTo>
                  <a:cubicBezTo>
                    <a:pt x="8219" y="526"/>
                    <a:pt x="8183" y="447"/>
                    <a:pt x="8144" y="367"/>
                  </a:cubicBezTo>
                  <a:cubicBezTo>
                    <a:pt x="8129" y="338"/>
                    <a:pt x="8113" y="306"/>
                    <a:pt x="8099" y="273"/>
                  </a:cubicBezTo>
                  <a:cubicBezTo>
                    <a:pt x="8066" y="204"/>
                    <a:pt x="8031" y="135"/>
                    <a:pt x="7993" y="64"/>
                  </a:cubicBezTo>
                  <a:cubicBezTo>
                    <a:pt x="7984" y="41"/>
                    <a:pt x="7974" y="24"/>
                    <a:pt x="796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3"/>
          <p:cNvSpPr/>
          <p:nvPr/>
        </p:nvSpPr>
        <p:spPr>
          <a:xfrm>
            <a:off x="6164075" y="4800163"/>
            <a:ext cx="1254539" cy="375521"/>
          </a:xfrm>
          <a:custGeom>
            <a:rect b="b" l="l" r="r" t="t"/>
            <a:pathLst>
              <a:path extrusionOk="0" h="12063" w="40300">
                <a:moveTo>
                  <a:pt x="27706" y="0"/>
                </a:moveTo>
                <a:cubicBezTo>
                  <a:pt x="23654" y="0"/>
                  <a:pt x="14762" y="5943"/>
                  <a:pt x="13021" y="7713"/>
                </a:cubicBezTo>
                <a:cubicBezTo>
                  <a:pt x="13946" y="6100"/>
                  <a:pt x="20207" y="708"/>
                  <a:pt x="16043" y="653"/>
                </a:cubicBezTo>
                <a:cubicBezTo>
                  <a:pt x="15995" y="653"/>
                  <a:pt x="15948" y="652"/>
                  <a:pt x="15901" y="652"/>
                </a:cubicBezTo>
                <a:cubicBezTo>
                  <a:pt x="9311" y="652"/>
                  <a:pt x="3790" y="6770"/>
                  <a:pt x="0" y="12062"/>
                </a:cubicBezTo>
                <a:lnTo>
                  <a:pt x="35993" y="11165"/>
                </a:lnTo>
                <a:cubicBezTo>
                  <a:pt x="37152" y="10473"/>
                  <a:pt x="38218" y="9583"/>
                  <a:pt x="38998" y="8479"/>
                </a:cubicBezTo>
                <a:cubicBezTo>
                  <a:pt x="40299" y="6633"/>
                  <a:pt x="39077" y="6045"/>
                  <a:pt x="37285" y="6045"/>
                </a:cubicBezTo>
                <a:cubicBezTo>
                  <a:pt x="35351" y="6045"/>
                  <a:pt x="32754" y="6729"/>
                  <a:pt x="31943" y="7257"/>
                </a:cubicBezTo>
                <a:cubicBezTo>
                  <a:pt x="32285" y="6333"/>
                  <a:pt x="33556" y="6188"/>
                  <a:pt x="34005" y="5363"/>
                </a:cubicBezTo>
                <a:cubicBezTo>
                  <a:pt x="34526" y="4402"/>
                  <a:pt x="34146" y="4039"/>
                  <a:pt x="33280" y="4039"/>
                </a:cubicBezTo>
                <a:cubicBezTo>
                  <a:pt x="30813" y="4039"/>
                  <a:pt x="24400" y="6978"/>
                  <a:pt x="23568" y="7442"/>
                </a:cubicBezTo>
                <a:cubicBezTo>
                  <a:pt x="24997" y="5826"/>
                  <a:pt x="30311" y="3152"/>
                  <a:pt x="29598" y="1094"/>
                </a:cubicBezTo>
                <a:cubicBezTo>
                  <a:pt x="29331" y="322"/>
                  <a:pt x="28650" y="0"/>
                  <a:pt x="27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7898541" y="4691892"/>
            <a:ext cx="1397208" cy="490547"/>
          </a:xfrm>
          <a:custGeom>
            <a:rect b="b" l="l" r="r" t="t"/>
            <a:pathLst>
              <a:path extrusionOk="0" h="15758" w="44883">
                <a:moveTo>
                  <a:pt x="41354" y="0"/>
                </a:moveTo>
                <a:cubicBezTo>
                  <a:pt x="37501" y="0"/>
                  <a:pt x="32129" y="5393"/>
                  <a:pt x="30102" y="7778"/>
                </a:cubicBezTo>
                <a:cubicBezTo>
                  <a:pt x="30635" y="6092"/>
                  <a:pt x="33570" y="4066"/>
                  <a:pt x="31862" y="2462"/>
                </a:cubicBezTo>
                <a:cubicBezTo>
                  <a:pt x="31405" y="2033"/>
                  <a:pt x="30817" y="1847"/>
                  <a:pt x="30143" y="1847"/>
                </a:cubicBezTo>
                <a:cubicBezTo>
                  <a:pt x="27364" y="1847"/>
                  <a:pt x="23141" y="5014"/>
                  <a:pt x="20792" y="7324"/>
                </a:cubicBezTo>
                <a:cubicBezTo>
                  <a:pt x="21620" y="6078"/>
                  <a:pt x="21993" y="4528"/>
                  <a:pt x="20547" y="3899"/>
                </a:cubicBezTo>
                <a:cubicBezTo>
                  <a:pt x="20218" y="3757"/>
                  <a:pt x="19856" y="3692"/>
                  <a:pt x="19469" y="3692"/>
                </a:cubicBezTo>
                <a:cubicBezTo>
                  <a:pt x="16686" y="3692"/>
                  <a:pt x="12603" y="7059"/>
                  <a:pt x="10350" y="9286"/>
                </a:cubicBezTo>
                <a:cubicBezTo>
                  <a:pt x="11006" y="8206"/>
                  <a:pt x="11014" y="6740"/>
                  <a:pt x="9656" y="6740"/>
                </a:cubicBezTo>
                <a:cubicBezTo>
                  <a:pt x="9526" y="6740"/>
                  <a:pt x="9383" y="6754"/>
                  <a:pt x="9227" y="6783"/>
                </a:cubicBezTo>
                <a:cubicBezTo>
                  <a:pt x="5151" y="7534"/>
                  <a:pt x="2107" y="11385"/>
                  <a:pt x="0" y="14874"/>
                </a:cubicBezTo>
                <a:lnTo>
                  <a:pt x="43597" y="15758"/>
                </a:lnTo>
                <a:lnTo>
                  <a:pt x="43597" y="5552"/>
                </a:lnTo>
                <a:cubicBezTo>
                  <a:pt x="44212" y="4066"/>
                  <a:pt x="44882" y="1961"/>
                  <a:pt x="43519" y="778"/>
                </a:cubicBezTo>
                <a:cubicBezTo>
                  <a:pt x="42893" y="234"/>
                  <a:pt x="42156" y="0"/>
                  <a:pt x="4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931780" y="1062486"/>
            <a:ext cx="948743" cy="171098"/>
          </a:xfrm>
          <a:custGeom>
            <a:rect b="b" l="l" r="r" t="t"/>
            <a:pathLst>
              <a:path extrusionOk="0" h="3332" w="18476">
                <a:moveTo>
                  <a:pt x="11815" y="1"/>
                </a:moveTo>
                <a:cubicBezTo>
                  <a:pt x="10500" y="1"/>
                  <a:pt x="9379" y="1567"/>
                  <a:pt x="8068" y="1567"/>
                </a:cubicBezTo>
                <a:cubicBezTo>
                  <a:pt x="7964" y="1567"/>
                  <a:pt x="7857" y="1557"/>
                  <a:pt x="7750" y="1536"/>
                </a:cubicBezTo>
                <a:cubicBezTo>
                  <a:pt x="7087" y="1402"/>
                  <a:pt x="6515" y="830"/>
                  <a:pt x="5859" y="830"/>
                </a:cubicBezTo>
                <a:cubicBezTo>
                  <a:pt x="5808" y="830"/>
                  <a:pt x="5757" y="833"/>
                  <a:pt x="5705" y="841"/>
                </a:cubicBezTo>
                <a:cubicBezTo>
                  <a:pt x="5082" y="930"/>
                  <a:pt x="4680" y="1545"/>
                  <a:pt x="4113" y="1816"/>
                </a:cubicBezTo>
                <a:cubicBezTo>
                  <a:pt x="3840" y="1945"/>
                  <a:pt x="3540" y="1988"/>
                  <a:pt x="3236" y="1988"/>
                </a:cubicBezTo>
                <a:cubicBezTo>
                  <a:pt x="2992" y="1988"/>
                  <a:pt x="2744" y="1960"/>
                  <a:pt x="2504" y="1926"/>
                </a:cubicBezTo>
                <a:cubicBezTo>
                  <a:pt x="2178" y="1882"/>
                  <a:pt x="1845" y="1831"/>
                  <a:pt x="1517" y="1831"/>
                </a:cubicBezTo>
                <a:cubicBezTo>
                  <a:pt x="1301" y="1831"/>
                  <a:pt x="1087" y="1854"/>
                  <a:pt x="878" y="1915"/>
                </a:cubicBezTo>
                <a:cubicBezTo>
                  <a:pt x="355" y="2072"/>
                  <a:pt x="0" y="2790"/>
                  <a:pt x="79" y="3331"/>
                </a:cubicBezTo>
                <a:lnTo>
                  <a:pt x="18279" y="3331"/>
                </a:lnTo>
                <a:cubicBezTo>
                  <a:pt x="18475" y="2931"/>
                  <a:pt x="18072" y="2312"/>
                  <a:pt x="17676" y="2111"/>
                </a:cubicBezTo>
                <a:cubicBezTo>
                  <a:pt x="17438" y="1990"/>
                  <a:pt x="17173" y="1951"/>
                  <a:pt x="16905" y="1951"/>
                </a:cubicBezTo>
                <a:cubicBezTo>
                  <a:pt x="16726" y="1951"/>
                  <a:pt x="16546" y="1968"/>
                  <a:pt x="16370" y="1991"/>
                </a:cubicBezTo>
                <a:cubicBezTo>
                  <a:pt x="16081" y="2028"/>
                  <a:pt x="15786" y="2078"/>
                  <a:pt x="15496" y="2078"/>
                </a:cubicBezTo>
                <a:cubicBezTo>
                  <a:pt x="15345" y="2078"/>
                  <a:pt x="15194" y="2064"/>
                  <a:pt x="15046" y="2028"/>
                </a:cubicBezTo>
                <a:cubicBezTo>
                  <a:pt x="13878" y="1748"/>
                  <a:pt x="13296" y="252"/>
                  <a:pt x="12116" y="29"/>
                </a:cubicBezTo>
                <a:cubicBezTo>
                  <a:pt x="12014" y="9"/>
                  <a:pt x="11914" y="1"/>
                  <a:pt x="11815"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5864515" y="2945613"/>
            <a:ext cx="728811" cy="160571"/>
          </a:xfrm>
          <a:custGeom>
            <a:rect b="b" l="l" r="r" t="t"/>
            <a:pathLst>
              <a:path extrusionOk="0" h="3127" w="14193">
                <a:moveTo>
                  <a:pt x="6692" y="1"/>
                </a:moveTo>
                <a:cubicBezTo>
                  <a:pt x="6612" y="1"/>
                  <a:pt x="6531" y="6"/>
                  <a:pt x="6449" y="19"/>
                </a:cubicBezTo>
                <a:cubicBezTo>
                  <a:pt x="5332" y="186"/>
                  <a:pt x="4700" y="1469"/>
                  <a:pt x="3624" y="1814"/>
                </a:cubicBezTo>
                <a:cubicBezTo>
                  <a:pt x="3393" y="1888"/>
                  <a:pt x="3156" y="1914"/>
                  <a:pt x="2916" y="1914"/>
                </a:cubicBezTo>
                <a:cubicBezTo>
                  <a:pt x="2372" y="1914"/>
                  <a:pt x="1812" y="1781"/>
                  <a:pt x="1263" y="1772"/>
                </a:cubicBezTo>
                <a:cubicBezTo>
                  <a:pt x="1254" y="1772"/>
                  <a:pt x="1246" y="1772"/>
                  <a:pt x="1237" y="1772"/>
                </a:cubicBezTo>
                <a:cubicBezTo>
                  <a:pt x="459" y="1772"/>
                  <a:pt x="1" y="2343"/>
                  <a:pt x="39" y="3127"/>
                </a:cubicBezTo>
                <a:lnTo>
                  <a:pt x="14063" y="3127"/>
                </a:lnTo>
                <a:cubicBezTo>
                  <a:pt x="14193" y="2611"/>
                  <a:pt x="13291" y="1847"/>
                  <a:pt x="12734" y="1847"/>
                </a:cubicBezTo>
                <a:cubicBezTo>
                  <a:pt x="12714" y="1847"/>
                  <a:pt x="12695" y="1848"/>
                  <a:pt x="12676" y="1850"/>
                </a:cubicBezTo>
                <a:cubicBezTo>
                  <a:pt x="12126" y="1910"/>
                  <a:pt x="11629" y="2223"/>
                  <a:pt x="11078" y="2260"/>
                </a:cubicBezTo>
                <a:cubicBezTo>
                  <a:pt x="11038" y="2263"/>
                  <a:pt x="10998" y="2264"/>
                  <a:pt x="10959" y="2264"/>
                </a:cubicBezTo>
                <a:cubicBezTo>
                  <a:pt x="9344" y="2264"/>
                  <a:pt x="8265" y="1"/>
                  <a:pt x="669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txBox="1"/>
          <p:nvPr>
            <p:ph type="title"/>
          </p:nvPr>
        </p:nvSpPr>
        <p:spPr>
          <a:xfrm>
            <a:off x="720000" y="2114828"/>
            <a:ext cx="4572000" cy="91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88" name="Google Shape;1688;p3"/>
          <p:cNvSpPr txBox="1"/>
          <p:nvPr>
            <p:ph hasCustomPrompt="1" idx="2" type="title"/>
          </p:nvPr>
        </p:nvSpPr>
        <p:spPr>
          <a:xfrm>
            <a:off x="720000" y="1200428"/>
            <a:ext cx="1463100" cy="91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4"/>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89" name="Google Shape;1689;p3"/>
          <p:cNvSpPr txBox="1"/>
          <p:nvPr>
            <p:ph idx="1" type="subTitle"/>
          </p:nvPr>
        </p:nvSpPr>
        <p:spPr>
          <a:xfrm>
            <a:off x="720000" y="3029228"/>
            <a:ext cx="4572000" cy="3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90" name="Shape 1690"/>
        <p:cNvGrpSpPr/>
        <p:nvPr/>
      </p:nvGrpSpPr>
      <p:grpSpPr>
        <a:xfrm>
          <a:off x="0" y="0"/>
          <a:ext cx="0" cy="0"/>
          <a:chOff x="0" y="0"/>
          <a:chExt cx="0" cy="0"/>
        </a:xfrm>
      </p:grpSpPr>
      <p:sp>
        <p:nvSpPr>
          <p:cNvPr id="1691" name="Google Shape;1691;p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2" name="Google Shape;1692;p4"/>
          <p:cNvSpPr txBox="1"/>
          <p:nvPr>
            <p:ph idx="1" type="body"/>
          </p:nvPr>
        </p:nvSpPr>
        <p:spPr>
          <a:xfrm>
            <a:off x="720000" y="1152475"/>
            <a:ext cx="7704000" cy="1097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rial"/>
              <a:buChar char="●"/>
              <a:defRPr sz="1250"/>
            </a:lvl1pPr>
            <a:lvl2pPr indent="-317500" lvl="1" marL="914400" rtl="0">
              <a:lnSpc>
                <a:spcPct val="115000"/>
              </a:lnSpc>
              <a:spcBef>
                <a:spcPts val="0"/>
              </a:spcBef>
              <a:spcAft>
                <a:spcPts val="0"/>
              </a:spcAft>
              <a:buSzPts val="1400"/>
              <a:buFont typeface="Arial"/>
              <a:buChar char="○"/>
              <a:defRPr/>
            </a:lvl2pPr>
            <a:lvl3pPr indent="-317500" lvl="2" marL="1371600" rtl="0">
              <a:lnSpc>
                <a:spcPct val="115000"/>
              </a:lnSpc>
              <a:spcBef>
                <a:spcPts val="0"/>
              </a:spcBef>
              <a:spcAft>
                <a:spcPts val="0"/>
              </a:spcAft>
              <a:buSzPts val="1400"/>
              <a:buFont typeface="Arial"/>
              <a:buChar char="■"/>
              <a:defRPr/>
            </a:lvl3pPr>
            <a:lvl4pPr indent="-317500" lvl="3" marL="1828800" rtl="0">
              <a:lnSpc>
                <a:spcPct val="115000"/>
              </a:lnSpc>
              <a:spcBef>
                <a:spcPts val="0"/>
              </a:spcBef>
              <a:spcAft>
                <a:spcPts val="0"/>
              </a:spcAft>
              <a:buSzPts val="1400"/>
              <a:buFont typeface="Arial"/>
              <a:buChar char="●"/>
              <a:defRPr/>
            </a:lvl4pPr>
            <a:lvl5pPr indent="-317500" lvl="4" marL="2286000" rtl="0">
              <a:lnSpc>
                <a:spcPct val="115000"/>
              </a:lnSpc>
              <a:spcBef>
                <a:spcPts val="0"/>
              </a:spcBef>
              <a:spcAft>
                <a:spcPts val="0"/>
              </a:spcAft>
              <a:buSzPts val="1400"/>
              <a:buFont typeface="Arial"/>
              <a:buChar char="○"/>
              <a:defRPr/>
            </a:lvl5pPr>
            <a:lvl6pPr indent="-317500" lvl="5" marL="2743200" rtl="0">
              <a:lnSpc>
                <a:spcPct val="115000"/>
              </a:lnSpc>
              <a:spcBef>
                <a:spcPts val="0"/>
              </a:spcBef>
              <a:spcAft>
                <a:spcPts val="0"/>
              </a:spcAft>
              <a:buSzPts val="1400"/>
              <a:buFont typeface="Arial"/>
              <a:buChar char="■"/>
              <a:defRPr/>
            </a:lvl6pPr>
            <a:lvl7pPr indent="-317500" lvl="6" marL="3200400" rtl="0">
              <a:lnSpc>
                <a:spcPct val="115000"/>
              </a:lnSpc>
              <a:spcBef>
                <a:spcPts val="0"/>
              </a:spcBef>
              <a:spcAft>
                <a:spcPts val="0"/>
              </a:spcAft>
              <a:buSzPts val="1400"/>
              <a:buFont typeface="Arial"/>
              <a:buChar char="●"/>
              <a:defRPr/>
            </a:lvl7pPr>
            <a:lvl8pPr indent="-317500" lvl="7" marL="3657600" rtl="0">
              <a:lnSpc>
                <a:spcPct val="115000"/>
              </a:lnSpc>
              <a:spcBef>
                <a:spcPts val="0"/>
              </a:spcBef>
              <a:spcAft>
                <a:spcPts val="0"/>
              </a:spcAft>
              <a:buSzPts val="1400"/>
              <a:buFont typeface="Arial"/>
              <a:buChar char="○"/>
              <a:defRPr/>
            </a:lvl8pPr>
            <a:lvl9pPr indent="-317500" lvl="8" marL="4114800" rtl="0">
              <a:lnSpc>
                <a:spcPct val="115000"/>
              </a:lnSpc>
              <a:spcBef>
                <a:spcPts val="0"/>
              </a:spcBef>
              <a:spcAft>
                <a:spcPts val="0"/>
              </a:spcAft>
              <a:buSzPts val="1400"/>
              <a:buFont typeface="Arial"/>
              <a:buChar char="■"/>
              <a:defRPr/>
            </a:lvl9pPr>
          </a:lstStyle>
          <a:p/>
        </p:txBody>
      </p:sp>
      <p:grpSp>
        <p:nvGrpSpPr>
          <p:cNvPr id="1693" name="Google Shape;1693;p4"/>
          <p:cNvGrpSpPr/>
          <p:nvPr/>
        </p:nvGrpSpPr>
        <p:grpSpPr>
          <a:xfrm flipH="1">
            <a:off x="8310579" y="183377"/>
            <a:ext cx="684032" cy="697236"/>
            <a:chOff x="121063" y="211715"/>
            <a:chExt cx="684032" cy="697236"/>
          </a:xfrm>
        </p:grpSpPr>
        <p:grpSp>
          <p:nvGrpSpPr>
            <p:cNvPr id="1694" name="Google Shape;1694;p4"/>
            <p:cNvGrpSpPr/>
            <p:nvPr/>
          </p:nvGrpSpPr>
          <p:grpSpPr>
            <a:xfrm flipH="1">
              <a:off x="482506" y="211715"/>
              <a:ext cx="322588" cy="124262"/>
              <a:chOff x="2449294" y="636165"/>
              <a:chExt cx="322588" cy="124262"/>
            </a:xfrm>
          </p:grpSpPr>
          <p:sp>
            <p:nvSpPr>
              <p:cNvPr id="1695" name="Google Shape;1695;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
            <p:cNvGrpSpPr/>
            <p:nvPr/>
          </p:nvGrpSpPr>
          <p:grpSpPr>
            <a:xfrm>
              <a:off x="121063" y="377859"/>
              <a:ext cx="470985" cy="455906"/>
              <a:chOff x="1490538" y="753834"/>
              <a:chExt cx="470985" cy="455906"/>
            </a:xfrm>
          </p:grpSpPr>
          <p:sp>
            <p:nvSpPr>
              <p:cNvPr id="1705" name="Google Shape;1705;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 name="Google Shape;1715;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
          <p:cNvGrpSpPr/>
          <p:nvPr/>
        </p:nvGrpSpPr>
        <p:grpSpPr>
          <a:xfrm flipH="1" rot="10800000">
            <a:off x="149379" y="4254877"/>
            <a:ext cx="684032" cy="697236"/>
            <a:chOff x="121063" y="211715"/>
            <a:chExt cx="684032" cy="697236"/>
          </a:xfrm>
        </p:grpSpPr>
        <p:grpSp>
          <p:nvGrpSpPr>
            <p:cNvPr id="1719" name="Google Shape;1719;p4"/>
            <p:cNvGrpSpPr/>
            <p:nvPr/>
          </p:nvGrpSpPr>
          <p:grpSpPr>
            <a:xfrm flipH="1">
              <a:off x="482506" y="211715"/>
              <a:ext cx="322588" cy="124262"/>
              <a:chOff x="2449294" y="636165"/>
              <a:chExt cx="322588" cy="124262"/>
            </a:xfrm>
          </p:grpSpPr>
          <p:sp>
            <p:nvSpPr>
              <p:cNvPr id="1720" name="Google Shape;1720;p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
            <p:cNvGrpSpPr/>
            <p:nvPr/>
          </p:nvGrpSpPr>
          <p:grpSpPr>
            <a:xfrm>
              <a:off x="121063" y="377859"/>
              <a:ext cx="470985" cy="455906"/>
              <a:chOff x="1490538" y="753834"/>
              <a:chExt cx="470985" cy="455906"/>
            </a:xfrm>
          </p:grpSpPr>
          <p:sp>
            <p:nvSpPr>
              <p:cNvPr id="1730" name="Google Shape;1730;p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43" name="Shape 1743"/>
        <p:cNvGrpSpPr/>
        <p:nvPr/>
      </p:nvGrpSpPr>
      <p:grpSpPr>
        <a:xfrm>
          <a:off x="0" y="0"/>
          <a:ext cx="0" cy="0"/>
          <a:chOff x="0" y="0"/>
          <a:chExt cx="0" cy="0"/>
        </a:xfrm>
      </p:grpSpPr>
      <p:sp>
        <p:nvSpPr>
          <p:cNvPr id="1744" name="Google Shape;1744;p5"/>
          <p:cNvSpPr txBox="1"/>
          <p:nvPr>
            <p:ph idx="1" type="subTitle"/>
          </p:nvPr>
        </p:nvSpPr>
        <p:spPr>
          <a:xfrm>
            <a:off x="1372963"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5" name="Google Shape;1745;p5"/>
          <p:cNvSpPr txBox="1"/>
          <p:nvPr>
            <p:ph idx="2" type="subTitle"/>
          </p:nvPr>
        </p:nvSpPr>
        <p:spPr>
          <a:xfrm>
            <a:off x="5027838" y="2952750"/>
            <a:ext cx="27432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6" name="Google Shape;1746;p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7" name="Google Shape;1747;p5"/>
          <p:cNvSpPr txBox="1"/>
          <p:nvPr>
            <p:ph idx="3" type="title"/>
          </p:nvPr>
        </p:nvSpPr>
        <p:spPr>
          <a:xfrm>
            <a:off x="1372963"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48" name="Google Shape;1748;p5"/>
          <p:cNvSpPr txBox="1"/>
          <p:nvPr>
            <p:ph idx="4" type="title"/>
          </p:nvPr>
        </p:nvSpPr>
        <p:spPr>
          <a:xfrm>
            <a:off x="5027838" y="2571750"/>
            <a:ext cx="27432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5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1749" name="Google Shape;1749;p5"/>
          <p:cNvGrpSpPr/>
          <p:nvPr/>
        </p:nvGrpSpPr>
        <p:grpSpPr>
          <a:xfrm>
            <a:off x="149379" y="183377"/>
            <a:ext cx="684032" cy="697236"/>
            <a:chOff x="121063" y="211715"/>
            <a:chExt cx="684032" cy="697236"/>
          </a:xfrm>
        </p:grpSpPr>
        <p:grpSp>
          <p:nvGrpSpPr>
            <p:cNvPr id="1750" name="Google Shape;1750;p5"/>
            <p:cNvGrpSpPr/>
            <p:nvPr/>
          </p:nvGrpSpPr>
          <p:grpSpPr>
            <a:xfrm flipH="1">
              <a:off x="482506" y="211715"/>
              <a:ext cx="322588" cy="124262"/>
              <a:chOff x="2449294" y="636165"/>
              <a:chExt cx="322588" cy="124262"/>
            </a:xfrm>
          </p:grpSpPr>
          <p:sp>
            <p:nvSpPr>
              <p:cNvPr id="1751" name="Google Shape;1751;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
            <p:cNvGrpSpPr/>
            <p:nvPr/>
          </p:nvGrpSpPr>
          <p:grpSpPr>
            <a:xfrm>
              <a:off x="121063" y="377859"/>
              <a:ext cx="470985" cy="455906"/>
              <a:chOff x="1490538" y="753834"/>
              <a:chExt cx="470985" cy="455906"/>
            </a:xfrm>
          </p:grpSpPr>
          <p:sp>
            <p:nvSpPr>
              <p:cNvPr id="1761" name="Google Shape;1761;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rot="10800000">
            <a:off x="8310579" y="4254877"/>
            <a:ext cx="684032" cy="697236"/>
            <a:chOff x="121063" y="211715"/>
            <a:chExt cx="684032" cy="697236"/>
          </a:xfrm>
        </p:grpSpPr>
        <p:grpSp>
          <p:nvGrpSpPr>
            <p:cNvPr id="1775" name="Google Shape;1775;p5"/>
            <p:cNvGrpSpPr/>
            <p:nvPr/>
          </p:nvGrpSpPr>
          <p:grpSpPr>
            <a:xfrm flipH="1">
              <a:off x="482506" y="211715"/>
              <a:ext cx="322588" cy="124262"/>
              <a:chOff x="2449294" y="636165"/>
              <a:chExt cx="322588" cy="124262"/>
            </a:xfrm>
          </p:grpSpPr>
          <p:sp>
            <p:nvSpPr>
              <p:cNvPr id="1776" name="Google Shape;1776;p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
            <p:cNvGrpSpPr/>
            <p:nvPr/>
          </p:nvGrpSpPr>
          <p:grpSpPr>
            <a:xfrm>
              <a:off x="121063" y="377859"/>
              <a:ext cx="470985" cy="455906"/>
              <a:chOff x="1490538" y="753834"/>
              <a:chExt cx="470985" cy="455906"/>
            </a:xfrm>
          </p:grpSpPr>
          <p:sp>
            <p:nvSpPr>
              <p:cNvPr id="1786" name="Google Shape;1786;p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99" name="Shape 1799"/>
        <p:cNvGrpSpPr/>
        <p:nvPr/>
      </p:nvGrpSpPr>
      <p:grpSpPr>
        <a:xfrm>
          <a:off x="0" y="0"/>
          <a:ext cx="0" cy="0"/>
          <a:chOff x="0" y="0"/>
          <a:chExt cx="0" cy="0"/>
        </a:xfrm>
      </p:grpSpPr>
      <p:sp>
        <p:nvSpPr>
          <p:cNvPr id="1800" name="Google Shape;1800;p6"/>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1" name="Google Shape;1801;p6"/>
          <p:cNvGrpSpPr/>
          <p:nvPr/>
        </p:nvGrpSpPr>
        <p:grpSpPr>
          <a:xfrm>
            <a:off x="149379" y="183377"/>
            <a:ext cx="684032" cy="697236"/>
            <a:chOff x="121063" y="211715"/>
            <a:chExt cx="684032" cy="697236"/>
          </a:xfrm>
        </p:grpSpPr>
        <p:grpSp>
          <p:nvGrpSpPr>
            <p:cNvPr id="1802" name="Google Shape;1802;p6"/>
            <p:cNvGrpSpPr/>
            <p:nvPr/>
          </p:nvGrpSpPr>
          <p:grpSpPr>
            <a:xfrm flipH="1">
              <a:off x="482506" y="211715"/>
              <a:ext cx="322588" cy="124262"/>
              <a:chOff x="2449294" y="636165"/>
              <a:chExt cx="322588" cy="124262"/>
            </a:xfrm>
          </p:grpSpPr>
          <p:sp>
            <p:nvSpPr>
              <p:cNvPr id="1803" name="Google Shape;1803;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
            <p:cNvGrpSpPr/>
            <p:nvPr/>
          </p:nvGrpSpPr>
          <p:grpSpPr>
            <a:xfrm>
              <a:off x="121063" y="377859"/>
              <a:ext cx="470985" cy="455906"/>
              <a:chOff x="1490538" y="753834"/>
              <a:chExt cx="470985" cy="455906"/>
            </a:xfrm>
          </p:grpSpPr>
          <p:sp>
            <p:nvSpPr>
              <p:cNvPr id="1813" name="Google Shape;1813;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6"/>
          <p:cNvGrpSpPr/>
          <p:nvPr/>
        </p:nvGrpSpPr>
        <p:grpSpPr>
          <a:xfrm rot="10800000">
            <a:off x="8310579" y="4254877"/>
            <a:ext cx="684032" cy="697236"/>
            <a:chOff x="121063" y="211715"/>
            <a:chExt cx="684032" cy="697236"/>
          </a:xfrm>
        </p:grpSpPr>
        <p:grpSp>
          <p:nvGrpSpPr>
            <p:cNvPr id="1827" name="Google Shape;1827;p6"/>
            <p:cNvGrpSpPr/>
            <p:nvPr/>
          </p:nvGrpSpPr>
          <p:grpSpPr>
            <a:xfrm flipH="1">
              <a:off x="482506" y="211715"/>
              <a:ext cx="322588" cy="124262"/>
              <a:chOff x="2449294" y="636165"/>
              <a:chExt cx="322588" cy="124262"/>
            </a:xfrm>
          </p:grpSpPr>
          <p:sp>
            <p:nvSpPr>
              <p:cNvPr id="1828" name="Google Shape;1828;p6"/>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
            <p:cNvGrpSpPr/>
            <p:nvPr/>
          </p:nvGrpSpPr>
          <p:grpSpPr>
            <a:xfrm>
              <a:off x="121063" y="377859"/>
              <a:ext cx="470985" cy="455906"/>
              <a:chOff x="1490538" y="753834"/>
              <a:chExt cx="470985" cy="455906"/>
            </a:xfrm>
          </p:grpSpPr>
          <p:sp>
            <p:nvSpPr>
              <p:cNvPr id="1838" name="Google Shape;1838;p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6"/>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851" name="Shape 1851"/>
        <p:cNvGrpSpPr/>
        <p:nvPr/>
      </p:nvGrpSpPr>
      <p:grpSpPr>
        <a:xfrm>
          <a:off x="0" y="0"/>
          <a:ext cx="0" cy="0"/>
          <a:chOff x="0" y="0"/>
          <a:chExt cx="0" cy="0"/>
        </a:xfrm>
      </p:grpSpPr>
      <p:sp>
        <p:nvSpPr>
          <p:cNvPr id="1852" name="Google Shape;1852;p7"/>
          <p:cNvSpPr txBox="1"/>
          <p:nvPr>
            <p:ph type="title"/>
          </p:nvPr>
        </p:nvSpPr>
        <p:spPr>
          <a:xfrm>
            <a:off x="720000" y="868516"/>
            <a:ext cx="3657600" cy="119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3" name="Google Shape;1853;p7"/>
          <p:cNvSpPr txBox="1"/>
          <p:nvPr>
            <p:ph idx="1" type="body"/>
          </p:nvPr>
        </p:nvSpPr>
        <p:spPr>
          <a:xfrm>
            <a:off x="720000" y="1988975"/>
            <a:ext cx="3657600" cy="228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dk2"/>
              </a:buClr>
              <a:buSzPts val="800"/>
              <a:buFont typeface="Open Sans"/>
              <a:buChar char="●"/>
              <a:defRPr sz="1400">
                <a:solidFill>
                  <a:srgbClr val="434343"/>
                </a:solidFill>
              </a:defRPr>
            </a:lvl1pPr>
            <a:lvl2pPr indent="-279400" lvl="1" marL="914400" rtl="0">
              <a:lnSpc>
                <a:spcPct val="100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00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00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00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00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00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00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00000"/>
              </a:lnSpc>
              <a:spcBef>
                <a:spcPts val="0"/>
              </a:spcBef>
              <a:spcAft>
                <a:spcPts val="0"/>
              </a:spcAft>
              <a:buClr>
                <a:srgbClr val="999999"/>
              </a:buClr>
              <a:buSzPts val="600"/>
              <a:buFont typeface="Open Sans"/>
              <a:buChar char="■"/>
              <a:defRPr>
                <a:solidFill>
                  <a:srgbClr val="434343"/>
                </a:solidFill>
              </a:defRPr>
            </a:lvl9pPr>
          </a:lstStyle>
          <a:p/>
        </p:txBody>
      </p:sp>
      <p:sp>
        <p:nvSpPr>
          <p:cNvPr id="1854" name="Google Shape;1854;p7"/>
          <p:cNvSpPr/>
          <p:nvPr>
            <p:ph idx="2" type="pic"/>
          </p:nvPr>
        </p:nvSpPr>
        <p:spPr>
          <a:xfrm flipH="1">
            <a:off x="4571950" y="345075"/>
            <a:ext cx="4117500" cy="4453500"/>
          </a:xfrm>
          <a:prstGeom prst="roundRect">
            <a:avLst>
              <a:gd fmla="val 16667" name="adj"/>
            </a:avLst>
          </a:prstGeom>
          <a:noFill/>
          <a:ln cap="flat" cmpd="sng" w="38100">
            <a:solidFill>
              <a:schemeClr val="lt1"/>
            </a:solidFill>
            <a:prstDash val="solid"/>
            <a:round/>
            <a:headEnd len="sm" w="sm" type="none"/>
            <a:tailEnd len="sm" w="sm" type="none"/>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55" name="Shape 1855"/>
        <p:cNvGrpSpPr/>
        <p:nvPr/>
      </p:nvGrpSpPr>
      <p:grpSpPr>
        <a:xfrm>
          <a:off x="0" y="0"/>
          <a:ext cx="0" cy="0"/>
          <a:chOff x="0" y="0"/>
          <a:chExt cx="0" cy="0"/>
        </a:xfrm>
      </p:grpSpPr>
      <p:sp>
        <p:nvSpPr>
          <p:cNvPr id="1856" name="Google Shape;1856;p8"/>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flipH="1">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8"/>
          <p:cNvGrpSpPr/>
          <p:nvPr/>
        </p:nvGrpSpPr>
        <p:grpSpPr>
          <a:xfrm flipH="1">
            <a:off x="1381775" y="3955075"/>
            <a:ext cx="1504025" cy="624000"/>
            <a:chOff x="2067200" y="3936025"/>
            <a:chExt cx="1504025" cy="624000"/>
          </a:xfrm>
        </p:grpSpPr>
        <p:sp>
          <p:nvSpPr>
            <p:cNvPr id="1860" name="Google Shape;1860;p8"/>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8"/>
          <p:cNvSpPr/>
          <p:nvPr/>
        </p:nvSpPr>
        <p:spPr>
          <a:xfrm flipH="1">
            <a:off x="4987700"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flipH="1">
            <a:off x="175"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flipH="1">
            <a:off x="7165625"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flipH="1">
            <a:off x="72584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flipH="1">
            <a:off x="225"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flipH="1">
            <a:off x="6317550"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flipH="1">
            <a:off x="67301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flipH="1">
            <a:off x="771212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flipH="1">
            <a:off x="7490675"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flipH="1">
            <a:off x="4333890"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flipH="1">
            <a:off x="9"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flipH="1">
            <a:off x="177"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flipH="1">
            <a:off x="72"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flipH="1">
            <a:off x="497386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flipH="1">
            <a:off x="497788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flipH="1">
            <a:off x="7693575"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flipH="1">
            <a:off x="7"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flipH="1">
            <a:off x="7453900"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8"/>
          <p:cNvGrpSpPr/>
          <p:nvPr/>
        </p:nvGrpSpPr>
        <p:grpSpPr>
          <a:xfrm rot="5400000">
            <a:off x="439170" y="-1231703"/>
            <a:ext cx="2103111" cy="3943216"/>
            <a:chOff x="3238754" y="1037105"/>
            <a:chExt cx="2114316" cy="3971813"/>
          </a:xfrm>
        </p:grpSpPr>
        <p:grpSp>
          <p:nvGrpSpPr>
            <p:cNvPr id="1890" name="Google Shape;1890;p8"/>
            <p:cNvGrpSpPr/>
            <p:nvPr/>
          </p:nvGrpSpPr>
          <p:grpSpPr>
            <a:xfrm rot="352619">
              <a:off x="3514228" y="3929201"/>
              <a:ext cx="820714" cy="663927"/>
              <a:chOff x="1981897" y="1546050"/>
              <a:chExt cx="676612" cy="547354"/>
            </a:xfrm>
          </p:grpSpPr>
          <p:grpSp>
            <p:nvGrpSpPr>
              <p:cNvPr id="1891" name="Google Shape;1891;p8"/>
              <p:cNvGrpSpPr/>
              <p:nvPr/>
            </p:nvGrpSpPr>
            <p:grpSpPr>
              <a:xfrm>
                <a:off x="2240847" y="1546050"/>
                <a:ext cx="258712" cy="250429"/>
                <a:chOff x="1490538" y="753834"/>
                <a:chExt cx="470985" cy="455906"/>
              </a:xfrm>
            </p:grpSpPr>
            <p:sp>
              <p:nvSpPr>
                <p:cNvPr id="1892" name="Google Shape;18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8"/>
              <p:cNvGrpSpPr/>
              <p:nvPr/>
            </p:nvGrpSpPr>
            <p:grpSpPr>
              <a:xfrm>
                <a:off x="2399797" y="1673288"/>
                <a:ext cx="258712" cy="250429"/>
                <a:chOff x="1490538" y="753834"/>
                <a:chExt cx="470985" cy="455906"/>
              </a:xfrm>
            </p:grpSpPr>
            <p:sp>
              <p:nvSpPr>
                <p:cNvPr id="1903" name="Google Shape;19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8"/>
              <p:cNvGrpSpPr/>
              <p:nvPr/>
            </p:nvGrpSpPr>
            <p:grpSpPr>
              <a:xfrm>
                <a:off x="2159535" y="1742038"/>
                <a:ext cx="258712" cy="250429"/>
                <a:chOff x="1490538" y="753834"/>
                <a:chExt cx="470985" cy="455906"/>
              </a:xfrm>
            </p:grpSpPr>
            <p:sp>
              <p:nvSpPr>
                <p:cNvPr id="1914" name="Google Shape;191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8"/>
              <p:cNvGrpSpPr/>
              <p:nvPr/>
            </p:nvGrpSpPr>
            <p:grpSpPr>
              <a:xfrm>
                <a:off x="2323985" y="1842975"/>
                <a:ext cx="258712" cy="250429"/>
                <a:chOff x="1490538" y="753834"/>
                <a:chExt cx="470985" cy="455906"/>
              </a:xfrm>
            </p:grpSpPr>
            <p:sp>
              <p:nvSpPr>
                <p:cNvPr id="1925" name="Google Shape;192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
              <p:cNvGrpSpPr/>
              <p:nvPr/>
            </p:nvGrpSpPr>
            <p:grpSpPr>
              <a:xfrm>
                <a:off x="1981897" y="1804075"/>
                <a:ext cx="258712" cy="250429"/>
                <a:chOff x="1490538" y="753834"/>
                <a:chExt cx="470985" cy="455906"/>
              </a:xfrm>
            </p:grpSpPr>
            <p:sp>
              <p:nvSpPr>
                <p:cNvPr id="1936" name="Google Shape;193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 name="Google Shape;1946;p8"/>
            <p:cNvGrpSpPr/>
            <p:nvPr/>
          </p:nvGrpSpPr>
          <p:grpSpPr>
            <a:xfrm flipH="1" rot="8833976">
              <a:off x="4214846" y="3438470"/>
              <a:ext cx="804524" cy="1469662"/>
              <a:chOff x="3377730" y="919968"/>
              <a:chExt cx="471039" cy="860470"/>
            </a:xfrm>
          </p:grpSpPr>
          <p:grpSp>
            <p:nvGrpSpPr>
              <p:cNvPr id="1947" name="Google Shape;1947;p8"/>
              <p:cNvGrpSpPr/>
              <p:nvPr/>
            </p:nvGrpSpPr>
            <p:grpSpPr>
              <a:xfrm>
                <a:off x="3377730" y="919968"/>
                <a:ext cx="408804" cy="692511"/>
                <a:chOff x="3377730" y="919968"/>
                <a:chExt cx="408804" cy="692511"/>
              </a:xfrm>
            </p:grpSpPr>
            <p:sp>
              <p:nvSpPr>
                <p:cNvPr id="1948" name="Google Shape;194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8"/>
              <p:cNvGrpSpPr/>
              <p:nvPr/>
            </p:nvGrpSpPr>
            <p:grpSpPr>
              <a:xfrm>
                <a:off x="3487239" y="1131104"/>
                <a:ext cx="361530" cy="649334"/>
                <a:chOff x="1266852" y="1150479"/>
                <a:chExt cx="361530" cy="649334"/>
              </a:xfrm>
            </p:grpSpPr>
            <p:sp>
              <p:nvSpPr>
                <p:cNvPr id="1961" name="Google Shape;196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9" name="Google Shape;1969;p8"/>
            <p:cNvGrpSpPr/>
            <p:nvPr/>
          </p:nvGrpSpPr>
          <p:grpSpPr>
            <a:xfrm rot="4488281">
              <a:off x="3583731" y="2580940"/>
              <a:ext cx="887798" cy="871068"/>
              <a:chOff x="3086354" y="1785830"/>
              <a:chExt cx="887833" cy="871102"/>
            </a:xfrm>
          </p:grpSpPr>
          <p:grpSp>
            <p:nvGrpSpPr>
              <p:cNvPr id="1970" name="Google Shape;1970;p8"/>
              <p:cNvGrpSpPr/>
              <p:nvPr/>
            </p:nvGrpSpPr>
            <p:grpSpPr>
              <a:xfrm rot="-2169427">
                <a:off x="3251277" y="1839739"/>
                <a:ext cx="408803" cy="692509"/>
                <a:chOff x="3377730" y="919968"/>
                <a:chExt cx="408804" cy="692511"/>
              </a:xfrm>
            </p:grpSpPr>
            <p:sp>
              <p:nvSpPr>
                <p:cNvPr id="1971" name="Google Shape;1971;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8"/>
              <p:cNvGrpSpPr/>
              <p:nvPr/>
            </p:nvGrpSpPr>
            <p:grpSpPr>
              <a:xfrm rot="-2169427">
                <a:off x="3455919" y="1963478"/>
                <a:ext cx="361529" cy="649332"/>
                <a:chOff x="1266852" y="1150479"/>
                <a:chExt cx="361530" cy="649334"/>
              </a:xfrm>
            </p:grpSpPr>
            <p:sp>
              <p:nvSpPr>
                <p:cNvPr id="1984" name="Google Shape;1984;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2" name="Google Shape;1992;p8"/>
            <p:cNvGrpSpPr/>
            <p:nvPr/>
          </p:nvGrpSpPr>
          <p:grpSpPr>
            <a:xfrm>
              <a:off x="3238754" y="1938230"/>
              <a:ext cx="887833" cy="871102"/>
              <a:chOff x="3086354" y="1785830"/>
              <a:chExt cx="887833" cy="871102"/>
            </a:xfrm>
          </p:grpSpPr>
          <p:grpSp>
            <p:nvGrpSpPr>
              <p:cNvPr id="1993" name="Google Shape;1993;p8"/>
              <p:cNvGrpSpPr/>
              <p:nvPr/>
            </p:nvGrpSpPr>
            <p:grpSpPr>
              <a:xfrm rot="-2169427">
                <a:off x="3251277" y="1839739"/>
                <a:ext cx="408803" cy="692509"/>
                <a:chOff x="3377730" y="919968"/>
                <a:chExt cx="408804" cy="692511"/>
              </a:xfrm>
            </p:grpSpPr>
            <p:sp>
              <p:nvSpPr>
                <p:cNvPr id="1994" name="Google Shape;1994;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8"/>
              <p:cNvGrpSpPr/>
              <p:nvPr/>
            </p:nvGrpSpPr>
            <p:grpSpPr>
              <a:xfrm rot="-2169427">
                <a:off x="3455919" y="1963478"/>
                <a:ext cx="361529" cy="649332"/>
                <a:chOff x="1266852" y="1150479"/>
                <a:chExt cx="361530" cy="649334"/>
              </a:xfrm>
            </p:grpSpPr>
            <p:sp>
              <p:nvSpPr>
                <p:cNvPr id="2007" name="Google Shape;2007;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5" name="Google Shape;2015;p8"/>
            <p:cNvGrpSpPr/>
            <p:nvPr/>
          </p:nvGrpSpPr>
          <p:grpSpPr>
            <a:xfrm>
              <a:off x="3490978" y="1037105"/>
              <a:ext cx="575468" cy="1051322"/>
              <a:chOff x="3377730" y="919968"/>
              <a:chExt cx="471039" cy="860470"/>
            </a:xfrm>
          </p:grpSpPr>
          <p:grpSp>
            <p:nvGrpSpPr>
              <p:cNvPr id="2016" name="Google Shape;2016;p8"/>
              <p:cNvGrpSpPr/>
              <p:nvPr/>
            </p:nvGrpSpPr>
            <p:grpSpPr>
              <a:xfrm>
                <a:off x="3377730" y="919968"/>
                <a:ext cx="408804" cy="692511"/>
                <a:chOff x="3377730" y="919968"/>
                <a:chExt cx="408804" cy="692511"/>
              </a:xfrm>
            </p:grpSpPr>
            <p:sp>
              <p:nvSpPr>
                <p:cNvPr id="2017" name="Google Shape;2017;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8"/>
              <p:cNvGrpSpPr/>
              <p:nvPr/>
            </p:nvGrpSpPr>
            <p:grpSpPr>
              <a:xfrm>
                <a:off x="3487239" y="1131104"/>
                <a:ext cx="361530" cy="649334"/>
                <a:chOff x="1266852" y="1150479"/>
                <a:chExt cx="361530" cy="649334"/>
              </a:xfrm>
            </p:grpSpPr>
            <p:sp>
              <p:nvSpPr>
                <p:cNvPr id="2030" name="Google Shape;2030;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 name="Google Shape;2038;p8"/>
            <p:cNvGrpSpPr/>
            <p:nvPr/>
          </p:nvGrpSpPr>
          <p:grpSpPr>
            <a:xfrm>
              <a:off x="3517102" y="2473933"/>
              <a:ext cx="590853" cy="538858"/>
              <a:chOff x="2374102" y="2397733"/>
              <a:chExt cx="590853" cy="538858"/>
            </a:xfrm>
          </p:grpSpPr>
          <p:grpSp>
            <p:nvGrpSpPr>
              <p:cNvPr id="2039" name="Google Shape;2039;p8"/>
              <p:cNvGrpSpPr/>
              <p:nvPr/>
            </p:nvGrpSpPr>
            <p:grpSpPr>
              <a:xfrm>
                <a:off x="2374102" y="2397733"/>
                <a:ext cx="590853" cy="538858"/>
                <a:chOff x="1993102" y="2397733"/>
                <a:chExt cx="590853" cy="538858"/>
              </a:xfrm>
            </p:grpSpPr>
            <p:sp>
              <p:nvSpPr>
                <p:cNvPr id="2040" name="Google Shape;2040;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8"/>
              <p:cNvGrpSpPr/>
              <p:nvPr/>
            </p:nvGrpSpPr>
            <p:grpSpPr>
              <a:xfrm>
                <a:off x="2672051" y="2466803"/>
                <a:ext cx="88776" cy="97630"/>
                <a:chOff x="2291051" y="2466803"/>
                <a:chExt cx="88776" cy="97630"/>
              </a:xfrm>
            </p:grpSpPr>
            <p:sp>
              <p:nvSpPr>
                <p:cNvPr id="2060" name="Google Shape;2060;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8"/>
            <p:cNvGrpSpPr/>
            <p:nvPr/>
          </p:nvGrpSpPr>
          <p:grpSpPr>
            <a:xfrm rot="352659">
              <a:off x="3394332" y="1622136"/>
              <a:ext cx="676583" cy="547330"/>
              <a:chOff x="1981897" y="1546050"/>
              <a:chExt cx="676612" cy="547354"/>
            </a:xfrm>
          </p:grpSpPr>
          <p:grpSp>
            <p:nvGrpSpPr>
              <p:cNvPr id="2097" name="Google Shape;2097;p8"/>
              <p:cNvGrpSpPr/>
              <p:nvPr/>
            </p:nvGrpSpPr>
            <p:grpSpPr>
              <a:xfrm>
                <a:off x="2240847" y="1546050"/>
                <a:ext cx="258712" cy="250429"/>
                <a:chOff x="1490538" y="753834"/>
                <a:chExt cx="470985" cy="455906"/>
              </a:xfrm>
            </p:grpSpPr>
            <p:sp>
              <p:nvSpPr>
                <p:cNvPr id="2098" name="Google Shape;2098;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8"/>
              <p:cNvGrpSpPr/>
              <p:nvPr/>
            </p:nvGrpSpPr>
            <p:grpSpPr>
              <a:xfrm>
                <a:off x="2399797" y="1673288"/>
                <a:ext cx="258712" cy="250429"/>
                <a:chOff x="1490538" y="753834"/>
                <a:chExt cx="470985" cy="455906"/>
              </a:xfrm>
            </p:grpSpPr>
            <p:sp>
              <p:nvSpPr>
                <p:cNvPr id="2109" name="Google Shape;210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8"/>
              <p:cNvGrpSpPr/>
              <p:nvPr/>
            </p:nvGrpSpPr>
            <p:grpSpPr>
              <a:xfrm>
                <a:off x="2159535" y="1742038"/>
                <a:ext cx="258712" cy="250429"/>
                <a:chOff x="1490538" y="753834"/>
                <a:chExt cx="470985" cy="455906"/>
              </a:xfrm>
            </p:grpSpPr>
            <p:sp>
              <p:nvSpPr>
                <p:cNvPr id="2120" name="Google Shape;212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8"/>
              <p:cNvGrpSpPr/>
              <p:nvPr/>
            </p:nvGrpSpPr>
            <p:grpSpPr>
              <a:xfrm>
                <a:off x="2323985" y="1842975"/>
                <a:ext cx="258712" cy="250429"/>
                <a:chOff x="1490538" y="753834"/>
                <a:chExt cx="470985" cy="455906"/>
              </a:xfrm>
            </p:grpSpPr>
            <p:sp>
              <p:nvSpPr>
                <p:cNvPr id="2131" name="Google Shape;213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8"/>
              <p:cNvGrpSpPr/>
              <p:nvPr/>
            </p:nvGrpSpPr>
            <p:grpSpPr>
              <a:xfrm>
                <a:off x="1981897" y="1804075"/>
                <a:ext cx="258712" cy="250429"/>
                <a:chOff x="1490538" y="753834"/>
                <a:chExt cx="470985" cy="455906"/>
              </a:xfrm>
            </p:grpSpPr>
            <p:sp>
              <p:nvSpPr>
                <p:cNvPr id="2142" name="Google Shape;214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2" name="Google Shape;2152;p8"/>
            <p:cNvGrpSpPr/>
            <p:nvPr/>
          </p:nvGrpSpPr>
          <p:grpSpPr>
            <a:xfrm flipH="1">
              <a:off x="3270102" y="2806996"/>
              <a:ext cx="590853" cy="538858"/>
              <a:chOff x="2374102" y="2397733"/>
              <a:chExt cx="590853" cy="538858"/>
            </a:xfrm>
          </p:grpSpPr>
          <p:grpSp>
            <p:nvGrpSpPr>
              <p:cNvPr id="2153" name="Google Shape;2153;p8"/>
              <p:cNvGrpSpPr/>
              <p:nvPr/>
            </p:nvGrpSpPr>
            <p:grpSpPr>
              <a:xfrm>
                <a:off x="2374102" y="2397733"/>
                <a:ext cx="590853" cy="538858"/>
                <a:chOff x="1993102" y="2397733"/>
                <a:chExt cx="590853" cy="538858"/>
              </a:xfrm>
            </p:grpSpPr>
            <p:sp>
              <p:nvSpPr>
                <p:cNvPr id="2154" name="Google Shape;2154;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8"/>
              <p:cNvGrpSpPr/>
              <p:nvPr/>
            </p:nvGrpSpPr>
            <p:grpSpPr>
              <a:xfrm>
                <a:off x="2672051" y="2466803"/>
                <a:ext cx="88776" cy="97630"/>
                <a:chOff x="2291051" y="2466803"/>
                <a:chExt cx="88776" cy="97630"/>
              </a:xfrm>
            </p:grpSpPr>
            <p:sp>
              <p:nvSpPr>
                <p:cNvPr id="2174" name="Google Shape;2174;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8"/>
            <p:cNvGrpSpPr/>
            <p:nvPr/>
          </p:nvGrpSpPr>
          <p:grpSpPr>
            <a:xfrm>
              <a:off x="3446433" y="3091192"/>
              <a:ext cx="1319021" cy="1203001"/>
              <a:chOff x="2374102" y="2397733"/>
              <a:chExt cx="590853" cy="538858"/>
            </a:xfrm>
          </p:grpSpPr>
          <p:grpSp>
            <p:nvGrpSpPr>
              <p:cNvPr id="2211" name="Google Shape;2211;p8"/>
              <p:cNvGrpSpPr/>
              <p:nvPr/>
            </p:nvGrpSpPr>
            <p:grpSpPr>
              <a:xfrm>
                <a:off x="2374102" y="2397733"/>
                <a:ext cx="590853" cy="538858"/>
                <a:chOff x="1993102" y="2397733"/>
                <a:chExt cx="590853" cy="538858"/>
              </a:xfrm>
            </p:grpSpPr>
            <p:sp>
              <p:nvSpPr>
                <p:cNvPr id="2212" name="Google Shape;2212;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8"/>
              <p:cNvGrpSpPr/>
              <p:nvPr/>
            </p:nvGrpSpPr>
            <p:grpSpPr>
              <a:xfrm>
                <a:off x="2672051" y="2466803"/>
                <a:ext cx="88776" cy="97630"/>
                <a:chOff x="2291051" y="2466803"/>
                <a:chExt cx="88776" cy="97630"/>
              </a:xfrm>
            </p:grpSpPr>
            <p:sp>
              <p:nvSpPr>
                <p:cNvPr id="2232" name="Google Shape;2232;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
            <p:cNvGrpSpPr/>
            <p:nvPr/>
          </p:nvGrpSpPr>
          <p:grpSpPr>
            <a:xfrm>
              <a:off x="4490110" y="3659885"/>
              <a:ext cx="365767" cy="351686"/>
              <a:chOff x="1490538" y="753834"/>
              <a:chExt cx="470985" cy="455906"/>
            </a:xfrm>
          </p:grpSpPr>
          <p:sp>
            <p:nvSpPr>
              <p:cNvPr id="2269" name="Google Shape;226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8"/>
            <p:cNvGrpSpPr/>
            <p:nvPr/>
          </p:nvGrpSpPr>
          <p:grpSpPr>
            <a:xfrm rot="-975329">
              <a:off x="4865699" y="3543897"/>
              <a:ext cx="365789" cy="351698"/>
              <a:chOff x="1490538" y="753834"/>
              <a:chExt cx="470985" cy="455906"/>
            </a:xfrm>
          </p:grpSpPr>
          <p:sp>
            <p:nvSpPr>
              <p:cNvPr id="2280" name="Google Shape;228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0" name="Google Shape;2290;p8"/>
          <p:cNvGrpSpPr/>
          <p:nvPr/>
        </p:nvGrpSpPr>
        <p:grpSpPr>
          <a:xfrm>
            <a:off x="2661327" y="678052"/>
            <a:ext cx="411494" cy="164598"/>
            <a:chOff x="2449294" y="636165"/>
            <a:chExt cx="322588" cy="124262"/>
          </a:xfrm>
        </p:grpSpPr>
        <p:sp>
          <p:nvSpPr>
            <p:cNvPr id="2291" name="Google Shape;2291;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8"/>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
          <p:cNvSpPr/>
          <p:nvPr/>
        </p:nvSpPr>
        <p:spPr>
          <a:xfrm>
            <a:off x="5564029" y="6780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 name="Google Shape;2309;p8"/>
          <p:cNvGrpSpPr/>
          <p:nvPr/>
        </p:nvGrpSpPr>
        <p:grpSpPr>
          <a:xfrm flipH="1">
            <a:off x="1284972" y="1038482"/>
            <a:ext cx="411494" cy="164598"/>
            <a:chOff x="2449294" y="636165"/>
            <a:chExt cx="322588" cy="124262"/>
          </a:xfrm>
        </p:grpSpPr>
        <p:sp>
          <p:nvSpPr>
            <p:cNvPr id="2310" name="Google Shape;231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8"/>
          <p:cNvGrpSpPr/>
          <p:nvPr/>
        </p:nvGrpSpPr>
        <p:grpSpPr>
          <a:xfrm flipH="1">
            <a:off x="6751497" y="678045"/>
            <a:ext cx="411494" cy="164598"/>
            <a:chOff x="2449294" y="636165"/>
            <a:chExt cx="322588" cy="124262"/>
          </a:xfrm>
        </p:grpSpPr>
        <p:sp>
          <p:nvSpPr>
            <p:cNvPr id="2320" name="Google Shape;232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8"/>
          <p:cNvGrpSpPr/>
          <p:nvPr/>
        </p:nvGrpSpPr>
        <p:grpSpPr>
          <a:xfrm>
            <a:off x="8575747" y="1993670"/>
            <a:ext cx="411494" cy="164598"/>
            <a:chOff x="2449294" y="636165"/>
            <a:chExt cx="322588" cy="124262"/>
          </a:xfrm>
        </p:grpSpPr>
        <p:sp>
          <p:nvSpPr>
            <p:cNvPr id="2330" name="Google Shape;2330;p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8"/>
          <p:cNvGrpSpPr/>
          <p:nvPr/>
        </p:nvGrpSpPr>
        <p:grpSpPr>
          <a:xfrm flipH="1" rot="10800000">
            <a:off x="7008738" y="922775"/>
            <a:ext cx="365767" cy="351138"/>
            <a:chOff x="1490538" y="753834"/>
            <a:chExt cx="470985" cy="455906"/>
          </a:xfrm>
        </p:grpSpPr>
        <p:sp>
          <p:nvSpPr>
            <p:cNvPr id="2340" name="Google Shape;234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8"/>
          <p:cNvGrpSpPr/>
          <p:nvPr/>
        </p:nvGrpSpPr>
        <p:grpSpPr>
          <a:xfrm flipH="1" rot="-5400000">
            <a:off x="6601720" y="-1231703"/>
            <a:ext cx="2103111" cy="3943216"/>
            <a:chOff x="3238754" y="1037105"/>
            <a:chExt cx="2114316" cy="3971813"/>
          </a:xfrm>
        </p:grpSpPr>
        <p:grpSp>
          <p:nvGrpSpPr>
            <p:cNvPr id="2351" name="Google Shape;2351;p8"/>
            <p:cNvGrpSpPr/>
            <p:nvPr/>
          </p:nvGrpSpPr>
          <p:grpSpPr>
            <a:xfrm rot="352619">
              <a:off x="3514228" y="3929201"/>
              <a:ext cx="820714" cy="663927"/>
              <a:chOff x="1981897" y="1546050"/>
              <a:chExt cx="676612" cy="547354"/>
            </a:xfrm>
          </p:grpSpPr>
          <p:grpSp>
            <p:nvGrpSpPr>
              <p:cNvPr id="2352" name="Google Shape;2352;p8"/>
              <p:cNvGrpSpPr/>
              <p:nvPr/>
            </p:nvGrpSpPr>
            <p:grpSpPr>
              <a:xfrm>
                <a:off x="2240847" y="1546050"/>
                <a:ext cx="258712" cy="250429"/>
                <a:chOff x="1490538" y="753834"/>
                <a:chExt cx="470985" cy="455906"/>
              </a:xfrm>
            </p:grpSpPr>
            <p:sp>
              <p:nvSpPr>
                <p:cNvPr id="2353" name="Google Shape;235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8"/>
              <p:cNvGrpSpPr/>
              <p:nvPr/>
            </p:nvGrpSpPr>
            <p:grpSpPr>
              <a:xfrm>
                <a:off x="2399797" y="1673288"/>
                <a:ext cx="258712" cy="250429"/>
                <a:chOff x="1490538" y="753834"/>
                <a:chExt cx="470985" cy="455906"/>
              </a:xfrm>
            </p:grpSpPr>
            <p:sp>
              <p:nvSpPr>
                <p:cNvPr id="2364" name="Google Shape;2364;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8"/>
              <p:cNvGrpSpPr/>
              <p:nvPr/>
            </p:nvGrpSpPr>
            <p:grpSpPr>
              <a:xfrm>
                <a:off x="2159535" y="1742038"/>
                <a:ext cx="258712" cy="250429"/>
                <a:chOff x="1490538" y="753834"/>
                <a:chExt cx="470985" cy="455906"/>
              </a:xfrm>
            </p:grpSpPr>
            <p:sp>
              <p:nvSpPr>
                <p:cNvPr id="2375" name="Google Shape;2375;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8"/>
              <p:cNvGrpSpPr/>
              <p:nvPr/>
            </p:nvGrpSpPr>
            <p:grpSpPr>
              <a:xfrm>
                <a:off x="2323985" y="1842975"/>
                <a:ext cx="258712" cy="250429"/>
                <a:chOff x="1490538" y="753834"/>
                <a:chExt cx="470985" cy="455906"/>
              </a:xfrm>
            </p:grpSpPr>
            <p:sp>
              <p:nvSpPr>
                <p:cNvPr id="2386" name="Google Shape;2386;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
              <p:cNvGrpSpPr/>
              <p:nvPr/>
            </p:nvGrpSpPr>
            <p:grpSpPr>
              <a:xfrm>
                <a:off x="1981897" y="1804075"/>
                <a:ext cx="258712" cy="250429"/>
                <a:chOff x="1490538" y="753834"/>
                <a:chExt cx="470985" cy="455906"/>
              </a:xfrm>
            </p:grpSpPr>
            <p:sp>
              <p:nvSpPr>
                <p:cNvPr id="2397" name="Google Shape;2397;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7" name="Google Shape;2407;p8"/>
            <p:cNvGrpSpPr/>
            <p:nvPr/>
          </p:nvGrpSpPr>
          <p:grpSpPr>
            <a:xfrm flipH="1" rot="8833976">
              <a:off x="4214846" y="3438470"/>
              <a:ext cx="804524" cy="1469662"/>
              <a:chOff x="3377730" y="919968"/>
              <a:chExt cx="471039" cy="860470"/>
            </a:xfrm>
          </p:grpSpPr>
          <p:grpSp>
            <p:nvGrpSpPr>
              <p:cNvPr id="2408" name="Google Shape;2408;p8"/>
              <p:cNvGrpSpPr/>
              <p:nvPr/>
            </p:nvGrpSpPr>
            <p:grpSpPr>
              <a:xfrm>
                <a:off x="3377730" y="919968"/>
                <a:ext cx="408804" cy="692511"/>
                <a:chOff x="3377730" y="919968"/>
                <a:chExt cx="408804" cy="692511"/>
              </a:xfrm>
            </p:grpSpPr>
            <p:sp>
              <p:nvSpPr>
                <p:cNvPr id="2409" name="Google Shape;2409;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8"/>
              <p:cNvGrpSpPr/>
              <p:nvPr/>
            </p:nvGrpSpPr>
            <p:grpSpPr>
              <a:xfrm>
                <a:off x="3487239" y="1131104"/>
                <a:ext cx="361530" cy="649334"/>
                <a:chOff x="1266852" y="1150479"/>
                <a:chExt cx="361530" cy="649334"/>
              </a:xfrm>
            </p:grpSpPr>
            <p:sp>
              <p:nvSpPr>
                <p:cNvPr id="2422" name="Google Shape;2422;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0" name="Google Shape;2430;p8"/>
            <p:cNvGrpSpPr/>
            <p:nvPr/>
          </p:nvGrpSpPr>
          <p:grpSpPr>
            <a:xfrm rot="4488281">
              <a:off x="3583731" y="2580940"/>
              <a:ext cx="887798" cy="871068"/>
              <a:chOff x="3086354" y="1785830"/>
              <a:chExt cx="887833" cy="871102"/>
            </a:xfrm>
          </p:grpSpPr>
          <p:grpSp>
            <p:nvGrpSpPr>
              <p:cNvPr id="2431" name="Google Shape;2431;p8"/>
              <p:cNvGrpSpPr/>
              <p:nvPr/>
            </p:nvGrpSpPr>
            <p:grpSpPr>
              <a:xfrm rot="-2169427">
                <a:off x="3251277" y="1839739"/>
                <a:ext cx="408803" cy="692509"/>
                <a:chOff x="3377730" y="919968"/>
                <a:chExt cx="408804" cy="692511"/>
              </a:xfrm>
            </p:grpSpPr>
            <p:sp>
              <p:nvSpPr>
                <p:cNvPr id="2432" name="Google Shape;2432;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8"/>
              <p:cNvGrpSpPr/>
              <p:nvPr/>
            </p:nvGrpSpPr>
            <p:grpSpPr>
              <a:xfrm rot="-2169427">
                <a:off x="3455919" y="1963478"/>
                <a:ext cx="361529" cy="649332"/>
                <a:chOff x="1266852" y="1150479"/>
                <a:chExt cx="361530" cy="649334"/>
              </a:xfrm>
            </p:grpSpPr>
            <p:sp>
              <p:nvSpPr>
                <p:cNvPr id="2445" name="Google Shape;2445;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8"/>
            <p:cNvGrpSpPr/>
            <p:nvPr/>
          </p:nvGrpSpPr>
          <p:grpSpPr>
            <a:xfrm>
              <a:off x="3238754" y="1938230"/>
              <a:ext cx="887833" cy="871102"/>
              <a:chOff x="3086354" y="1785830"/>
              <a:chExt cx="887833" cy="871102"/>
            </a:xfrm>
          </p:grpSpPr>
          <p:grpSp>
            <p:nvGrpSpPr>
              <p:cNvPr id="2454" name="Google Shape;2454;p8"/>
              <p:cNvGrpSpPr/>
              <p:nvPr/>
            </p:nvGrpSpPr>
            <p:grpSpPr>
              <a:xfrm rot="-2169427">
                <a:off x="3251277" y="1839739"/>
                <a:ext cx="408803" cy="692509"/>
                <a:chOff x="3377730" y="919968"/>
                <a:chExt cx="408804" cy="692511"/>
              </a:xfrm>
            </p:grpSpPr>
            <p:sp>
              <p:nvSpPr>
                <p:cNvPr id="2455" name="Google Shape;2455;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8"/>
              <p:cNvGrpSpPr/>
              <p:nvPr/>
            </p:nvGrpSpPr>
            <p:grpSpPr>
              <a:xfrm rot="-2169427">
                <a:off x="3455919" y="1963478"/>
                <a:ext cx="361529" cy="649332"/>
                <a:chOff x="1266852" y="1150479"/>
                <a:chExt cx="361530" cy="649334"/>
              </a:xfrm>
            </p:grpSpPr>
            <p:sp>
              <p:nvSpPr>
                <p:cNvPr id="2468" name="Google Shape;2468;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6" name="Google Shape;2476;p8"/>
            <p:cNvGrpSpPr/>
            <p:nvPr/>
          </p:nvGrpSpPr>
          <p:grpSpPr>
            <a:xfrm>
              <a:off x="3490978" y="1037105"/>
              <a:ext cx="575468" cy="1051322"/>
              <a:chOff x="3377730" y="919968"/>
              <a:chExt cx="471039" cy="860470"/>
            </a:xfrm>
          </p:grpSpPr>
          <p:grpSp>
            <p:nvGrpSpPr>
              <p:cNvPr id="2477" name="Google Shape;2477;p8"/>
              <p:cNvGrpSpPr/>
              <p:nvPr/>
            </p:nvGrpSpPr>
            <p:grpSpPr>
              <a:xfrm>
                <a:off x="3377730" y="919968"/>
                <a:ext cx="408804" cy="692511"/>
                <a:chOff x="3377730" y="919968"/>
                <a:chExt cx="408804" cy="692511"/>
              </a:xfrm>
            </p:grpSpPr>
            <p:sp>
              <p:nvSpPr>
                <p:cNvPr id="2478" name="Google Shape;2478;p8"/>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
              <p:cNvGrpSpPr/>
              <p:nvPr/>
            </p:nvGrpSpPr>
            <p:grpSpPr>
              <a:xfrm>
                <a:off x="3487239" y="1131104"/>
                <a:ext cx="361530" cy="649334"/>
                <a:chOff x="1266852" y="1150479"/>
                <a:chExt cx="361530" cy="649334"/>
              </a:xfrm>
            </p:grpSpPr>
            <p:sp>
              <p:nvSpPr>
                <p:cNvPr id="2491" name="Google Shape;2491;p8"/>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8"/>
            <p:cNvGrpSpPr/>
            <p:nvPr/>
          </p:nvGrpSpPr>
          <p:grpSpPr>
            <a:xfrm>
              <a:off x="3517102" y="2473933"/>
              <a:ext cx="590853" cy="538858"/>
              <a:chOff x="2374102" y="2397733"/>
              <a:chExt cx="590853" cy="538858"/>
            </a:xfrm>
          </p:grpSpPr>
          <p:grpSp>
            <p:nvGrpSpPr>
              <p:cNvPr id="2500" name="Google Shape;2500;p8"/>
              <p:cNvGrpSpPr/>
              <p:nvPr/>
            </p:nvGrpSpPr>
            <p:grpSpPr>
              <a:xfrm>
                <a:off x="2374102" y="2397733"/>
                <a:ext cx="590853" cy="538858"/>
                <a:chOff x="1993102" y="2397733"/>
                <a:chExt cx="590853" cy="538858"/>
              </a:xfrm>
            </p:grpSpPr>
            <p:sp>
              <p:nvSpPr>
                <p:cNvPr id="2501" name="Google Shape;2501;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8"/>
              <p:cNvGrpSpPr/>
              <p:nvPr/>
            </p:nvGrpSpPr>
            <p:grpSpPr>
              <a:xfrm>
                <a:off x="2672051" y="2466803"/>
                <a:ext cx="88776" cy="97630"/>
                <a:chOff x="2291051" y="2466803"/>
                <a:chExt cx="88776" cy="97630"/>
              </a:xfrm>
            </p:grpSpPr>
            <p:sp>
              <p:nvSpPr>
                <p:cNvPr id="2521" name="Google Shape;2521;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
            <p:cNvGrpSpPr/>
            <p:nvPr/>
          </p:nvGrpSpPr>
          <p:grpSpPr>
            <a:xfrm rot="352659">
              <a:off x="3394332" y="1622136"/>
              <a:ext cx="676583" cy="547330"/>
              <a:chOff x="1981897" y="1546050"/>
              <a:chExt cx="676612" cy="547354"/>
            </a:xfrm>
          </p:grpSpPr>
          <p:grpSp>
            <p:nvGrpSpPr>
              <p:cNvPr id="2558" name="Google Shape;2558;p8"/>
              <p:cNvGrpSpPr/>
              <p:nvPr/>
            </p:nvGrpSpPr>
            <p:grpSpPr>
              <a:xfrm>
                <a:off x="2240847" y="1546050"/>
                <a:ext cx="258712" cy="250429"/>
                <a:chOff x="1490538" y="753834"/>
                <a:chExt cx="470985" cy="455906"/>
              </a:xfrm>
            </p:grpSpPr>
            <p:sp>
              <p:nvSpPr>
                <p:cNvPr id="2559" name="Google Shape;2559;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8"/>
              <p:cNvGrpSpPr/>
              <p:nvPr/>
            </p:nvGrpSpPr>
            <p:grpSpPr>
              <a:xfrm>
                <a:off x="2399797" y="1673288"/>
                <a:ext cx="258712" cy="250429"/>
                <a:chOff x="1490538" y="753834"/>
                <a:chExt cx="470985" cy="455906"/>
              </a:xfrm>
            </p:grpSpPr>
            <p:sp>
              <p:nvSpPr>
                <p:cNvPr id="2570" name="Google Shape;257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8"/>
              <p:cNvGrpSpPr/>
              <p:nvPr/>
            </p:nvGrpSpPr>
            <p:grpSpPr>
              <a:xfrm>
                <a:off x="2159535" y="1742038"/>
                <a:ext cx="258712" cy="250429"/>
                <a:chOff x="1490538" y="753834"/>
                <a:chExt cx="470985" cy="455906"/>
              </a:xfrm>
            </p:grpSpPr>
            <p:sp>
              <p:nvSpPr>
                <p:cNvPr id="2581" name="Google Shape;258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 name="Google Shape;2591;p8"/>
              <p:cNvGrpSpPr/>
              <p:nvPr/>
            </p:nvGrpSpPr>
            <p:grpSpPr>
              <a:xfrm>
                <a:off x="2323985" y="1842975"/>
                <a:ext cx="258712" cy="250429"/>
                <a:chOff x="1490538" y="753834"/>
                <a:chExt cx="470985" cy="455906"/>
              </a:xfrm>
            </p:grpSpPr>
            <p:sp>
              <p:nvSpPr>
                <p:cNvPr id="2592" name="Google Shape;2592;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8"/>
              <p:cNvGrpSpPr/>
              <p:nvPr/>
            </p:nvGrpSpPr>
            <p:grpSpPr>
              <a:xfrm>
                <a:off x="1981897" y="1804075"/>
                <a:ext cx="258712" cy="250429"/>
                <a:chOff x="1490538" y="753834"/>
                <a:chExt cx="470985" cy="455906"/>
              </a:xfrm>
            </p:grpSpPr>
            <p:sp>
              <p:nvSpPr>
                <p:cNvPr id="2603" name="Google Shape;2603;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8"/>
            <p:cNvGrpSpPr/>
            <p:nvPr/>
          </p:nvGrpSpPr>
          <p:grpSpPr>
            <a:xfrm flipH="1">
              <a:off x="3270102" y="2806996"/>
              <a:ext cx="590853" cy="538858"/>
              <a:chOff x="2374102" y="2397733"/>
              <a:chExt cx="590853" cy="538858"/>
            </a:xfrm>
          </p:grpSpPr>
          <p:grpSp>
            <p:nvGrpSpPr>
              <p:cNvPr id="2614" name="Google Shape;2614;p8"/>
              <p:cNvGrpSpPr/>
              <p:nvPr/>
            </p:nvGrpSpPr>
            <p:grpSpPr>
              <a:xfrm>
                <a:off x="2374102" y="2397733"/>
                <a:ext cx="590853" cy="538858"/>
                <a:chOff x="1993102" y="2397733"/>
                <a:chExt cx="590853" cy="538858"/>
              </a:xfrm>
            </p:grpSpPr>
            <p:sp>
              <p:nvSpPr>
                <p:cNvPr id="2615" name="Google Shape;2615;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8"/>
              <p:cNvGrpSpPr/>
              <p:nvPr/>
            </p:nvGrpSpPr>
            <p:grpSpPr>
              <a:xfrm>
                <a:off x="2672051" y="2466803"/>
                <a:ext cx="88776" cy="97630"/>
                <a:chOff x="2291051" y="2466803"/>
                <a:chExt cx="88776" cy="97630"/>
              </a:xfrm>
            </p:grpSpPr>
            <p:sp>
              <p:nvSpPr>
                <p:cNvPr id="2635" name="Google Shape;2635;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8"/>
            <p:cNvGrpSpPr/>
            <p:nvPr/>
          </p:nvGrpSpPr>
          <p:grpSpPr>
            <a:xfrm>
              <a:off x="3446433" y="3091192"/>
              <a:ext cx="1319021" cy="1203001"/>
              <a:chOff x="2374102" y="2397733"/>
              <a:chExt cx="590853" cy="538858"/>
            </a:xfrm>
          </p:grpSpPr>
          <p:grpSp>
            <p:nvGrpSpPr>
              <p:cNvPr id="2672" name="Google Shape;2672;p8"/>
              <p:cNvGrpSpPr/>
              <p:nvPr/>
            </p:nvGrpSpPr>
            <p:grpSpPr>
              <a:xfrm>
                <a:off x="2374102" y="2397733"/>
                <a:ext cx="590853" cy="538858"/>
                <a:chOff x="1993102" y="2397733"/>
                <a:chExt cx="590853" cy="538858"/>
              </a:xfrm>
            </p:grpSpPr>
            <p:sp>
              <p:nvSpPr>
                <p:cNvPr id="2673" name="Google Shape;2673;p8"/>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8"/>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2" name="Google Shape;2692;p8"/>
              <p:cNvGrpSpPr/>
              <p:nvPr/>
            </p:nvGrpSpPr>
            <p:grpSpPr>
              <a:xfrm>
                <a:off x="2672051" y="2466803"/>
                <a:ext cx="88776" cy="97630"/>
                <a:chOff x="2291051" y="2466803"/>
                <a:chExt cx="88776" cy="97630"/>
              </a:xfrm>
            </p:grpSpPr>
            <p:sp>
              <p:nvSpPr>
                <p:cNvPr id="2693" name="Google Shape;2693;p8"/>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8"/>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
            <p:cNvGrpSpPr/>
            <p:nvPr/>
          </p:nvGrpSpPr>
          <p:grpSpPr>
            <a:xfrm>
              <a:off x="4490110" y="3659885"/>
              <a:ext cx="365767" cy="351686"/>
              <a:chOff x="1490538" y="753834"/>
              <a:chExt cx="470985" cy="455906"/>
            </a:xfrm>
          </p:grpSpPr>
          <p:sp>
            <p:nvSpPr>
              <p:cNvPr id="2730" name="Google Shape;2730;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8"/>
            <p:cNvGrpSpPr/>
            <p:nvPr/>
          </p:nvGrpSpPr>
          <p:grpSpPr>
            <a:xfrm rot="-975329">
              <a:off x="4865699" y="3543897"/>
              <a:ext cx="365789" cy="351698"/>
              <a:chOff x="1490538" y="753834"/>
              <a:chExt cx="470985" cy="455906"/>
            </a:xfrm>
          </p:grpSpPr>
          <p:sp>
            <p:nvSpPr>
              <p:cNvPr id="2741" name="Google Shape;2741;p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1" name="Google Shape;2751;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10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52" name="Shape 2752"/>
        <p:cNvGrpSpPr/>
        <p:nvPr/>
      </p:nvGrpSpPr>
      <p:grpSpPr>
        <a:xfrm>
          <a:off x="0" y="0"/>
          <a:ext cx="0" cy="0"/>
          <a:chOff x="0" y="0"/>
          <a:chExt cx="0" cy="0"/>
        </a:xfrm>
      </p:grpSpPr>
      <p:sp>
        <p:nvSpPr>
          <p:cNvPr id="2753" name="Google Shape;2753;p9"/>
          <p:cNvSpPr txBox="1"/>
          <p:nvPr>
            <p:ph type="title"/>
          </p:nvPr>
        </p:nvSpPr>
        <p:spPr>
          <a:xfrm>
            <a:off x="720000" y="1123800"/>
            <a:ext cx="7704000" cy="189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10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54" name="Google Shape;2754;p9"/>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55" name="Shape 2755"/>
        <p:cNvGrpSpPr/>
        <p:nvPr/>
      </p:nvGrpSpPr>
      <p:grpSpPr>
        <a:xfrm>
          <a:off x="0" y="0"/>
          <a:ext cx="0" cy="0"/>
          <a:chOff x="0" y="0"/>
          <a:chExt cx="0" cy="0"/>
        </a:xfrm>
      </p:grpSpPr>
      <p:sp>
        <p:nvSpPr>
          <p:cNvPr id="2756" name="Google Shape;2756;p10"/>
          <p:cNvSpPr txBox="1"/>
          <p:nvPr>
            <p:ph type="title"/>
          </p:nvPr>
        </p:nvSpPr>
        <p:spPr>
          <a:xfrm>
            <a:off x="720000" y="540000"/>
            <a:ext cx="7704000" cy="572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57" name="Shape 2757"/>
        <p:cNvGrpSpPr/>
        <p:nvPr/>
      </p:nvGrpSpPr>
      <p:grpSpPr>
        <a:xfrm>
          <a:off x="0" y="0"/>
          <a:ext cx="0" cy="0"/>
          <a:chOff x="0" y="0"/>
          <a:chExt cx="0" cy="0"/>
        </a:xfrm>
      </p:grpSpPr>
      <p:sp>
        <p:nvSpPr>
          <p:cNvPr id="2758" name="Google Shape;2758;p11"/>
          <p:cNvSpPr txBox="1"/>
          <p:nvPr>
            <p:ph hasCustomPrompt="1" type="title"/>
          </p:nvPr>
        </p:nvSpPr>
        <p:spPr>
          <a:xfrm>
            <a:off x="720000" y="1558475"/>
            <a:ext cx="77040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759" name="Google Shape;2759;p11"/>
          <p:cNvSpPr txBox="1"/>
          <p:nvPr>
            <p:ph idx="1" type="subTitle"/>
          </p:nvPr>
        </p:nvSpPr>
        <p:spPr>
          <a:xfrm>
            <a:off x="1284000" y="3069625"/>
            <a:ext cx="65760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760" name="Google Shape;2760;p11"/>
          <p:cNvGrpSpPr/>
          <p:nvPr/>
        </p:nvGrpSpPr>
        <p:grpSpPr>
          <a:xfrm>
            <a:off x="5838892" y="-430047"/>
            <a:ext cx="3943216" cy="2469918"/>
            <a:chOff x="5681667" y="-311651"/>
            <a:chExt cx="3943216" cy="2469918"/>
          </a:xfrm>
        </p:grpSpPr>
        <p:sp>
          <p:nvSpPr>
            <p:cNvPr id="2761" name="Google Shape;2761;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11"/>
            <p:cNvGrpSpPr/>
            <p:nvPr/>
          </p:nvGrpSpPr>
          <p:grpSpPr>
            <a:xfrm flipH="1">
              <a:off x="6751497" y="678045"/>
              <a:ext cx="411494" cy="164598"/>
              <a:chOff x="2449294" y="636165"/>
              <a:chExt cx="322588" cy="124262"/>
            </a:xfrm>
          </p:grpSpPr>
          <p:sp>
            <p:nvSpPr>
              <p:cNvPr id="2766" name="Google Shape;276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
            <p:cNvGrpSpPr/>
            <p:nvPr/>
          </p:nvGrpSpPr>
          <p:grpSpPr>
            <a:xfrm>
              <a:off x="8575747" y="1993670"/>
              <a:ext cx="411494" cy="164598"/>
              <a:chOff x="2449294" y="636165"/>
              <a:chExt cx="322588" cy="124262"/>
            </a:xfrm>
          </p:grpSpPr>
          <p:sp>
            <p:nvSpPr>
              <p:cNvPr id="2776" name="Google Shape;2776;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11"/>
            <p:cNvGrpSpPr/>
            <p:nvPr/>
          </p:nvGrpSpPr>
          <p:grpSpPr>
            <a:xfrm flipH="1" rot="10800000">
              <a:off x="7008738" y="922775"/>
              <a:ext cx="365767" cy="351138"/>
              <a:chOff x="1490538" y="753834"/>
              <a:chExt cx="470985" cy="455906"/>
            </a:xfrm>
          </p:grpSpPr>
          <p:sp>
            <p:nvSpPr>
              <p:cNvPr id="2786" name="Google Shape;27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11"/>
            <p:cNvGrpSpPr/>
            <p:nvPr/>
          </p:nvGrpSpPr>
          <p:grpSpPr>
            <a:xfrm flipH="1" rot="-5400000">
              <a:off x="6601720" y="-1231703"/>
              <a:ext cx="2103111" cy="3943216"/>
              <a:chOff x="3238754" y="1037105"/>
              <a:chExt cx="2114316" cy="3971813"/>
            </a:xfrm>
          </p:grpSpPr>
          <p:grpSp>
            <p:nvGrpSpPr>
              <p:cNvPr id="2797" name="Google Shape;2797;p11"/>
              <p:cNvGrpSpPr/>
              <p:nvPr/>
            </p:nvGrpSpPr>
            <p:grpSpPr>
              <a:xfrm rot="352619">
                <a:off x="3514228" y="3929201"/>
                <a:ext cx="820714" cy="663927"/>
                <a:chOff x="1981897" y="1546050"/>
                <a:chExt cx="676612" cy="547354"/>
              </a:xfrm>
            </p:grpSpPr>
            <p:grpSp>
              <p:nvGrpSpPr>
                <p:cNvPr id="2798" name="Google Shape;2798;p11"/>
                <p:cNvGrpSpPr/>
                <p:nvPr/>
              </p:nvGrpSpPr>
              <p:grpSpPr>
                <a:xfrm>
                  <a:off x="2240847" y="1546050"/>
                  <a:ext cx="258712" cy="250429"/>
                  <a:chOff x="1490538" y="753834"/>
                  <a:chExt cx="470985" cy="455906"/>
                </a:xfrm>
              </p:grpSpPr>
              <p:sp>
                <p:nvSpPr>
                  <p:cNvPr id="2799" name="Google Shape;279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11"/>
                <p:cNvGrpSpPr/>
                <p:nvPr/>
              </p:nvGrpSpPr>
              <p:grpSpPr>
                <a:xfrm>
                  <a:off x="2399797" y="1673288"/>
                  <a:ext cx="258712" cy="250429"/>
                  <a:chOff x="1490538" y="753834"/>
                  <a:chExt cx="470985" cy="455906"/>
                </a:xfrm>
              </p:grpSpPr>
              <p:sp>
                <p:nvSpPr>
                  <p:cNvPr id="2810" name="Google Shape;281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11"/>
                <p:cNvGrpSpPr/>
                <p:nvPr/>
              </p:nvGrpSpPr>
              <p:grpSpPr>
                <a:xfrm>
                  <a:off x="2159535" y="1742038"/>
                  <a:ext cx="258712" cy="250429"/>
                  <a:chOff x="1490538" y="753834"/>
                  <a:chExt cx="470985" cy="455906"/>
                </a:xfrm>
              </p:grpSpPr>
              <p:sp>
                <p:nvSpPr>
                  <p:cNvPr id="2821" name="Google Shape;2821;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11"/>
                <p:cNvGrpSpPr/>
                <p:nvPr/>
              </p:nvGrpSpPr>
              <p:grpSpPr>
                <a:xfrm>
                  <a:off x="2323985" y="1842975"/>
                  <a:ext cx="258712" cy="250429"/>
                  <a:chOff x="1490538" y="753834"/>
                  <a:chExt cx="470985" cy="455906"/>
                </a:xfrm>
              </p:grpSpPr>
              <p:sp>
                <p:nvSpPr>
                  <p:cNvPr id="2832" name="Google Shape;283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11"/>
                <p:cNvGrpSpPr/>
                <p:nvPr/>
              </p:nvGrpSpPr>
              <p:grpSpPr>
                <a:xfrm>
                  <a:off x="1981897" y="1804075"/>
                  <a:ext cx="258712" cy="250429"/>
                  <a:chOff x="1490538" y="753834"/>
                  <a:chExt cx="470985" cy="455906"/>
                </a:xfrm>
              </p:grpSpPr>
              <p:sp>
                <p:nvSpPr>
                  <p:cNvPr id="2843" name="Google Shape;284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3" name="Google Shape;2853;p11"/>
              <p:cNvGrpSpPr/>
              <p:nvPr/>
            </p:nvGrpSpPr>
            <p:grpSpPr>
              <a:xfrm flipH="1" rot="8833976">
                <a:off x="4214846" y="3438470"/>
                <a:ext cx="804524" cy="1469662"/>
                <a:chOff x="3377730" y="919968"/>
                <a:chExt cx="471039" cy="860470"/>
              </a:xfrm>
            </p:grpSpPr>
            <p:grpSp>
              <p:nvGrpSpPr>
                <p:cNvPr id="2854" name="Google Shape;2854;p11"/>
                <p:cNvGrpSpPr/>
                <p:nvPr/>
              </p:nvGrpSpPr>
              <p:grpSpPr>
                <a:xfrm>
                  <a:off x="3377730" y="919968"/>
                  <a:ext cx="408804" cy="692511"/>
                  <a:chOff x="3377730" y="919968"/>
                  <a:chExt cx="408804" cy="692511"/>
                </a:xfrm>
              </p:grpSpPr>
              <p:sp>
                <p:nvSpPr>
                  <p:cNvPr id="2855" name="Google Shape;285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1"/>
                <p:cNvGrpSpPr/>
                <p:nvPr/>
              </p:nvGrpSpPr>
              <p:grpSpPr>
                <a:xfrm>
                  <a:off x="3487239" y="1131104"/>
                  <a:ext cx="361530" cy="649334"/>
                  <a:chOff x="1266852" y="1150479"/>
                  <a:chExt cx="361530" cy="649334"/>
                </a:xfrm>
              </p:grpSpPr>
              <p:sp>
                <p:nvSpPr>
                  <p:cNvPr id="2868" name="Google Shape;286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6" name="Google Shape;2876;p11"/>
              <p:cNvGrpSpPr/>
              <p:nvPr/>
            </p:nvGrpSpPr>
            <p:grpSpPr>
              <a:xfrm rot="4488281">
                <a:off x="3583731" y="2580940"/>
                <a:ext cx="887798" cy="871068"/>
                <a:chOff x="3086354" y="1785830"/>
                <a:chExt cx="887833" cy="871102"/>
              </a:xfrm>
            </p:grpSpPr>
            <p:grpSp>
              <p:nvGrpSpPr>
                <p:cNvPr id="2877" name="Google Shape;2877;p11"/>
                <p:cNvGrpSpPr/>
                <p:nvPr/>
              </p:nvGrpSpPr>
              <p:grpSpPr>
                <a:xfrm rot="-2169427">
                  <a:off x="3251277" y="1839739"/>
                  <a:ext cx="408803" cy="692509"/>
                  <a:chOff x="3377730" y="919968"/>
                  <a:chExt cx="408804" cy="692511"/>
                </a:xfrm>
              </p:grpSpPr>
              <p:sp>
                <p:nvSpPr>
                  <p:cNvPr id="2878" name="Google Shape;287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11"/>
                <p:cNvGrpSpPr/>
                <p:nvPr/>
              </p:nvGrpSpPr>
              <p:grpSpPr>
                <a:xfrm rot="-2169427">
                  <a:off x="3455919" y="1963478"/>
                  <a:ext cx="361529" cy="649332"/>
                  <a:chOff x="1266852" y="1150479"/>
                  <a:chExt cx="361530" cy="649334"/>
                </a:xfrm>
              </p:grpSpPr>
              <p:sp>
                <p:nvSpPr>
                  <p:cNvPr id="2891" name="Google Shape;289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9" name="Google Shape;2899;p11"/>
              <p:cNvGrpSpPr/>
              <p:nvPr/>
            </p:nvGrpSpPr>
            <p:grpSpPr>
              <a:xfrm>
                <a:off x="3238754" y="1938230"/>
                <a:ext cx="887833" cy="871102"/>
                <a:chOff x="3086354" y="1785830"/>
                <a:chExt cx="887833" cy="871102"/>
              </a:xfrm>
            </p:grpSpPr>
            <p:grpSp>
              <p:nvGrpSpPr>
                <p:cNvPr id="2900" name="Google Shape;2900;p11"/>
                <p:cNvGrpSpPr/>
                <p:nvPr/>
              </p:nvGrpSpPr>
              <p:grpSpPr>
                <a:xfrm rot="-2169427">
                  <a:off x="3251277" y="1839739"/>
                  <a:ext cx="408803" cy="692509"/>
                  <a:chOff x="3377730" y="919968"/>
                  <a:chExt cx="408804" cy="692511"/>
                </a:xfrm>
              </p:grpSpPr>
              <p:sp>
                <p:nvSpPr>
                  <p:cNvPr id="2901" name="Google Shape;290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11"/>
                <p:cNvGrpSpPr/>
                <p:nvPr/>
              </p:nvGrpSpPr>
              <p:grpSpPr>
                <a:xfrm rot="-2169427">
                  <a:off x="3455919" y="1963478"/>
                  <a:ext cx="361529" cy="649332"/>
                  <a:chOff x="1266852" y="1150479"/>
                  <a:chExt cx="361530" cy="649334"/>
                </a:xfrm>
              </p:grpSpPr>
              <p:sp>
                <p:nvSpPr>
                  <p:cNvPr id="2914" name="Google Shape;291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2" name="Google Shape;2922;p11"/>
              <p:cNvGrpSpPr/>
              <p:nvPr/>
            </p:nvGrpSpPr>
            <p:grpSpPr>
              <a:xfrm>
                <a:off x="3490978" y="1037105"/>
                <a:ext cx="575468" cy="1051322"/>
                <a:chOff x="3377730" y="919968"/>
                <a:chExt cx="471039" cy="860470"/>
              </a:xfrm>
            </p:grpSpPr>
            <p:grpSp>
              <p:nvGrpSpPr>
                <p:cNvPr id="2923" name="Google Shape;2923;p11"/>
                <p:cNvGrpSpPr/>
                <p:nvPr/>
              </p:nvGrpSpPr>
              <p:grpSpPr>
                <a:xfrm>
                  <a:off x="3377730" y="919968"/>
                  <a:ext cx="408804" cy="692511"/>
                  <a:chOff x="3377730" y="919968"/>
                  <a:chExt cx="408804" cy="692511"/>
                </a:xfrm>
              </p:grpSpPr>
              <p:sp>
                <p:nvSpPr>
                  <p:cNvPr id="2924" name="Google Shape;2924;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11"/>
                <p:cNvGrpSpPr/>
                <p:nvPr/>
              </p:nvGrpSpPr>
              <p:grpSpPr>
                <a:xfrm>
                  <a:off x="3487239" y="1131104"/>
                  <a:ext cx="361530" cy="649334"/>
                  <a:chOff x="1266852" y="1150479"/>
                  <a:chExt cx="361530" cy="649334"/>
                </a:xfrm>
              </p:grpSpPr>
              <p:sp>
                <p:nvSpPr>
                  <p:cNvPr id="2937" name="Google Shape;2937;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5" name="Google Shape;2945;p11"/>
              <p:cNvGrpSpPr/>
              <p:nvPr/>
            </p:nvGrpSpPr>
            <p:grpSpPr>
              <a:xfrm>
                <a:off x="3517102" y="2473933"/>
                <a:ext cx="590853" cy="538858"/>
                <a:chOff x="2374102" y="2397733"/>
                <a:chExt cx="590853" cy="538858"/>
              </a:xfrm>
            </p:grpSpPr>
            <p:grpSp>
              <p:nvGrpSpPr>
                <p:cNvPr id="2946" name="Google Shape;2946;p11"/>
                <p:cNvGrpSpPr/>
                <p:nvPr/>
              </p:nvGrpSpPr>
              <p:grpSpPr>
                <a:xfrm>
                  <a:off x="2374102" y="2397733"/>
                  <a:ext cx="590853" cy="538858"/>
                  <a:chOff x="1993102" y="2397733"/>
                  <a:chExt cx="590853" cy="538858"/>
                </a:xfrm>
              </p:grpSpPr>
              <p:sp>
                <p:nvSpPr>
                  <p:cNvPr id="2947" name="Google Shape;2947;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11"/>
                <p:cNvGrpSpPr/>
                <p:nvPr/>
              </p:nvGrpSpPr>
              <p:grpSpPr>
                <a:xfrm>
                  <a:off x="2672051" y="2466803"/>
                  <a:ext cx="88776" cy="97630"/>
                  <a:chOff x="2291051" y="2466803"/>
                  <a:chExt cx="88776" cy="97630"/>
                </a:xfrm>
              </p:grpSpPr>
              <p:sp>
                <p:nvSpPr>
                  <p:cNvPr id="2967" name="Google Shape;2967;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11"/>
              <p:cNvGrpSpPr/>
              <p:nvPr/>
            </p:nvGrpSpPr>
            <p:grpSpPr>
              <a:xfrm rot="352659">
                <a:off x="3394332" y="1622136"/>
                <a:ext cx="676583" cy="547330"/>
                <a:chOff x="1981897" y="1546050"/>
                <a:chExt cx="676612" cy="547354"/>
              </a:xfrm>
            </p:grpSpPr>
            <p:grpSp>
              <p:nvGrpSpPr>
                <p:cNvPr id="3004" name="Google Shape;3004;p11"/>
                <p:cNvGrpSpPr/>
                <p:nvPr/>
              </p:nvGrpSpPr>
              <p:grpSpPr>
                <a:xfrm>
                  <a:off x="2240847" y="1546050"/>
                  <a:ext cx="258712" cy="250429"/>
                  <a:chOff x="1490538" y="753834"/>
                  <a:chExt cx="470985" cy="455906"/>
                </a:xfrm>
              </p:grpSpPr>
              <p:sp>
                <p:nvSpPr>
                  <p:cNvPr id="3005" name="Google Shape;300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
                <p:cNvGrpSpPr/>
                <p:nvPr/>
              </p:nvGrpSpPr>
              <p:grpSpPr>
                <a:xfrm>
                  <a:off x="2399797" y="1673288"/>
                  <a:ext cx="258712" cy="250429"/>
                  <a:chOff x="1490538" y="753834"/>
                  <a:chExt cx="470985" cy="455906"/>
                </a:xfrm>
              </p:grpSpPr>
              <p:sp>
                <p:nvSpPr>
                  <p:cNvPr id="3016" name="Google Shape;301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11"/>
                <p:cNvGrpSpPr/>
                <p:nvPr/>
              </p:nvGrpSpPr>
              <p:grpSpPr>
                <a:xfrm>
                  <a:off x="2159535" y="1742038"/>
                  <a:ext cx="258712" cy="250429"/>
                  <a:chOff x="1490538" y="753834"/>
                  <a:chExt cx="470985" cy="455906"/>
                </a:xfrm>
              </p:grpSpPr>
              <p:sp>
                <p:nvSpPr>
                  <p:cNvPr id="3027" name="Google Shape;302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11"/>
                <p:cNvGrpSpPr/>
                <p:nvPr/>
              </p:nvGrpSpPr>
              <p:grpSpPr>
                <a:xfrm>
                  <a:off x="2323985" y="1842975"/>
                  <a:ext cx="258712" cy="250429"/>
                  <a:chOff x="1490538" y="753834"/>
                  <a:chExt cx="470985" cy="455906"/>
                </a:xfrm>
              </p:grpSpPr>
              <p:sp>
                <p:nvSpPr>
                  <p:cNvPr id="3038" name="Google Shape;303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11"/>
                <p:cNvGrpSpPr/>
                <p:nvPr/>
              </p:nvGrpSpPr>
              <p:grpSpPr>
                <a:xfrm>
                  <a:off x="1981897" y="1804075"/>
                  <a:ext cx="258712" cy="250429"/>
                  <a:chOff x="1490538" y="753834"/>
                  <a:chExt cx="470985" cy="455906"/>
                </a:xfrm>
              </p:grpSpPr>
              <p:sp>
                <p:nvSpPr>
                  <p:cNvPr id="3049" name="Google Shape;304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9" name="Google Shape;3059;p11"/>
              <p:cNvGrpSpPr/>
              <p:nvPr/>
            </p:nvGrpSpPr>
            <p:grpSpPr>
              <a:xfrm flipH="1">
                <a:off x="3270102" y="2806996"/>
                <a:ext cx="590853" cy="538858"/>
                <a:chOff x="2374102" y="2397733"/>
                <a:chExt cx="590853" cy="538858"/>
              </a:xfrm>
            </p:grpSpPr>
            <p:grpSp>
              <p:nvGrpSpPr>
                <p:cNvPr id="3060" name="Google Shape;3060;p11"/>
                <p:cNvGrpSpPr/>
                <p:nvPr/>
              </p:nvGrpSpPr>
              <p:grpSpPr>
                <a:xfrm>
                  <a:off x="2374102" y="2397733"/>
                  <a:ext cx="590853" cy="538858"/>
                  <a:chOff x="1993102" y="2397733"/>
                  <a:chExt cx="590853" cy="538858"/>
                </a:xfrm>
              </p:grpSpPr>
              <p:sp>
                <p:nvSpPr>
                  <p:cNvPr id="3061" name="Google Shape;3061;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11"/>
                <p:cNvGrpSpPr/>
                <p:nvPr/>
              </p:nvGrpSpPr>
              <p:grpSpPr>
                <a:xfrm>
                  <a:off x="2672051" y="2466803"/>
                  <a:ext cx="88776" cy="97630"/>
                  <a:chOff x="2291051" y="2466803"/>
                  <a:chExt cx="88776" cy="97630"/>
                </a:xfrm>
              </p:grpSpPr>
              <p:sp>
                <p:nvSpPr>
                  <p:cNvPr id="3081" name="Google Shape;3081;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11"/>
              <p:cNvGrpSpPr/>
              <p:nvPr/>
            </p:nvGrpSpPr>
            <p:grpSpPr>
              <a:xfrm>
                <a:off x="3446433" y="3091192"/>
                <a:ext cx="1319021" cy="1203001"/>
                <a:chOff x="2374102" y="2397733"/>
                <a:chExt cx="590853" cy="538858"/>
              </a:xfrm>
            </p:grpSpPr>
            <p:grpSp>
              <p:nvGrpSpPr>
                <p:cNvPr id="3118" name="Google Shape;3118;p11"/>
                <p:cNvGrpSpPr/>
                <p:nvPr/>
              </p:nvGrpSpPr>
              <p:grpSpPr>
                <a:xfrm>
                  <a:off x="2374102" y="2397733"/>
                  <a:ext cx="590853" cy="538858"/>
                  <a:chOff x="1993102" y="2397733"/>
                  <a:chExt cx="590853" cy="538858"/>
                </a:xfrm>
              </p:grpSpPr>
              <p:sp>
                <p:nvSpPr>
                  <p:cNvPr id="3119" name="Google Shape;3119;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5" name="Google Shape;3135;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1"/>
                <p:cNvGrpSpPr/>
                <p:nvPr/>
              </p:nvGrpSpPr>
              <p:grpSpPr>
                <a:xfrm>
                  <a:off x="2672051" y="2466803"/>
                  <a:ext cx="88776" cy="97630"/>
                  <a:chOff x="2291051" y="2466803"/>
                  <a:chExt cx="88776" cy="97630"/>
                </a:xfrm>
              </p:grpSpPr>
              <p:sp>
                <p:nvSpPr>
                  <p:cNvPr id="3139" name="Google Shape;3139;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8" name="Google Shape;3168;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11"/>
              <p:cNvGrpSpPr/>
              <p:nvPr/>
            </p:nvGrpSpPr>
            <p:grpSpPr>
              <a:xfrm>
                <a:off x="4490110" y="3659885"/>
                <a:ext cx="365767" cy="351686"/>
                <a:chOff x="1490538" y="753834"/>
                <a:chExt cx="470985" cy="455906"/>
              </a:xfrm>
            </p:grpSpPr>
            <p:sp>
              <p:nvSpPr>
                <p:cNvPr id="3176" name="Google Shape;317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11"/>
              <p:cNvGrpSpPr/>
              <p:nvPr/>
            </p:nvGrpSpPr>
            <p:grpSpPr>
              <a:xfrm rot="-975329">
                <a:off x="4865699" y="3543897"/>
                <a:ext cx="365789" cy="351698"/>
                <a:chOff x="1490538" y="753834"/>
                <a:chExt cx="470985" cy="455906"/>
              </a:xfrm>
            </p:grpSpPr>
            <p:sp>
              <p:nvSpPr>
                <p:cNvPr id="3187" name="Google Shape;318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7" name="Google Shape;3197;p11"/>
          <p:cNvGrpSpPr/>
          <p:nvPr/>
        </p:nvGrpSpPr>
        <p:grpSpPr>
          <a:xfrm rot="10800000">
            <a:off x="-638108" y="3103628"/>
            <a:ext cx="3943216" cy="2469918"/>
            <a:chOff x="5681667" y="-311651"/>
            <a:chExt cx="3943216" cy="2469918"/>
          </a:xfrm>
        </p:grpSpPr>
        <p:sp>
          <p:nvSpPr>
            <p:cNvPr id="3198" name="Google Shape;3198;p11"/>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11"/>
            <p:cNvGrpSpPr/>
            <p:nvPr/>
          </p:nvGrpSpPr>
          <p:grpSpPr>
            <a:xfrm flipH="1">
              <a:off x="6751497" y="678045"/>
              <a:ext cx="411494" cy="164598"/>
              <a:chOff x="2449294" y="636165"/>
              <a:chExt cx="322588" cy="124262"/>
            </a:xfrm>
          </p:grpSpPr>
          <p:sp>
            <p:nvSpPr>
              <p:cNvPr id="3203" name="Google Shape;320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11"/>
            <p:cNvGrpSpPr/>
            <p:nvPr/>
          </p:nvGrpSpPr>
          <p:grpSpPr>
            <a:xfrm>
              <a:off x="8575747" y="1993670"/>
              <a:ext cx="411494" cy="164598"/>
              <a:chOff x="2449294" y="636165"/>
              <a:chExt cx="322588" cy="124262"/>
            </a:xfrm>
          </p:grpSpPr>
          <p:sp>
            <p:nvSpPr>
              <p:cNvPr id="3213" name="Google Shape;3213;p1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11"/>
            <p:cNvGrpSpPr/>
            <p:nvPr/>
          </p:nvGrpSpPr>
          <p:grpSpPr>
            <a:xfrm flipH="1" rot="10800000">
              <a:off x="7008738" y="922775"/>
              <a:ext cx="365767" cy="351138"/>
              <a:chOff x="1490538" y="753834"/>
              <a:chExt cx="470985" cy="455906"/>
            </a:xfrm>
          </p:grpSpPr>
          <p:sp>
            <p:nvSpPr>
              <p:cNvPr id="3223" name="Google Shape;322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11"/>
            <p:cNvGrpSpPr/>
            <p:nvPr/>
          </p:nvGrpSpPr>
          <p:grpSpPr>
            <a:xfrm flipH="1" rot="-5400000">
              <a:off x="6601720" y="-1231703"/>
              <a:ext cx="2103111" cy="3943216"/>
              <a:chOff x="3238754" y="1037105"/>
              <a:chExt cx="2114316" cy="3971813"/>
            </a:xfrm>
          </p:grpSpPr>
          <p:grpSp>
            <p:nvGrpSpPr>
              <p:cNvPr id="3234" name="Google Shape;3234;p11"/>
              <p:cNvGrpSpPr/>
              <p:nvPr/>
            </p:nvGrpSpPr>
            <p:grpSpPr>
              <a:xfrm rot="352619">
                <a:off x="3514228" y="3929201"/>
                <a:ext cx="820714" cy="663927"/>
                <a:chOff x="1981897" y="1546050"/>
                <a:chExt cx="676612" cy="547354"/>
              </a:xfrm>
            </p:grpSpPr>
            <p:grpSp>
              <p:nvGrpSpPr>
                <p:cNvPr id="3235" name="Google Shape;3235;p11"/>
                <p:cNvGrpSpPr/>
                <p:nvPr/>
              </p:nvGrpSpPr>
              <p:grpSpPr>
                <a:xfrm>
                  <a:off x="2240847" y="1546050"/>
                  <a:ext cx="258712" cy="250429"/>
                  <a:chOff x="1490538" y="753834"/>
                  <a:chExt cx="470985" cy="455906"/>
                </a:xfrm>
              </p:grpSpPr>
              <p:sp>
                <p:nvSpPr>
                  <p:cNvPr id="3236" name="Google Shape;323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
                <p:cNvGrpSpPr/>
                <p:nvPr/>
              </p:nvGrpSpPr>
              <p:grpSpPr>
                <a:xfrm>
                  <a:off x="2399797" y="1673288"/>
                  <a:ext cx="258712" cy="250429"/>
                  <a:chOff x="1490538" y="753834"/>
                  <a:chExt cx="470985" cy="455906"/>
                </a:xfrm>
              </p:grpSpPr>
              <p:sp>
                <p:nvSpPr>
                  <p:cNvPr id="3247" name="Google Shape;3247;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11"/>
                <p:cNvGrpSpPr/>
                <p:nvPr/>
              </p:nvGrpSpPr>
              <p:grpSpPr>
                <a:xfrm>
                  <a:off x="2159535" y="1742038"/>
                  <a:ext cx="258712" cy="250429"/>
                  <a:chOff x="1490538" y="753834"/>
                  <a:chExt cx="470985" cy="455906"/>
                </a:xfrm>
              </p:grpSpPr>
              <p:sp>
                <p:nvSpPr>
                  <p:cNvPr id="3258" name="Google Shape;3258;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11"/>
                <p:cNvGrpSpPr/>
                <p:nvPr/>
              </p:nvGrpSpPr>
              <p:grpSpPr>
                <a:xfrm>
                  <a:off x="2323985" y="1842975"/>
                  <a:ext cx="258712" cy="250429"/>
                  <a:chOff x="1490538" y="753834"/>
                  <a:chExt cx="470985" cy="455906"/>
                </a:xfrm>
              </p:grpSpPr>
              <p:sp>
                <p:nvSpPr>
                  <p:cNvPr id="3269" name="Google Shape;3269;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11"/>
                <p:cNvGrpSpPr/>
                <p:nvPr/>
              </p:nvGrpSpPr>
              <p:grpSpPr>
                <a:xfrm>
                  <a:off x="1981897" y="1804075"/>
                  <a:ext cx="258712" cy="250429"/>
                  <a:chOff x="1490538" y="753834"/>
                  <a:chExt cx="470985" cy="455906"/>
                </a:xfrm>
              </p:grpSpPr>
              <p:sp>
                <p:nvSpPr>
                  <p:cNvPr id="3280" name="Google Shape;3280;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11"/>
              <p:cNvGrpSpPr/>
              <p:nvPr/>
            </p:nvGrpSpPr>
            <p:grpSpPr>
              <a:xfrm flipH="1" rot="8833976">
                <a:off x="4214846" y="3438470"/>
                <a:ext cx="804524" cy="1469662"/>
                <a:chOff x="3377730" y="919968"/>
                <a:chExt cx="471039" cy="860470"/>
              </a:xfrm>
            </p:grpSpPr>
            <p:grpSp>
              <p:nvGrpSpPr>
                <p:cNvPr id="3291" name="Google Shape;3291;p11"/>
                <p:cNvGrpSpPr/>
                <p:nvPr/>
              </p:nvGrpSpPr>
              <p:grpSpPr>
                <a:xfrm>
                  <a:off x="3377730" y="919968"/>
                  <a:ext cx="408804" cy="692511"/>
                  <a:chOff x="3377730" y="919968"/>
                  <a:chExt cx="408804" cy="692511"/>
                </a:xfrm>
              </p:grpSpPr>
              <p:sp>
                <p:nvSpPr>
                  <p:cNvPr id="3292" name="Google Shape;3292;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1"/>
                <p:cNvGrpSpPr/>
                <p:nvPr/>
              </p:nvGrpSpPr>
              <p:grpSpPr>
                <a:xfrm>
                  <a:off x="3487239" y="1131104"/>
                  <a:ext cx="361530" cy="649334"/>
                  <a:chOff x="1266852" y="1150479"/>
                  <a:chExt cx="361530" cy="649334"/>
                </a:xfrm>
              </p:grpSpPr>
              <p:sp>
                <p:nvSpPr>
                  <p:cNvPr id="3305" name="Google Shape;3305;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3" name="Google Shape;3313;p11"/>
              <p:cNvGrpSpPr/>
              <p:nvPr/>
            </p:nvGrpSpPr>
            <p:grpSpPr>
              <a:xfrm rot="4488281">
                <a:off x="3583731" y="2580940"/>
                <a:ext cx="887798" cy="871068"/>
                <a:chOff x="3086354" y="1785830"/>
                <a:chExt cx="887833" cy="871102"/>
              </a:xfrm>
            </p:grpSpPr>
            <p:grpSp>
              <p:nvGrpSpPr>
                <p:cNvPr id="3314" name="Google Shape;3314;p11"/>
                <p:cNvGrpSpPr/>
                <p:nvPr/>
              </p:nvGrpSpPr>
              <p:grpSpPr>
                <a:xfrm rot="-2169427">
                  <a:off x="3251277" y="1839739"/>
                  <a:ext cx="408803" cy="692509"/>
                  <a:chOff x="3377730" y="919968"/>
                  <a:chExt cx="408804" cy="692511"/>
                </a:xfrm>
              </p:grpSpPr>
              <p:sp>
                <p:nvSpPr>
                  <p:cNvPr id="3315" name="Google Shape;3315;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11"/>
                <p:cNvGrpSpPr/>
                <p:nvPr/>
              </p:nvGrpSpPr>
              <p:grpSpPr>
                <a:xfrm rot="-2169427">
                  <a:off x="3455919" y="1963478"/>
                  <a:ext cx="361529" cy="649332"/>
                  <a:chOff x="1266852" y="1150479"/>
                  <a:chExt cx="361530" cy="649334"/>
                </a:xfrm>
              </p:grpSpPr>
              <p:sp>
                <p:nvSpPr>
                  <p:cNvPr id="3328" name="Google Shape;3328;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11"/>
              <p:cNvGrpSpPr/>
              <p:nvPr/>
            </p:nvGrpSpPr>
            <p:grpSpPr>
              <a:xfrm>
                <a:off x="3238754" y="1938230"/>
                <a:ext cx="887833" cy="871102"/>
                <a:chOff x="3086354" y="1785830"/>
                <a:chExt cx="887833" cy="871102"/>
              </a:xfrm>
            </p:grpSpPr>
            <p:grpSp>
              <p:nvGrpSpPr>
                <p:cNvPr id="3337" name="Google Shape;3337;p11"/>
                <p:cNvGrpSpPr/>
                <p:nvPr/>
              </p:nvGrpSpPr>
              <p:grpSpPr>
                <a:xfrm rot="-2169427">
                  <a:off x="3251277" y="1839739"/>
                  <a:ext cx="408803" cy="692509"/>
                  <a:chOff x="3377730" y="919968"/>
                  <a:chExt cx="408804" cy="692511"/>
                </a:xfrm>
              </p:grpSpPr>
              <p:sp>
                <p:nvSpPr>
                  <p:cNvPr id="3338" name="Google Shape;3338;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11"/>
                <p:cNvGrpSpPr/>
                <p:nvPr/>
              </p:nvGrpSpPr>
              <p:grpSpPr>
                <a:xfrm rot="-2169427">
                  <a:off x="3455919" y="1963478"/>
                  <a:ext cx="361529" cy="649332"/>
                  <a:chOff x="1266852" y="1150479"/>
                  <a:chExt cx="361530" cy="649334"/>
                </a:xfrm>
              </p:grpSpPr>
              <p:sp>
                <p:nvSpPr>
                  <p:cNvPr id="3351" name="Google Shape;3351;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9" name="Google Shape;3359;p11"/>
              <p:cNvGrpSpPr/>
              <p:nvPr/>
            </p:nvGrpSpPr>
            <p:grpSpPr>
              <a:xfrm>
                <a:off x="3490978" y="1037105"/>
                <a:ext cx="575468" cy="1051322"/>
                <a:chOff x="3377730" y="919968"/>
                <a:chExt cx="471039" cy="860470"/>
              </a:xfrm>
            </p:grpSpPr>
            <p:grpSp>
              <p:nvGrpSpPr>
                <p:cNvPr id="3360" name="Google Shape;3360;p11"/>
                <p:cNvGrpSpPr/>
                <p:nvPr/>
              </p:nvGrpSpPr>
              <p:grpSpPr>
                <a:xfrm>
                  <a:off x="3377730" y="919968"/>
                  <a:ext cx="408804" cy="692511"/>
                  <a:chOff x="3377730" y="919968"/>
                  <a:chExt cx="408804" cy="692511"/>
                </a:xfrm>
              </p:grpSpPr>
              <p:sp>
                <p:nvSpPr>
                  <p:cNvPr id="3361" name="Google Shape;3361;p1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1"/>
                <p:cNvGrpSpPr/>
                <p:nvPr/>
              </p:nvGrpSpPr>
              <p:grpSpPr>
                <a:xfrm>
                  <a:off x="3487239" y="1131104"/>
                  <a:ext cx="361530" cy="649334"/>
                  <a:chOff x="1266852" y="1150479"/>
                  <a:chExt cx="361530" cy="649334"/>
                </a:xfrm>
              </p:grpSpPr>
              <p:sp>
                <p:nvSpPr>
                  <p:cNvPr id="3374" name="Google Shape;3374;p1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11"/>
              <p:cNvGrpSpPr/>
              <p:nvPr/>
            </p:nvGrpSpPr>
            <p:grpSpPr>
              <a:xfrm>
                <a:off x="3517102" y="2473933"/>
                <a:ext cx="590853" cy="538858"/>
                <a:chOff x="2374102" y="2397733"/>
                <a:chExt cx="590853" cy="538858"/>
              </a:xfrm>
            </p:grpSpPr>
            <p:grpSp>
              <p:nvGrpSpPr>
                <p:cNvPr id="3383" name="Google Shape;3383;p11"/>
                <p:cNvGrpSpPr/>
                <p:nvPr/>
              </p:nvGrpSpPr>
              <p:grpSpPr>
                <a:xfrm>
                  <a:off x="2374102" y="2397733"/>
                  <a:ext cx="590853" cy="538858"/>
                  <a:chOff x="1993102" y="2397733"/>
                  <a:chExt cx="590853" cy="538858"/>
                </a:xfrm>
              </p:grpSpPr>
              <p:sp>
                <p:nvSpPr>
                  <p:cNvPr id="3384" name="Google Shape;3384;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1"/>
                <p:cNvGrpSpPr/>
                <p:nvPr/>
              </p:nvGrpSpPr>
              <p:grpSpPr>
                <a:xfrm>
                  <a:off x="2672051" y="2466803"/>
                  <a:ext cx="88776" cy="97630"/>
                  <a:chOff x="2291051" y="2466803"/>
                  <a:chExt cx="88776" cy="97630"/>
                </a:xfrm>
              </p:grpSpPr>
              <p:sp>
                <p:nvSpPr>
                  <p:cNvPr id="3404" name="Google Shape;3404;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11"/>
              <p:cNvGrpSpPr/>
              <p:nvPr/>
            </p:nvGrpSpPr>
            <p:grpSpPr>
              <a:xfrm rot="352659">
                <a:off x="3394332" y="1622136"/>
                <a:ext cx="676583" cy="547330"/>
                <a:chOff x="1981897" y="1546050"/>
                <a:chExt cx="676612" cy="547354"/>
              </a:xfrm>
            </p:grpSpPr>
            <p:grpSp>
              <p:nvGrpSpPr>
                <p:cNvPr id="3441" name="Google Shape;3441;p11"/>
                <p:cNvGrpSpPr/>
                <p:nvPr/>
              </p:nvGrpSpPr>
              <p:grpSpPr>
                <a:xfrm>
                  <a:off x="2240847" y="1546050"/>
                  <a:ext cx="258712" cy="250429"/>
                  <a:chOff x="1490538" y="753834"/>
                  <a:chExt cx="470985" cy="455906"/>
                </a:xfrm>
              </p:grpSpPr>
              <p:sp>
                <p:nvSpPr>
                  <p:cNvPr id="3442" name="Google Shape;3442;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11"/>
                <p:cNvGrpSpPr/>
                <p:nvPr/>
              </p:nvGrpSpPr>
              <p:grpSpPr>
                <a:xfrm>
                  <a:off x="2399797" y="1673288"/>
                  <a:ext cx="258712" cy="250429"/>
                  <a:chOff x="1490538" y="753834"/>
                  <a:chExt cx="470985" cy="455906"/>
                </a:xfrm>
              </p:grpSpPr>
              <p:sp>
                <p:nvSpPr>
                  <p:cNvPr id="3453" name="Google Shape;345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11"/>
                <p:cNvGrpSpPr/>
                <p:nvPr/>
              </p:nvGrpSpPr>
              <p:grpSpPr>
                <a:xfrm>
                  <a:off x="2159535" y="1742038"/>
                  <a:ext cx="258712" cy="250429"/>
                  <a:chOff x="1490538" y="753834"/>
                  <a:chExt cx="470985" cy="455906"/>
                </a:xfrm>
              </p:grpSpPr>
              <p:sp>
                <p:nvSpPr>
                  <p:cNvPr id="3464" name="Google Shape;346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11"/>
                <p:cNvGrpSpPr/>
                <p:nvPr/>
              </p:nvGrpSpPr>
              <p:grpSpPr>
                <a:xfrm>
                  <a:off x="2323985" y="1842975"/>
                  <a:ext cx="258712" cy="250429"/>
                  <a:chOff x="1490538" y="753834"/>
                  <a:chExt cx="470985" cy="455906"/>
                </a:xfrm>
              </p:grpSpPr>
              <p:sp>
                <p:nvSpPr>
                  <p:cNvPr id="3475" name="Google Shape;3475;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1"/>
                <p:cNvGrpSpPr/>
                <p:nvPr/>
              </p:nvGrpSpPr>
              <p:grpSpPr>
                <a:xfrm>
                  <a:off x="1981897" y="1804075"/>
                  <a:ext cx="258712" cy="250429"/>
                  <a:chOff x="1490538" y="753834"/>
                  <a:chExt cx="470985" cy="455906"/>
                </a:xfrm>
              </p:grpSpPr>
              <p:sp>
                <p:nvSpPr>
                  <p:cNvPr id="3486" name="Google Shape;3486;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6" name="Google Shape;3496;p11"/>
              <p:cNvGrpSpPr/>
              <p:nvPr/>
            </p:nvGrpSpPr>
            <p:grpSpPr>
              <a:xfrm flipH="1">
                <a:off x="3270102" y="2806996"/>
                <a:ext cx="590853" cy="538858"/>
                <a:chOff x="2374102" y="2397733"/>
                <a:chExt cx="590853" cy="538858"/>
              </a:xfrm>
            </p:grpSpPr>
            <p:grpSp>
              <p:nvGrpSpPr>
                <p:cNvPr id="3497" name="Google Shape;3497;p11"/>
                <p:cNvGrpSpPr/>
                <p:nvPr/>
              </p:nvGrpSpPr>
              <p:grpSpPr>
                <a:xfrm>
                  <a:off x="2374102" y="2397733"/>
                  <a:ext cx="590853" cy="538858"/>
                  <a:chOff x="1993102" y="2397733"/>
                  <a:chExt cx="590853" cy="538858"/>
                </a:xfrm>
              </p:grpSpPr>
              <p:sp>
                <p:nvSpPr>
                  <p:cNvPr id="3498" name="Google Shape;3498;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7" name="Google Shape;3517;p11"/>
                <p:cNvGrpSpPr/>
                <p:nvPr/>
              </p:nvGrpSpPr>
              <p:grpSpPr>
                <a:xfrm>
                  <a:off x="2672051" y="2466803"/>
                  <a:ext cx="88776" cy="97630"/>
                  <a:chOff x="2291051" y="2466803"/>
                  <a:chExt cx="88776" cy="97630"/>
                </a:xfrm>
              </p:grpSpPr>
              <p:sp>
                <p:nvSpPr>
                  <p:cNvPr id="3518" name="Google Shape;3518;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7" name="Google Shape;3547;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11"/>
              <p:cNvGrpSpPr/>
              <p:nvPr/>
            </p:nvGrpSpPr>
            <p:grpSpPr>
              <a:xfrm>
                <a:off x="3446433" y="3091192"/>
                <a:ext cx="1319021" cy="1203001"/>
                <a:chOff x="2374102" y="2397733"/>
                <a:chExt cx="590853" cy="538858"/>
              </a:xfrm>
            </p:grpSpPr>
            <p:grpSp>
              <p:nvGrpSpPr>
                <p:cNvPr id="3555" name="Google Shape;3555;p11"/>
                <p:cNvGrpSpPr/>
                <p:nvPr/>
              </p:nvGrpSpPr>
              <p:grpSpPr>
                <a:xfrm>
                  <a:off x="2374102" y="2397733"/>
                  <a:ext cx="590853" cy="538858"/>
                  <a:chOff x="1993102" y="2397733"/>
                  <a:chExt cx="590853" cy="538858"/>
                </a:xfrm>
              </p:grpSpPr>
              <p:sp>
                <p:nvSpPr>
                  <p:cNvPr id="3556" name="Google Shape;3556;p1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1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11"/>
                <p:cNvGrpSpPr/>
                <p:nvPr/>
              </p:nvGrpSpPr>
              <p:grpSpPr>
                <a:xfrm>
                  <a:off x="2672051" y="2466803"/>
                  <a:ext cx="88776" cy="97630"/>
                  <a:chOff x="2291051" y="2466803"/>
                  <a:chExt cx="88776" cy="97630"/>
                </a:xfrm>
              </p:grpSpPr>
              <p:sp>
                <p:nvSpPr>
                  <p:cNvPr id="3576" name="Google Shape;3576;p1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
              <p:cNvGrpSpPr/>
              <p:nvPr/>
            </p:nvGrpSpPr>
            <p:grpSpPr>
              <a:xfrm>
                <a:off x="4490110" y="3659885"/>
                <a:ext cx="365767" cy="351686"/>
                <a:chOff x="1490538" y="753834"/>
                <a:chExt cx="470985" cy="455906"/>
              </a:xfrm>
            </p:grpSpPr>
            <p:sp>
              <p:nvSpPr>
                <p:cNvPr id="3613" name="Google Shape;3613;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11"/>
              <p:cNvGrpSpPr/>
              <p:nvPr/>
            </p:nvGrpSpPr>
            <p:grpSpPr>
              <a:xfrm rot="-975329">
                <a:off x="4865699" y="3543897"/>
                <a:ext cx="365789" cy="351698"/>
                <a:chOff x="1490538" y="753834"/>
                <a:chExt cx="470985" cy="455906"/>
              </a:xfrm>
            </p:grpSpPr>
            <p:sp>
              <p:nvSpPr>
                <p:cNvPr id="3624" name="Google Shape;3624;p1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634" name="Shape 36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635" name="Shape 3635"/>
        <p:cNvGrpSpPr/>
        <p:nvPr/>
      </p:nvGrpSpPr>
      <p:grpSpPr>
        <a:xfrm>
          <a:off x="0" y="0"/>
          <a:ext cx="0" cy="0"/>
          <a:chOff x="0" y="0"/>
          <a:chExt cx="0" cy="0"/>
        </a:xfrm>
      </p:grpSpPr>
      <p:sp>
        <p:nvSpPr>
          <p:cNvPr id="3636" name="Google Shape;3636;p13"/>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37" name="Google Shape;3637;p13"/>
          <p:cNvGrpSpPr/>
          <p:nvPr/>
        </p:nvGrpSpPr>
        <p:grpSpPr>
          <a:xfrm flipH="1">
            <a:off x="8310579" y="183377"/>
            <a:ext cx="684032" cy="697236"/>
            <a:chOff x="121063" y="211715"/>
            <a:chExt cx="684032" cy="697236"/>
          </a:xfrm>
        </p:grpSpPr>
        <p:grpSp>
          <p:nvGrpSpPr>
            <p:cNvPr id="3638" name="Google Shape;3638;p13"/>
            <p:cNvGrpSpPr/>
            <p:nvPr/>
          </p:nvGrpSpPr>
          <p:grpSpPr>
            <a:xfrm flipH="1">
              <a:off x="482506" y="211715"/>
              <a:ext cx="322588" cy="124262"/>
              <a:chOff x="2449294" y="636165"/>
              <a:chExt cx="322588" cy="124262"/>
            </a:xfrm>
          </p:grpSpPr>
          <p:sp>
            <p:nvSpPr>
              <p:cNvPr id="3639" name="Google Shape;3639;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3"/>
            <p:cNvGrpSpPr/>
            <p:nvPr/>
          </p:nvGrpSpPr>
          <p:grpSpPr>
            <a:xfrm>
              <a:off x="121063" y="377859"/>
              <a:ext cx="470985" cy="455906"/>
              <a:chOff x="1490538" y="753834"/>
              <a:chExt cx="470985" cy="455906"/>
            </a:xfrm>
          </p:grpSpPr>
          <p:sp>
            <p:nvSpPr>
              <p:cNvPr id="3649" name="Google Shape;3649;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13"/>
          <p:cNvGrpSpPr/>
          <p:nvPr/>
        </p:nvGrpSpPr>
        <p:grpSpPr>
          <a:xfrm flipH="1" rot="10800000">
            <a:off x="149379" y="4254877"/>
            <a:ext cx="684032" cy="697236"/>
            <a:chOff x="121063" y="211715"/>
            <a:chExt cx="684032" cy="697236"/>
          </a:xfrm>
        </p:grpSpPr>
        <p:grpSp>
          <p:nvGrpSpPr>
            <p:cNvPr id="3663" name="Google Shape;3663;p13"/>
            <p:cNvGrpSpPr/>
            <p:nvPr/>
          </p:nvGrpSpPr>
          <p:grpSpPr>
            <a:xfrm flipH="1">
              <a:off x="482506" y="211715"/>
              <a:ext cx="322588" cy="124262"/>
              <a:chOff x="2449294" y="636165"/>
              <a:chExt cx="322588" cy="124262"/>
            </a:xfrm>
          </p:grpSpPr>
          <p:sp>
            <p:nvSpPr>
              <p:cNvPr id="3664" name="Google Shape;3664;p1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13"/>
            <p:cNvGrpSpPr/>
            <p:nvPr/>
          </p:nvGrpSpPr>
          <p:grpSpPr>
            <a:xfrm>
              <a:off x="121063" y="377859"/>
              <a:ext cx="470985" cy="455906"/>
              <a:chOff x="1490538" y="753834"/>
              <a:chExt cx="470985" cy="455906"/>
            </a:xfrm>
          </p:grpSpPr>
          <p:sp>
            <p:nvSpPr>
              <p:cNvPr id="3674" name="Google Shape;3674;p1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687" name="Shape 3687"/>
        <p:cNvGrpSpPr/>
        <p:nvPr/>
      </p:nvGrpSpPr>
      <p:grpSpPr>
        <a:xfrm>
          <a:off x="0" y="0"/>
          <a:ext cx="0" cy="0"/>
          <a:chOff x="0" y="0"/>
          <a:chExt cx="0" cy="0"/>
        </a:xfrm>
      </p:grpSpPr>
      <p:sp>
        <p:nvSpPr>
          <p:cNvPr id="3688" name="Google Shape;3688;p14"/>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89" name="Google Shape;3689;p14"/>
          <p:cNvGrpSpPr/>
          <p:nvPr/>
        </p:nvGrpSpPr>
        <p:grpSpPr>
          <a:xfrm flipH="1" rot="-5400000">
            <a:off x="6536293" y="-1405817"/>
            <a:ext cx="2353234" cy="4389250"/>
            <a:chOff x="3238754" y="1037105"/>
            <a:chExt cx="2114316" cy="3971813"/>
          </a:xfrm>
        </p:grpSpPr>
        <p:grpSp>
          <p:nvGrpSpPr>
            <p:cNvPr id="3690" name="Google Shape;3690;p14"/>
            <p:cNvGrpSpPr/>
            <p:nvPr/>
          </p:nvGrpSpPr>
          <p:grpSpPr>
            <a:xfrm rot="352619">
              <a:off x="3514228" y="3929201"/>
              <a:ext cx="820714" cy="663927"/>
              <a:chOff x="1981897" y="1546050"/>
              <a:chExt cx="676612" cy="547354"/>
            </a:xfrm>
          </p:grpSpPr>
          <p:grpSp>
            <p:nvGrpSpPr>
              <p:cNvPr id="3691" name="Google Shape;3691;p14"/>
              <p:cNvGrpSpPr/>
              <p:nvPr/>
            </p:nvGrpSpPr>
            <p:grpSpPr>
              <a:xfrm>
                <a:off x="2240847" y="1546050"/>
                <a:ext cx="258712" cy="250429"/>
                <a:chOff x="1490538" y="753834"/>
                <a:chExt cx="470985" cy="455906"/>
              </a:xfrm>
            </p:grpSpPr>
            <p:sp>
              <p:nvSpPr>
                <p:cNvPr id="3692" name="Google Shape;369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4"/>
              <p:cNvGrpSpPr/>
              <p:nvPr/>
            </p:nvGrpSpPr>
            <p:grpSpPr>
              <a:xfrm>
                <a:off x="2399797" y="1673288"/>
                <a:ext cx="258712" cy="250429"/>
                <a:chOff x="1490538" y="753834"/>
                <a:chExt cx="470985" cy="455906"/>
              </a:xfrm>
            </p:grpSpPr>
            <p:sp>
              <p:nvSpPr>
                <p:cNvPr id="3703" name="Google Shape;3703;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4"/>
              <p:cNvGrpSpPr/>
              <p:nvPr/>
            </p:nvGrpSpPr>
            <p:grpSpPr>
              <a:xfrm>
                <a:off x="2159535" y="1742038"/>
                <a:ext cx="258712" cy="250429"/>
                <a:chOff x="1490538" y="753834"/>
                <a:chExt cx="470985" cy="455906"/>
              </a:xfrm>
            </p:grpSpPr>
            <p:sp>
              <p:nvSpPr>
                <p:cNvPr id="3714" name="Google Shape;3714;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14"/>
              <p:cNvGrpSpPr/>
              <p:nvPr/>
            </p:nvGrpSpPr>
            <p:grpSpPr>
              <a:xfrm>
                <a:off x="2323985" y="1842975"/>
                <a:ext cx="258712" cy="250429"/>
                <a:chOff x="1490538" y="753834"/>
                <a:chExt cx="470985" cy="455906"/>
              </a:xfrm>
            </p:grpSpPr>
            <p:sp>
              <p:nvSpPr>
                <p:cNvPr id="3725" name="Google Shape;372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4"/>
              <p:cNvGrpSpPr/>
              <p:nvPr/>
            </p:nvGrpSpPr>
            <p:grpSpPr>
              <a:xfrm>
                <a:off x="1981897" y="1804075"/>
                <a:ext cx="258712" cy="250429"/>
                <a:chOff x="1490538" y="753834"/>
                <a:chExt cx="470985" cy="455906"/>
              </a:xfrm>
            </p:grpSpPr>
            <p:sp>
              <p:nvSpPr>
                <p:cNvPr id="3736" name="Google Shape;3736;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14"/>
            <p:cNvGrpSpPr/>
            <p:nvPr/>
          </p:nvGrpSpPr>
          <p:grpSpPr>
            <a:xfrm flipH="1" rot="8833976">
              <a:off x="4214846" y="3438470"/>
              <a:ext cx="804524" cy="1469662"/>
              <a:chOff x="3377730" y="919968"/>
              <a:chExt cx="471039" cy="860470"/>
            </a:xfrm>
          </p:grpSpPr>
          <p:grpSp>
            <p:nvGrpSpPr>
              <p:cNvPr id="3747" name="Google Shape;3747;p14"/>
              <p:cNvGrpSpPr/>
              <p:nvPr/>
            </p:nvGrpSpPr>
            <p:grpSpPr>
              <a:xfrm>
                <a:off x="3377730" y="919968"/>
                <a:ext cx="408804" cy="692511"/>
                <a:chOff x="3377730" y="919968"/>
                <a:chExt cx="408804" cy="692511"/>
              </a:xfrm>
            </p:grpSpPr>
            <p:sp>
              <p:nvSpPr>
                <p:cNvPr id="3748" name="Google Shape;3748;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14"/>
              <p:cNvGrpSpPr/>
              <p:nvPr/>
            </p:nvGrpSpPr>
            <p:grpSpPr>
              <a:xfrm>
                <a:off x="3487239" y="1131104"/>
                <a:ext cx="361530" cy="649334"/>
                <a:chOff x="1266852" y="1150479"/>
                <a:chExt cx="361530" cy="649334"/>
              </a:xfrm>
            </p:grpSpPr>
            <p:sp>
              <p:nvSpPr>
                <p:cNvPr id="3761" name="Google Shape;3761;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14"/>
            <p:cNvGrpSpPr/>
            <p:nvPr/>
          </p:nvGrpSpPr>
          <p:grpSpPr>
            <a:xfrm rot="4488281">
              <a:off x="3583731" y="2580940"/>
              <a:ext cx="887798" cy="871068"/>
              <a:chOff x="3086354" y="1785830"/>
              <a:chExt cx="887833" cy="871102"/>
            </a:xfrm>
          </p:grpSpPr>
          <p:grpSp>
            <p:nvGrpSpPr>
              <p:cNvPr id="3770" name="Google Shape;3770;p14"/>
              <p:cNvGrpSpPr/>
              <p:nvPr/>
            </p:nvGrpSpPr>
            <p:grpSpPr>
              <a:xfrm rot="-2169427">
                <a:off x="3251277" y="1839739"/>
                <a:ext cx="408803" cy="692509"/>
                <a:chOff x="3377730" y="919968"/>
                <a:chExt cx="408804" cy="692511"/>
              </a:xfrm>
            </p:grpSpPr>
            <p:sp>
              <p:nvSpPr>
                <p:cNvPr id="3771" name="Google Shape;3771;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4"/>
              <p:cNvGrpSpPr/>
              <p:nvPr/>
            </p:nvGrpSpPr>
            <p:grpSpPr>
              <a:xfrm rot="-2169427">
                <a:off x="3455919" y="1963478"/>
                <a:ext cx="361529" cy="649332"/>
                <a:chOff x="1266852" y="1150479"/>
                <a:chExt cx="361530" cy="649334"/>
              </a:xfrm>
            </p:grpSpPr>
            <p:sp>
              <p:nvSpPr>
                <p:cNvPr id="3784" name="Google Shape;3784;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14"/>
            <p:cNvGrpSpPr/>
            <p:nvPr/>
          </p:nvGrpSpPr>
          <p:grpSpPr>
            <a:xfrm>
              <a:off x="3238754" y="1938230"/>
              <a:ext cx="887833" cy="871102"/>
              <a:chOff x="3086354" y="1785830"/>
              <a:chExt cx="887833" cy="871102"/>
            </a:xfrm>
          </p:grpSpPr>
          <p:grpSp>
            <p:nvGrpSpPr>
              <p:cNvPr id="3793" name="Google Shape;3793;p14"/>
              <p:cNvGrpSpPr/>
              <p:nvPr/>
            </p:nvGrpSpPr>
            <p:grpSpPr>
              <a:xfrm rot="-2169427">
                <a:off x="3251277" y="1839739"/>
                <a:ext cx="408803" cy="692509"/>
                <a:chOff x="3377730" y="919968"/>
                <a:chExt cx="408804" cy="692511"/>
              </a:xfrm>
            </p:grpSpPr>
            <p:sp>
              <p:nvSpPr>
                <p:cNvPr id="3794" name="Google Shape;3794;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14"/>
              <p:cNvGrpSpPr/>
              <p:nvPr/>
            </p:nvGrpSpPr>
            <p:grpSpPr>
              <a:xfrm rot="-2169427">
                <a:off x="3455919" y="1963478"/>
                <a:ext cx="361529" cy="649332"/>
                <a:chOff x="1266852" y="1150479"/>
                <a:chExt cx="361530" cy="649334"/>
              </a:xfrm>
            </p:grpSpPr>
            <p:sp>
              <p:nvSpPr>
                <p:cNvPr id="3807" name="Google Shape;3807;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14"/>
            <p:cNvGrpSpPr/>
            <p:nvPr/>
          </p:nvGrpSpPr>
          <p:grpSpPr>
            <a:xfrm>
              <a:off x="3490978" y="1037105"/>
              <a:ext cx="575468" cy="1051322"/>
              <a:chOff x="3377730" y="919968"/>
              <a:chExt cx="471039" cy="860470"/>
            </a:xfrm>
          </p:grpSpPr>
          <p:grpSp>
            <p:nvGrpSpPr>
              <p:cNvPr id="3816" name="Google Shape;3816;p14"/>
              <p:cNvGrpSpPr/>
              <p:nvPr/>
            </p:nvGrpSpPr>
            <p:grpSpPr>
              <a:xfrm>
                <a:off x="3377730" y="919968"/>
                <a:ext cx="408804" cy="692511"/>
                <a:chOff x="3377730" y="919968"/>
                <a:chExt cx="408804" cy="692511"/>
              </a:xfrm>
            </p:grpSpPr>
            <p:sp>
              <p:nvSpPr>
                <p:cNvPr id="3817" name="Google Shape;3817;p14"/>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4"/>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14"/>
              <p:cNvGrpSpPr/>
              <p:nvPr/>
            </p:nvGrpSpPr>
            <p:grpSpPr>
              <a:xfrm>
                <a:off x="3487239" y="1131104"/>
                <a:ext cx="361530" cy="649334"/>
                <a:chOff x="1266852" y="1150479"/>
                <a:chExt cx="361530" cy="649334"/>
              </a:xfrm>
            </p:grpSpPr>
            <p:sp>
              <p:nvSpPr>
                <p:cNvPr id="3830" name="Google Shape;3830;p14"/>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14"/>
            <p:cNvGrpSpPr/>
            <p:nvPr/>
          </p:nvGrpSpPr>
          <p:grpSpPr>
            <a:xfrm>
              <a:off x="3517102" y="2473933"/>
              <a:ext cx="590853" cy="538858"/>
              <a:chOff x="2374102" y="2397733"/>
              <a:chExt cx="590853" cy="538858"/>
            </a:xfrm>
          </p:grpSpPr>
          <p:grpSp>
            <p:nvGrpSpPr>
              <p:cNvPr id="3839" name="Google Shape;3839;p14"/>
              <p:cNvGrpSpPr/>
              <p:nvPr/>
            </p:nvGrpSpPr>
            <p:grpSpPr>
              <a:xfrm>
                <a:off x="2374102" y="2397733"/>
                <a:ext cx="590853" cy="538858"/>
                <a:chOff x="1993102" y="2397733"/>
                <a:chExt cx="590853" cy="538858"/>
              </a:xfrm>
            </p:grpSpPr>
            <p:sp>
              <p:nvSpPr>
                <p:cNvPr id="3840" name="Google Shape;3840;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 name="Google Shape;3856;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9" name="Google Shape;3859;p14"/>
              <p:cNvGrpSpPr/>
              <p:nvPr/>
            </p:nvGrpSpPr>
            <p:grpSpPr>
              <a:xfrm>
                <a:off x="2672051" y="2466803"/>
                <a:ext cx="88776" cy="97630"/>
                <a:chOff x="2291051" y="2466803"/>
                <a:chExt cx="88776" cy="97630"/>
              </a:xfrm>
            </p:grpSpPr>
            <p:sp>
              <p:nvSpPr>
                <p:cNvPr id="3860" name="Google Shape;3860;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4"/>
            <p:cNvGrpSpPr/>
            <p:nvPr/>
          </p:nvGrpSpPr>
          <p:grpSpPr>
            <a:xfrm rot="352659">
              <a:off x="3394332" y="1622136"/>
              <a:ext cx="676583" cy="547330"/>
              <a:chOff x="1981897" y="1546050"/>
              <a:chExt cx="676612" cy="547354"/>
            </a:xfrm>
          </p:grpSpPr>
          <p:grpSp>
            <p:nvGrpSpPr>
              <p:cNvPr id="3897" name="Google Shape;3897;p14"/>
              <p:cNvGrpSpPr/>
              <p:nvPr/>
            </p:nvGrpSpPr>
            <p:grpSpPr>
              <a:xfrm>
                <a:off x="2240847" y="1546050"/>
                <a:ext cx="258712" cy="250429"/>
                <a:chOff x="1490538" y="753834"/>
                <a:chExt cx="470985" cy="455906"/>
              </a:xfrm>
            </p:grpSpPr>
            <p:sp>
              <p:nvSpPr>
                <p:cNvPr id="3898" name="Google Shape;3898;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14"/>
              <p:cNvGrpSpPr/>
              <p:nvPr/>
            </p:nvGrpSpPr>
            <p:grpSpPr>
              <a:xfrm>
                <a:off x="2399797" y="1673288"/>
                <a:ext cx="258712" cy="250429"/>
                <a:chOff x="1490538" y="753834"/>
                <a:chExt cx="470985" cy="455906"/>
              </a:xfrm>
            </p:grpSpPr>
            <p:sp>
              <p:nvSpPr>
                <p:cNvPr id="3909" name="Google Shape;390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14"/>
              <p:cNvGrpSpPr/>
              <p:nvPr/>
            </p:nvGrpSpPr>
            <p:grpSpPr>
              <a:xfrm>
                <a:off x="2159535" y="1742038"/>
                <a:ext cx="258712" cy="250429"/>
                <a:chOff x="1490538" y="753834"/>
                <a:chExt cx="470985" cy="455906"/>
              </a:xfrm>
            </p:grpSpPr>
            <p:sp>
              <p:nvSpPr>
                <p:cNvPr id="3920" name="Google Shape;392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4"/>
              <p:cNvGrpSpPr/>
              <p:nvPr/>
            </p:nvGrpSpPr>
            <p:grpSpPr>
              <a:xfrm>
                <a:off x="2323985" y="1842975"/>
                <a:ext cx="258712" cy="250429"/>
                <a:chOff x="1490538" y="753834"/>
                <a:chExt cx="470985" cy="455906"/>
              </a:xfrm>
            </p:grpSpPr>
            <p:sp>
              <p:nvSpPr>
                <p:cNvPr id="3931" name="Google Shape;3931;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14"/>
              <p:cNvGrpSpPr/>
              <p:nvPr/>
            </p:nvGrpSpPr>
            <p:grpSpPr>
              <a:xfrm>
                <a:off x="1981897" y="1804075"/>
                <a:ext cx="258712" cy="250429"/>
                <a:chOff x="1490538" y="753834"/>
                <a:chExt cx="470985" cy="455906"/>
              </a:xfrm>
            </p:grpSpPr>
            <p:sp>
              <p:nvSpPr>
                <p:cNvPr id="3942" name="Google Shape;3942;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14"/>
            <p:cNvGrpSpPr/>
            <p:nvPr/>
          </p:nvGrpSpPr>
          <p:grpSpPr>
            <a:xfrm flipH="1">
              <a:off x="3270102" y="2806996"/>
              <a:ext cx="590853" cy="538858"/>
              <a:chOff x="2374102" y="2397733"/>
              <a:chExt cx="590853" cy="538858"/>
            </a:xfrm>
          </p:grpSpPr>
          <p:grpSp>
            <p:nvGrpSpPr>
              <p:cNvPr id="3953" name="Google Shape;3953;p14"/>
              <p:cNvGrpSpPr/>
              <p:nvPr/>
            </p:nvGrpSpPr>
            <p:grpSpPr>
              <a:xfrm>
                <a:off x="2374102" y="2397733"/>
                <a:ext cx="590853" cy="538858"/>
                <a:chOff x="1993102" y="2397733"/>
                <a:chExt cx="590853" cy="538858"/>
              </a:xfrm>
            </p:grpSpPr>
            <p:sp>
              <p:nvSpPr>
                <p:cNvPr id="3954" name="Google Shape;3954;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0" name="Google Shape;3970;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3" name="Google Shape;3973;p14"/>
              <p:cNvGrpSpPr/>
              <p:nvPr/>
            </p:nvGrpSpPr>
            <p:grpSpPr>
              <a:xfrm>
                <a:off x="2672051" y="2466803"/>
                <a:ext cx="88776" cy="97630"/>
                <a:chOff x="2291051" y="2466803"/>
                <a:chExt cx="88776" cy="97630"/>
              </a:xfrm>
            </p:grpSpPr>
            <p:sp>
              <p:nvSpPr>
                <p:cNvPr id="3974" name="Google Shape;3974;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14"/>
            <p:cNvGrpSpPr/>
            <p:nvPr/>
          </p:nvGrpSpPr>
          <p:grpSpPr>
            <a:xfrm>
              <a:off x="3446433" y="3091192"/>
              <a:ext cx="1319021" cy="1203001"/>
              <a:chOff x="2374102" y="2397733"/>
              <a:chExt cx="590853" cy="538858"/>
            </a:xfrm>
          </p:grpSpPr>
          <p:grpSp>
            <p:nvGrpSpPr>
              <p:cNvPr id="4011" name="Google Shape;4011;p14"/>
              <p:cNvGrpSpPr/>
              <p:nvPr/>
            </p:nvGrpSpPr>
            <p:grpSpPr>
              <a:xfrm>
                <a:off x="2374102" y="2397733"/>
                <a:ext cx="590853" cy="538858"/>
                <a:chOff x="1993102" y="2397733"/>
                <a:chExt cx="590853" cy="538858"/>
              </a:xfrm>
            </p:grpSpPr>
            <p:sp>
              <p:nvSpPr>
                <p:cNvPr id="4012" name="Google Shape;4012;p14"/>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14"/>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1" name="Google Shape;4031;p14"/>
              <p:cNvGrpSpPr/>
              <p:nvPr/>
            </p:nvGrpSpPr>
            <p:grpSpPr>
              <a:xfrm>
                <a:off x="2672051" y="2466803"/>
                <a:ext cx="88776" cy="97630"/>
                <a:chOff x="2291051" y="2466803"/>
                <a:chExt cx="88776" cy="97630"/>
              </a:xfrm>
            </p:grpSpPr>
            <p:sp>
              <p:nvSpPr>
                <p:cNvPr id="4032" name="Google Shape;4032;p14"/>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14"/>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14"/>
            <p:cNvGrpSpPr/>
            <p:nvPr/>
          </p:nvGrpSpPr>
          <p:grpSpPr>
            <a:xfrm>
              <a:off x="4490110" y="3659885"/>
              <a:ext cx="365767" cy="351686"/>
              <a:chOff x="1490538" y="753834"/>
              <a:chExt cx="470985" cy="455906"/>
            </a:xfrm>
          </p:grpSpPr>
          <p:sp>
            <p:nvSpPr>
              <p:cNvPr id="4069" name="Google Shape;4069;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14"/>
            <p:cNvGrpSpPr/>
            <p:nvPr/>
          </p:nvGrpSpPr>
          <p:grpSpPr>
            <a:xfrm rot="-975329">
              <a:off x="4865699" y="3543897"/>
              <a:ext cx="365789" cy="351698"/>
              <a:chOff x="1490538" y="753834"/>
              <a:chExt cx="470985" cy="455906"/>
            </a:xfrm>
          </p:grpSpPr>
          <p:sp>
            <p:nvSpPr>
              <p:cNvPr id="4080" name="Google Shape;4080;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0" name="Google Shape;4090;p14"/>
          <p:cNvSpPr/>
          <p:nvPr/>
        </p:nvSpPr>
        <p:spPr>
          <a:xfrm>
            <a:off x="7566494" y="106005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a:off x="6982654" y="971846"/>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a:off x="6760829" y="67851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14"/>
          <p:cNvGrpSpPr/>
          <p:nvPr/>
        </p:nvGrpSpPr>
        <p:grpSpPr>
          <a:xfrm>
            <a:off x="149379" y="183377"/>
            <a:ext cx="684032" cy="697236"/>
            <a:chOff x="121063" y="211715"/>
            <a:chExt cx="684032" cy="697236"/>
          </a:xfrm>
        </p:grpSpPr>
        <p:grpSp>
          <p:nvGrpSpPr>
            <p:cNvPr id="4094" name="Google Shape;4094;p14"/>
            <p:cNvGrpSpPr/>
            <p:nvPr/>
          </p:nvGrpSpPr>
          <p:grpSpPr>
            <a:xfrm flipH="1">
              <a:off x="482506" y="211715"/>
              <a:ext cx="322588" cy="124262"/>
              <a:chOff x="2449294" y="636165"/>
              <a:chExt cx="322588" cy="124262"/>
            </a:xfrm>
          </p:grpSpPr>
          <p:sp>
            <p:nvSpPr>
              <p:cNvPr id="4095" name="Google Shape;4095;p14"/>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4"/>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4"/>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4"/>
            <p:cNvGrpSpPr/>
            <p:nvPr/>
          </p:nvGrpSpPr>
          <p:grpSpPr>
            <a:xfrm>
              <a:off x="121063" y="377859"/>
              <a:ext cx="470985" cy="455906"/>
              <a:chOff x="1490538" y="753834"/>
              <a:chExt cx="470985" cy="455906"/>
            </a:xfrm>
          </p:grpSpPr>
          <p:sp>
            <p:nvSpPr>
              <p:cNvPr id="4105" name="Google Shape;4105;p14"/>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4"/>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4"/>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4"/>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4"/>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4"/>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4"/>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4"/>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4"/>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4"/>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14"/>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4"/>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4"/>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118" name="Shape 4118"/>
        <p:cNvGrpSpPr/>
        <p:nvPr/>
      </p:nvGrpSpPr>
      <p:grpSpPr>
        <a:xfrm>
          <a:off x="0" y="0"/>
          <a:ext cx="0" cy="0"/>
          <a:chOff x="0" y="0"/>
          <a:chExt cx="0" cy="0"/>
        </a:xfrm>
      </p:grpSpPr>
      <p:sp>
        <p:nvSpPr>
          <p:cNvPr id="4119" name="Google Shape;4119;p15"/>
          <p:cNvSpPr txBox="1"/>
          <p:nvPr>
            <p:ph idx="1" type="subTitle"/>
          </p:nvPr>
        </p:nvSpPr>
        <p:spPr>
          <a:xfrm>
            <a:off x="914463"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0" name="Google Shape;4120;p15"/>
          <p:cNvSpPr txBox="1"/>
          <p:nvPr>
            <p:ph idx="2" type="subTitle"/>
          </p:nvPr>
        </p:nvSpPr>
        <p:spPr>
          <a:xfrm>
            <a:off x="4852742" y="1629875"/>
            <a:ext cx="3376800" cy="246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21" name="Google Shape;4121;p15"/>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122" name="Google Shape;4122;p15"/>
          <p:cNvGrpSpPr/>
          <p:nvPr/>
        </p:nvGrpSpPr>
        <p:grpSpPr>
          <a:xfrm flipH="1" rot="10800000">
            <a:off x="149392" y="4254877"/>
            <a:ext cx="684032" cy="697236"/>
            <a:chOff x="121063" y="211715"/>
            <a:chExt cx="684032" cy="697236"/>
          </a:xfrm>
        </p:grpSpPr>
        <p:grpSp>
          <p:nvGrpSpPr>
            <p:cNvPr id="4123" name="Google Shape;4123;p15"/>
            <p:cNvGrpSpPr/>
            <p:nvPr/>
          </p:nvGrpSpPr>
          <p:grpSpPr>
            <a:xfrm flipH="1">
              <a:off x="482506" y="211715"/>
              <a:ext cx="322588" cy="124262"/>
              <a:chOff x="2449294" y="636165"/>
              <a:chExt cx="322588" cy="124262"/>
            </a:xfrm>
          </p:grpSpPr>
          <p:sp>
            <p:nvSpPr>
              <p:cNvPr id="4124" name="Google Shape;4124;p1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15"/>
            <p:cNvGrpSpPr/>
            <p:nvPr/>
          </p:nvGrpSpPr>
          <p:grpSpPr>
            <a:xfrm>
              <a:off x="121063" y="377859"/>
              <a:ext cx="470985" cy="455906"/>
              <a:chOff x="1490538" y="753834"/>
              <a:chExt cx="470985" cy="455906"/>
            </a:xfrm>
          </p:grpSpPr>
          <p:sp>
            <p:nvSpPr>
              <p:cNvPr id="4134" name="Google Shape;413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1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15"/>
          <p:cNvGrpSpPr/>
          <p:nvPr/>
        </p:nvGrpSpPr>
        <p:grpSpPr>
          <a:xfrm flipH="1" rot="-5400000">
            <a:off x="6536293" y="-1405817"/>
            <a:ext cx="2353234" cy="4389250"/>
            <a:chOff x="3238754" y="1037105"/>
            <a:chExt cx="2114316" cy="3971813"/>
          </a:xfrm>
        </p:grpSpPr>
        <p:grpSp>
          <p:nvGrpSpPr>
            <p:cNvPr id="4148" name="Google Shape;4148;p15"/>
            <p:cNvGrpSpPr/>
            <p:nvPr/>
          </p:nvGrpSpPr>
          <p:grpSpPr>
            <a:xfrm rot="352619">
              <a:off x="3514228" y="3929201"/>
              <a:ext cx="820714" cy="663927"/>
              <a:chOff x="1981897" y="1546050"/>
              <a:chExt cx="676612" cy="547354"/>
            </a:xfrm>
          </p:grpSpPr>
          <p:grpSp>
            <p:nvGrpSpPr>
              <p:cNvPr id="4149" name="Google Shape;4149;p15"/>
              <p:cNvGrpSpPr/>
              <p:nvPr/>
            </p:nvGrpSpPr>
            <p:grpSpPr>
              <a:xfrm>
                <a:off x="2240847" y="1546050"/>
                <a:ext cx="258712" cy="250429"/>
                <a:chOff x="1490538" y="753834"/>
                <a:chExt cx="470985" cy="455906"/>
              </a:xfrm>
            </p:grpSpPr>
            <p:sp>
              <p:nvSpPr>
                <p:cNvPr id="4150" name="Google Shape;415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5"/>
              <p:cNvGrpSpPr/>
              <p:nvPr/>
            </p:nvGrpSpPr>
            <p:grpSpPr>
              <a:xfrm>
                <a:off x="2399797" y="1673288"/>
                <a:ext cx="258712" cy="250429"/>
                <a:chOff x="1490538" y="753834"/>
                <a:chExt cx="470985" cy="455906"/>
              </a:xfrm>
            </p:grpSpPr>
            <p:sp>
              <p:nvSpPr>
                <p:cNvPr id="4161" name="Google Shape;4161;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5"/>
              <p:cNvGrpSpPr/>
              <p:nvPr/>
            </p:nvGrpSpPr>
            <p:grpSpPr>
              <a:xfrm>
                <a:off x="2159535" y="1742038"/>
                <a:ext cx="258712" cy="250429"/>
                <a:chOff x="1490538" y="753834"/>
                <a:chExt cx="470985" cy="455906"/>
              </a:xfrm>
            </p:grpSpPr>
            <p:sp>
              <p:nvSpPr>
                <p:cNvPr id="4172" name="Google Shape;4172;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15"/>
              <p:cNvGrpSpPr/>
              <p:nvPr/>
            </p:nvGrpSpPr>
            <p:grpSpPr>
              <a:xfrm>
                <a:off x="2323985" y="1842975"/>
                <a:ext cx="258712" cy="250429"/>
                <a:chOff x="1490538" y="753834"/>
                <a:chExt cx="470985" cy="455906"/>
              </a:xfrm>
            </p:grpSpPr>
            <p:sp>
              <p:nvSpPr>
                <p:cNvPr id="4183" name="Google Shape;4183;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15"/>
              <p:cNvGrpSpPr/>
              <p:nvPr/>
            </p:nvGrpSpPr>
            <p:grpSpPr>
              <a:xfrm>
                <a:off x="1981897" y="1804075"/>
                <a:ext cx="258712" cy="250429"/>
                <a:chOff x="1490538" y="753834"/>
                <a:chExt cx="470985" cy="455906"/>
              </a:xfrm>
            </p:grpSpPr>
            <p:sp>
              <p:nvSpPr>
                <p:cNvPr id="4194" name="Google Shape;4194;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4" name="Google Shape;4204;p15"/>
            <p:cNvGrpSpPr/>
            <p:nvPr/>
          </p:nvGrpSpPr>
          <p:grpSpPr>
            <a:xfrm flipH="1" rot="8833976">
              <a:off x="4214846" y="3438470"/>
              <a:ext cx="804524" cy="1469662"/>
              <a:chOff x="3377730" y="919968"/>
              <a:chExt cx="471039" cy="860470"/>
            </a:xfrm>
          </p:grpSpPr>
          <p:grpSp>
            <p:nvGrpSpPr>
              <p:cNvPr id="4205" name="Google Shape;4205;p15"/>
              <p:cNvGrpSpPr/>
              <p:nvPr/>
            </p:nvGrpSpPr>
            <p:grpSpPr>
              <a:xfrm>
                <a:off x="3377730" y="919968"/>
                <a:ext cx="408804" cy="692511"/>
                <a:chOff x="3377730" y="919968"/>
                <a:chExt cx="408804" cy="692511"/>
              </a:xfrm>
            </p:grpSpPr>
            <p:sp>
              <p:nvSpPr>
                <p:cNvPr id="4206" name="Google Shape;4206;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15"/>
              <p:cNvGrpSpPr/>
              <p:nvPr/>
            </p:nvGrpSpPr>
            <p:grpSpPr>
              <a:xfrm>
                <a:off x="3487239" y="1131104"/>
                <a:ext cx="361530" cy="649334"/>
                <a:chOff x="1266852" y="1150479"/>
                <a:chExt cx="361530" cy="649334"/>
              </a:xfrm>
            </p:grpSpPr>
            <p:sp>
              <p:nvSpPr>
                <p:cNvPr id="4219" name="Google Shape;4219;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15"/>
            <p:cNvGrpSpPr/>
            <p:nvPr/>
          </p:nvGrpSpPr>
          <p:grpSpPr>
            <a:xfrm rot="4488281">
              <a:off x="3583731" y="2580940"/>
              <a:ext cx="887798" cy="871068"/>
              <a:chOff x="3086354" y="1785830"/>
              <a:chExt cx="887833" cy="871102"/>
            </a:xfrm>
          </p:grpSpPr>
          <p:grpSp>
            <p:nvGrpSpPr>
              <p:cNvPr id="4228" name="Google Shape;4228;p15"/>
              <p:cNvGrpSpPr/>
              <p:nvPr/>
            </p:nvGrpSpPr>
            <p:grpSpPr>
              <a:xfrm rot="-2169427">
                <a:off x="3251277" y="1839739"/>
                <a:ext cx="408803" cy="692509"/>
                <a:chOff x="3377730" y="919968"/>
                <a:chExt cx="408804" cy="692511"/>
              </a:xfrm>
            </p:grpSpPr>
            <p:sp>
              <p:nvSpPr>
                <p:cNvPr id="4229" name="Google Shape;4229;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15"/>
              <p:cNvGrpSpPr/>
              <p:nvPr/>
            </p:nvGrpSpPr>
            <p:grpSpPr>
              <a:xfrm rot="-2169427">
                <a:off x="3455919" y="1963478"/>
                <a:ext cx="361529" cy="649332"/>
                <a:chOff x="1266852" y="1150479"/>
                <a:chExt cx="361530" cy="649334"/>
              </a:xfrm>
            </p:grpSpPr>
            <p:sp>
              <p:nvSpPr>
                <p:cNvPr id="4242" name="Google Shape;4242;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0" name="Google Shape;4250;p15"/>
            <p:cNvGrpSpPr/>
            <p:nvPr/>
          </p:nvGrpSpPr>
          <p:grpSpPr>
            <a:xfrm>
              <a:off x="3238754" y="1938230"/>
              <a:ext cx="887833" cy="871102"/>
              <a:chOff x="3086354" y="1785830"/>
              <a:chExt cx="887833" cy="871102"/>
            </a:xfrm>
          </p:grpSpPr>
          <p:grpSp>
            <p:nvGrpSpPr>
              <p:cNvPr id="4251" name="Google Shape;4251;p15"/>
              <p:cNvGrpSpPr/>
              <p:nvPr/>
            </p:nvGrpSpPr>
            <p:grpSpPr>
              <a:xfrm rot="-2169427">
                <a:off x="3251277" y="1839739"/>
                <a:ext cx="408803" cy="692509"/>
                <a:chOff x="3377730" y="919968"/>
                <a:chExt cx="408804" cy="692511"/>
              </a:xfrm>
            </p:grpSpPr>
            <p:sp>
              <p:nvSpPr>
                <p:cNvPr id="4252" name="Google Shape;4252;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
              <p:cNvGrpSpPr/>
              <p:nvPr/>
            </p:nvGrpSpPr>
            <p:grpSpPr>
              <a:xfrm rot="-2169427">
                <a:off x="3455919" y="1963478"/>
                <a:ext cx="361529" cy="649332"/>
                <a:chOff x="1266852" y="1150479"/>
                <a:chExt cx="361530" cy="649334"/>
              </a:xfrm>
            </p:grpSpPr>
            <p:sp>
              <p:nvSpPr>
                <p:cNvPr id="4265" name="Google Shape;4265;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15"/>
            <p:cNvGrpSpPr/>
            <p:nvPr/>
          </p:nvGrpSpPr>
          <p:grpSpPr>
            <a:xfrm>
              <a:off x="3490978" y="1037105"/>
              <a:ext cx="575468" cy="1051322"/>
              <a:chOff x="3377730" y="919968"/>
              <a:chExt cx="471039" cy="860470"/>
            </a:xfrm>
          </p:grpSpPr>
          <p:grpSp>
            <p:nvGrpSpPr>
              <p:cNvPr id="4274" name="Google Shape;4274;p15"/>
              <p:cNvGrpSpPr/>
              <p:nvPr/>
            </p:nvGrpSpPr>
            <p:grpSpPr>
              <a:xfrm>
                <a:off x="3377730" y="919968"/>
                <a:ext cx="408804" cy="692511"/>
                <a:chOff x="3377730" y="919968"/>
                <a:chExt cx="408804" cy="692511"/>
              </a:xfrm>
            </p:grpSpPr>
            <p:sp>
              <p:nvSpPr>
                <p:cNvPr id="4275" name="Google Shape;4275;p1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15"/>
              <p:cNvGrpSpPr/>
              <p:nvPr/>
            </p:nvGrpSpPr>
            <p:grpSpPr>
              <a:xfrm>
                <a:off x="3487239" y="1131104"/>
                <a:ext cx="361530" cy="649334"/>
                <a:chOff x="1266852" y="1150479"/>
                <a:chExt cx="361530" cy="649334"/>
              </a:xfrm>
            </p:grpSpPr>
            <p:sp>
              <p:nvSpPr>
                <p:cNvPr id="4288" name="Google Shape;4288;p1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6" name="Google Shape;4296;p15"/>
            <p:cNvGrpSpPr/>
            <p:nvPr/>
          </p:nvGrpSpPr>
          <p:grpSpPr>
            <a:xfrm>
              <a:off x="3517102" y="2473933"/>
              <a:ext cx="590853" cy="538858"/>
              <a:chOff x="2374102" y="2397733"/>
              <a:chExt cx="590853" cy="538858"/>
            </a:xfrm>
          </p:grpSpPr>
          <p:grpSp>
            <p:nvGrpSpPr>
              <p:cNvPr id="4297" name="Google Shape;4297;p15"/>
              <p:cNvGrpSpPr/>
              <p:nvPr/>
            </p:nvGrpSpPr>
            <p:grpSpPr>
              <a:xfrm>
                <a:off x="2374102" y="2397733"/>
                <a:ext cx="590853" cy="538858"/>
                <a:chOff x="1993102" y="2397733"/>
                <a:chExt cx="590853" cy="538858"/>
              </a:xfrm>
            </p:grpSpPr>
            <p:sp>
              <p:nvSpPr>
                <p:cNvPr id="4298" name="Google Shape;4298;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15"/>
              <p:cNvGrpSpPr/>
              <p:nvPr/>
            </p:nvGrpSpPr>
            <p:grpSpPr>
              <a:xfrm>
                <a:off x="2672051" y="2466803"/>
                <a:ext cx="88776" cy="97630"/>
                <a:chOff x="2291051" y="2466803"/>
                <a:chExt cx="88776" cy="97630"/>
              </a:xfrm>
            </p:grpSpPr>
            <p:sp>
              <p:nvSpPr>
                <p:cNvPr id="4318" name="Google Shape;4318;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15"/>
            <p:cNvGrpSpPr/>
            <p:nvPr/>
          </p:nvGrpSpPr>
          <p:grpSpPr>
            <a:xfrm rot="352659">
              <a:off x="3394332" y="1622136"/>
              <a:ext cx="676583" cy="547330"/>
              <a:chOff x="1981897" y="1546050"/>
              <a:chExt cx="676612" cy="547354"/>
            </a:xfrm>
          </p:grpSpPr>
          <p:grpSp>
            <p:nvGrpSpPr>
              <p:cNvPr id="4355" name="Google Shape;4355;p15"/>
              <p:cNvGrpSpPr/>
              <p:nvPr/>
            </p:nvGrpSpPr>
            <p:grpSpPr>
              <a:xfrm>
                <a:off x="2240847" y="1546050"/>
                <a:ext cx="258712" cy="250429"/>
                <a:chOff x="1490538" y="753834"/>
                <a:chExt cx="470985" cy="455906"/>
              </a:xfrm>
            </p:grpSpPr>
            <p:sp>
              <p:nvSpPr>
                <p:cNvPr id="4356" name="Google Shape;4356;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15"/>
              <p:cNvGrpSpPr/>
              <p:nvPr/>
            </p:nvGrpSpPr>
            <p:grpSpPr>
              <a:xfrm>
                <a:off x="2399797" y="1673288"/>
                <a:ext cx="258712" cy="250429"/>
                <a:chOff x="1490538" y="753834"/>
                <a:chExt cx="470985" cy="455906"/>
              </a:xfrm>
            </p:grpSpPr>
            <p:sp>
              <p:nvSpPr>
                <p:cNvPr id="4367" name="Google Shape;436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5"/>
              <p:cNvGrpSpPr/>
              <p:nvPr/>
            </p:nvGrpSpPr>
            <p:grpSpPr>
              <a:xfrm>
                <a:off x="2159535" y="1742038"/>
                <a:ext cx="258712" cy="250429"/>
                <a:chOff x="1490538" y="753834"/>
                <a:chExt cx="470985" cy="455906"/>
              </a:xfrm>
            </p:grpSpPr>
            <p:sp>
              <p:nvSpPr>
                <p:cNvPr id="4378" name="Google Shape;437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15"/>
              <p:cNvGrpSpPr/>
              <p:nvPr/>
            </p:nvGrpSpPr>
            <p:grpSpPr>
              <a:xfrm>
                <a:off x="2323985" y="1842975"/>
                <a:ext cx="258712" cy="250429"/>
                <a:chOff x="1490538" y="753834"/>
                <a:chExt cx="470985" cy="455906"/>
              </a:xfrm>
            </p:grpSpPr>
            <p:sp>
              <p:nvSpPr>
                <p:cNvPr id="4389" name="Google Shape;4389;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15"/>
              <p:cNvGrpSpPr/>
              <p:nvPr/>
            </p:nvGrpSpPr>
            <p:grpSpPr>
              <a:xfrm>
                <a:off x="1981897" y="1804075"/>
                <a:ext cx="258712" cy="250429"/>
                <a:chOff x="1490538" y="753834"/>
                <a:chExt cx="470985" cy="455906"/>
              </a:xfrm>
            </p:grpSpPr>
            <p:sp>
              <p:nvSpPr>
                <p:cNvPr id="4400" name="Google Shape;4400;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15"/>
            <p:cNvGrpSpPr/>
            <p:nvPr/>
          </p:nvGrpSpPr>
          <p:grpSpPr>
            <a:xfrm flipH="1">
              <a:off x="3270102" y="2806996"/>
              <a:ext cx="590853" cy="538858"/>
              <a:chOff x="2374102" y="2397733"/>
              <a:chExt cx="590853" cy="538858"/>
            </a:xfrm>
          </p:grpSpPr>
          <p:grpSp>
            <p:nvGrpSpPr>
              <p:cNvPr id="4411" name="Google Shape;4411;p15"/>
              <p:cNvGrpSpPr/>
              <p:nvPr/>
            </p:nvGrpSpPr>
            <p:grpSpPr>
              <a:xfrm>
                <a:off x="2374102" y="2397733"/>
                <a:ext cx="590853" cy="538858"/>
                <a:chOff x="1993102" y="2397733"/>
                <a:chExt cx="590853" cy="538858"/>
              </a:xfrm>
            </p:grpSpPr>
            <p:sp>
              <p:nvSpPr>
                <p:cNvPr id="4412" name="Google Shape;4412;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15"/>
              <p:cNvGrpSpPr/>
              <p:nvPr/>
            </p:nvGrpSpPr>
            <p:grpSpPr>
              <a:xfrm>
                <a:off x="2672051" y="2466803"/>
                <a:ext cx="88776" cy="97630"/>
                <a:chOff x="2291051" y="2466803"/>
                <a:chExt cx="88776" cy="97630"/>
              </a:xfrm>
            </p:grpSpPr>
            <p:sp>
              <p:nvSpPr>
                <p:cNvPr id="4432" name="Google Shape;4432;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15"/>
            <p:cNvGrpSpPr/>
            <p:nvPr/>
          </p:nvGrpSpPr>
          <p:grpSpPr>
            <a:xfrm>
              <a:off x="3446433" y="3091192"/>
              <a:ext cx="1319021" cy="1203001"/>
              <a:chOff x="2374102" y="2397733"/>
              <a:chExt cx="590853" cy="538858"/>
            </a:xfrm>
          </p:grpSpPr>
          <p:grpSp>
            <p:nvGrpSpPr>
              <p:cNvPr id="4469" name="Google Shape;4469;p15"/>
              <p:cNvGrpSpPr/>
              <p:nvPr/>
            </p:nvGrpSpPr>
            <p:grpSpPr>
              <a:xfrm>
                <a:off x="2374102" y="2397733"/>
                <a:ext cx="590853" cy="538858"/>
                <a:chOff x="1993102" y="2397733"/>
                <a:chExt cx="590853" cy="538858"/>
              </a:xfrm>
            </p:grpSpPr>
            <p:sp>
              <p:nvSpPr>
                <p:cNvPr id="4470" name="Google Shape;4470;p1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1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15"/>
              <p:cNvGrpSpPr/>
              <p:nvPr/>
            </p:nvGrpSpPr>
            <p:grpSpPr>
              <a:xfrm>
                <a:off x="2672051" y="2466803"/>
                <a:ext cx="88776" cy="97630"/>
                <a:chOff x="2291051" y="2466803"/>
                <a:chExt cx="88776" cy="97630"/>
              </a:xfrm>
            </p:grpSpPr>
            <p:sp>
              <p:nvSpPr>
                <p:cNvPr id="4490" name="Google Shape;4490;p1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1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5"/>
            <p:cNvGrpSpPr/>
            <p:nvPr/>
          </p:nvGrpSpPr>
          <p:grpSpPr>
            <a:xfrm>
              <a:off x="4490110" y="3659885"/>
              <a:ext cx="365767" cy="351686"/>
              <a:chOff x="1490538" y="753834"/>
              <a:chExt cx="470985" cy="455906"/>
            </a:xfrm>
          </p:grpSpPr>
          <p:sp>
            <p:nvSpPr>
              <p:cNvPr id="4527" name="Google Shape;4527;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5"/>
            <p:cNvGrpSpPr/>
            <p:nvPr/>
          </p:nvGrpSpPr>
          <p:grpSpPr>
            <a:xfrm rot="-975329">
              <a:off x="4865699" y="3543897"/>
              <a:ext cx="365789" cy="351698"/>
              <a:chOff x="1490538" y="753834"/>
              <a:chExt cx="470985" cy="455906"/>
            </a:xfrm>
          </p:grpSpPr>
          <p:sp>
            <p:nvSpPr>
              <p:cNvPr id="4538" name="Google Shape;4538;p1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48" name="Shape 4548"/>
        <p:cNvGrpSpPr/>
        <p:nvPr/>
      </p:nvGrpSpPr>
      <p:grpSpPr>
        <a:xfrm>
          <a:off x="0" y="0"/>
          <a:ext cx="0" cy="0"/>
          <a:chOff x="0" y="0"/>
          <a:chExt cx="0" cy="0"/>
        </a:xfrm>
      </p:grpSpPr>
      <p:sp>
        <p:nvSpPr>
          <p:cNvPr id="4549" name="Google Shape;4549;p16"/>
          <p:cNvSpPr txBox="1"/>
          <p:nvPr>
            <p:ph type="title"/>
          </p:nvPr>
        </p:nvSpPr>
        <p:spPr>
          <a:xfrm>
            <a:off x="719988"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0" name="Google Shape;4550;p16"/>
          <p:cNvSpPr txBox="1"/>
          <p:nvPr>
            <p:ph hasCustomPrompt="1" idx="2" type="title"/>
          </p:nvPr>
        </p:nvSpPr>
        <p:spPr>
          <a:xfrm>
            <a:off x="719988" y="114937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1" name="Google Shape;4551;p16"/>
          <p:cNvSpPr txBox="1"/>
          <p:nvPr>
            <p:ph idx="1" type="subTitle"/>
          </p:nvPr>
        </p:nvSpPr>
        <p:spPr>
          <a:xfrm>
            <a:off x="719988"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2" name="Google Shape;4552;p16"/>
          <p:cNvSpPr txBox="1"/>
          <p:nvPr>
            <p:ph idx="3" type="title"/>
          </p:nvPr>
        </p:nvSpPr>
        <p:spPr>
          <a:xfrm>
            <a:off x="3733654" y="1742775"/>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3" name="Google Shape;4553;p16"/>
          <p:cNvSpPr txBox="1"/>
          <p:nvPr>
            <p:ph hasCustomPrompt="1" idx="4" type="title"/>
          </p:nvPr>
        </p:nvSpPr>
        <p:spPr>
          <a:xfrm>
            <a:off x="3733654" y="114937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4" name="Google Shape;4554;p16"/>
          <p:cNvSpPr txBox="1"/>
          <p:nvPr>
            <p:ph idx="5" type="subTitle"/>
          </p:nvPr>
        </p:nvSpPr>
        <p:spPr>
          <a:xfrm>
            <a:off x="3733654" y="2199975"/>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5" name="Google Shape;4555;p16"/>
          <p:cNvSpPr txBox="1"/>
          <p:nvPr>
            <p:ph idx="6" type="title"/>
          </p:nvPr>
        </p:nvSpPr>
        <p:spPr>
          <a:xfrm>
            <a:off x="719988"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6" name="Google Shape;4556;p16"/>
          <p:cNvSpPr txBox="1"/>
          <p:nvPr>
            <p:ph hasCustomPrompt="1" idx="7" type="title"/>
          </p:nvPr>
        </p:nvSpPr>
        <p:spPr>
          <a:xfrm>
            <a:off x="719988" y="2995525"/>
            <a:ext cx="9981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57" name="Google Shape;4557;p16"/>
          <p:cNvSpPr txBox="1"/>
          <p:nvPr>
            <p:ph idx="8" type="subTitle"/>
          </p:nvPr>
        </p:nvSpPr>
        <p:spPr>
          <a:xfrm>
            <a:off x="719988"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58" name="Google Shape;4558;p16"/>
          <p:cNvSpPr txBox="1"/>
          <p:nvPr>
            <p:ph idx="9" type="title"/>
          </p:nvPr>
        </p:nvSpPr>
        <p:spPr>
          <a:xfrm>
            <a:off x="3733654" y="3588700"/>
            <a:ext cx="27432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9" name="Google Shape;4559;p16"/>
          <p:cNvSpPr txBox="1"/>
          <p:nvPr>
            <p:ph hasCustomPrompt="1" idx="13" type="title"/>
          </p:nvPr>
        </p:nvSpPr>
        <p:spPr>
          <a:xfrm>
            <a:off x="3733654" y="2995525"/>
            <a:ext cx="997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60" name="Google Shape;4560;p16"/>
          <p:cNvSpPr txBox="1"/>
          <p:nvPr>
            <p:ph idx="14" type="subTitle"/>
          </p:nvPr>
        </p:nvSpPr>
        <p:spPr>
          <a:xfrm>
            <a:off x="3733654" y="4045900"/>
            <a:ext cx="2743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1" name="Google Shape;4561;p16"/>
          <p:cNvSpPr txBox="1"/>
          <p:nvPr>
            <p:ph idx="15" type="title"/>
          </p:nvPr>
        </p:nvSpPr>
        <p:spPr>
          <a:xfrm>
            <a:off x="720000" y="3325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62" name="Google Shape;4562;p16"/>
          <p:cNvGrpSpPr/>
          <p:nvPr/>
        </p:nvGrpSpPr>
        <p:grpSpPr>
          <a:xfrm flipH="1">
            <a:off x="6515198" y="138300"/>
            <a:ext cx="2947146" cy="5496989"/>
            <a:chOff x="3238754" y="1037105"/>
            <a:chExt cx="2114316" cy="3971813"/>
          </a:xfrm>
        </p:grpSpPr>
        <p:grpSp>
          <p:nvGrpSpPr>
            <p:cNvPr id="4563" name="Google Shape;4563;p16"/>
            <p:cNvGrpSpPr/>
            <p:nvPr/>
          </p:nvGrpSpPr>
          <p:grpSpPr>
            <a:xfrm rot="352619">
              <a:off x="3514228" y="3929201"/>
              <a:ext cx="820714" cy="663927"/>
              <a:chOff x="1981897" y="1546050"/>
              <a:chExt cx="676612" cy="547354"/>
            </a:xfrm>
          </p:grpSpPr>
          <p:grpSp>
            <p:nvGrpSpPr>
              <p:cNvPr id="4564" name="Google Shape;4564;p16"/>
              <p:cNvGrpSpPr/>
              <p:nvPr/>
            </p:nvGrpSpPr>
            <p:grpSpPr>
              <a:xfrm>
                <a:off x="2240847" y="1546050"/>
                <a:ext cx="258712" cy="250429"/>
                <a:chOff x="1490538" y="753834"/>
                <a:chExt cx="470985" cy="455906"/>
              </a:xfrm>
            </p:grpSpPr>
            <p:sp>
              <p:nvSpPr>
                <p:cNvPr id="4565" name="Google Shape;456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6"/>
              <p:cNvGrpSpPr/>
              <p:nvPr/>
            </p:nvGrpSpPr>
            <p:grpSpPr>
              <a:xfrm>
                <a:off x="2399797" y="1673288"/>
                <a:ext cx="258712" cy="250429"/>
                <a:chOff x="1490538" y="753834"/>
                <a:chExt cx="470985" cy="455906"/>
              </a:xfrm>
            </p:grpSpPr>
            <p:sp>
              <p:nvSpPr>
                <p:cNvPr id="4576" name="Google Shape;4576;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16"/>
              <p:cNvGrpSpPr/>
              <p:nvPr/>
            </p:nvGrpSpPr>
            <p:grpSpPr>
              <a:xfrm>
                <a:off x="2159535" y="1742038"/>
                <a:ext cx="258712" cy="250429"/>
                <a:chOff x="1490538" y="753834"/>
                <a:chExt cx="470985" cy="455906"/>
              </a:xfrm>
            </p:grpSpPr>
            <p:sp>
              <p:nvSpPr>
                <p:cNvPr id="4587" name="Google Shape;4587;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16"/>
              <p:cNvGrpSpPr/>
              <p:nvPr/>
            </p:nvGrpSpPr>
            <p:grpSpPr>
              <a:xfrm>
                <a:off x="2323985" y="1842975"/>
                <a:ext cx="258712" cy="250429"/>
                <a:chOff x="1490538" y="753834"/>
                <a:chExt cx="470985" cy="455906"/>
              </a:xfrm>
            </p:grpSpPr>
            <p:sp>
              <p:nvSpPr>
                <p:cNvPr id="4598" name="Google Shape;4598;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16"/>
              <p:cNvGrpSpPr/>
              <p:nvPr/>
            </p:nvGrpSpPr>
            <p:grpSpPr>
              <a:xfrm>
                <a:off x="1981897" y="1804075"/>
                <a:ext cx="258712" cy="250429"/>
                <a:chOff x="1490538" y="753834"/>
                <a:chExt cx="470985" cy="455906"/>
              </a:xfrm>
            </p:grpSpPr>
            <p:sp>
              <p:nvSpPr>
                <p:cNvPr id="4609" name="Google Shape;4609;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9" name="Google Shape;4619;p16"/>
            <p:cNvGrpSpPr/>
            <p:nvPr/>
          </p:nvGrpSpPr>
          <p:grpSpPr>
            <a:xfrm flipH="1" rot="8833976">
              <a:off x="4214846" y="3438470"/>
              <a:ext cx="804524" cy="1469662"/>
              <a:chOff x="3377730" y="919968"/>
              <a:chExt cx="471039" cy="860470"/>
            </a:xfrm>
          </p:grpSpPr>
          <p:grpSp>
            <p:nvGrpSpPr>
              <p:cNvPr id="4620" name="Google Shape;4620;p16"/>
              <p:cNvGrpSpPr/>
              <p:nvPr/>
            </p:nvGrpSpPr>
            <p:grpSpPr>
              <a:xfrm>
                <a:off x="3377730" y="919968"/>
                <a:ext cx="408804" cy="692511"/>
                <a:chOff x="3377730" y="919968"/>
                <a:chExt cx="408804" cy="692511"/>
              </a:xfrm>
            </p:grpSpPr>
            <p:sp>
              <p:nvSpPr>
                <p:cNvPr id="4621" name="Google Shape;4621;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6"/>
              <p:cNvGrpSpPr/>
              <p:nvPr/>
            </p:nvGrpSpPr>
            <p:grpSpPr>
              <a:xfrm>
                <a:off x="3487239" y="1131104"/>
                <a:ext cx="361530" cy="649334"/>
                <a:chOff x="1266852" y="1150479"/>
                <a:chExt cx="361530" cy="649334"/>
              </a:xfrm>
            </p:grpSpPr>
            <p:sp>
              <p:nvSpPr>
                <p:cNvPr id="4634" name="Google Shape;4634;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16"/>
            <p:cNvGrpSpPr/>
            <p:nvPr/>
          </p:nvGrpSpPr>
          <p:grpSpPr>
            <a:xfrm rot="4488281">
              <a:off x="3583731" y="2580940"/>
              <a:ext cx="887798" cy="871068"/>
              <a:chOff x="3086354" y="1785830"/>
              <a:chExt cx="887833" cy="871102"/>
            </a:xfrm>
          </p:grpSpPr>
          <p:grpSp>
            <p:nvGrpSpPr>
              <p:cNvPr id="4643" name="Google Shape;4643;p16"/>
              <p:cNvGrpSpPr/>
              <p:nvPr/>
            </p:nvGrpSpPr>
            <p:grpSpPr>
              <a:xfrm rot="-2169427">
                <a:off x="3251277" y="1839739"/>
                <a:ext cx="408803" cy="692509"/>
                <a:chOff x="3377730" y="919968"/>
                <a:chExt cx="408804" cy="692511"/>
              </a:xfrm>
            </p:grpSpPr>
            <p:sp>
              <p:nvSpPr>
                <p:cNvPr id="4644" name="Google Shape;4644;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16"/>
              <p:cNvGrpSpPr/>
              <p:nvPr/>
            </p:nvGrpSpPr>
            <p:grpSpPr>
              <a:xfrm rot="-2169427">
                <a:off x="3455919" y="1963478"/>
                <a:ext cx="361529" cy="649332"/>
                <a:chOff x="1266852" y="1150479"/>
                <a:chExt cx="361530" cy="649334"/>
              </a:xfrm>
            </p:grpSpPr>
            <p:sp>
              <p:nvSpPr>
                <p:cNvPr id="4657" name="Google Shape;4657;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16"/>
            <p:cNvGrpSpPr/>
            <p:nvPr/>
          </p:nvGrpSpPr>
          <p:grpSpPr>
            <a:xfrm>
              <a:off x="3238754" y="1938230"/>
              <a:ext cx="887833" cy="871102"/>
              <a:chOff x="3086354" y="1785830"/>
              <a:chExt cx="887833" cy="871102"/>
            </a:xfrm>
          </p:grpSpPr>
          <p:grpSp>
            <p:nvGrpSpPr>
              <p:cNvPr id="4666" name="Google Shape;4666;p16"/>
              <p:cNvGrpSpPr/>
              <p:nvPr/>
            </p:nvGrpSpPr>
            <p:grpSpPr>
              <a:xfrm rot="-2169427">
                <a:off x="3251277" y="1839739"/>
                <a:ext cx="408803" cy="692509"/>
                <a:chOff x="3377730" y="919968"/>
                <a:chExt cx="408804" cy="692511"/>
              </a:xfrm>
            </p:grpSpPr>
            <p:sp>
              <p:nvSpPr>
                <p:cNvPr id="4667" name="Google Shape;4667;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
              <p:cNvGrpSpPr/>
              <p:nvPr/>
            </p:nvGrpSpPr>
            <p:grpSpPr>
              <a:xfrm rot="-2169427">
                <a:off x="3455919" y="1963478"/>
                <a:ext cx="361529" cy="649332"/>
                <a:chOff x="1266852" y="1150479"/>
                <a:chExt cx="361530" cy="649334"/>
              </a:xfrm>
            </p:grpSpPr>
            <p:sp>
              <p:nvSpPr>
                <p:cNvPr id="4680" name="Google Shape;4680;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8" name="Google Shape;4688;p16"/>
            <p:cNvGrpSpPr/>
            <p:nvPr/>
          </p:nvGrpSpPr>
          <p:grpSpPr>
            <a:xfrm>
              <a:off x="3490978" y="1037105"/>
              <a:ext cx="575468" cy="1051322"/>
              <a:chOff x="3377730" y="919968"/>
              <a:chExt cx="471039" cy="860470"/>
            </a:xfrm>
          </p:grpSpPr>
          <p:grpSp>
            <p:nvGrpSpPr>
              <p:cNvPr id="4689" name="Google Shape;4689;p16"/>
              <p:cNvGrpSpPr/>
              <p:nvPr/>
            </p:nvGrpSpPr>
            <p:grpSpPr>
              <a:xfrm>
                <a:off x="3377730" y="919968"/>
                <a:ext cx="408804" cy="692511"/>
                <a:chOff x="3377730" y="919968"/>
                <a:chExt cx="408804" cy="692511"/>
              </a:xfrm>
            </p:grpSpPr>
            <p:sp>
              <p:nvSpPr>
                <p:cNvPr id="4690" name="Google Shape;4690;p16"/>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
              <p:cNvGrpSpPr/>
              <p:nvPr/>
            </p:nvGrpSpPr>
            <p:grpSpPr>
              <a:xfrm>
                <a:off x="3487239" y="1131104"/>
                <a:ext cx="361530" cy="649334"/>
                <a:chOff x="1266852" y="1150479"/>
                <a:chExt cx="361530" cy="649334"/>
              </a:xfrm>
            </p:grpSpPr>
            <p:sp>
              <p:nvSpPr>
                <p:cNvPr id="4703" name="Google Shape;4703;p16"/>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16"/>
            <p:cNvGrpSpPr/>
            <p:nvPr/>
          </p:nvGrpSpPr>
          <p:grpSpPr>
            <a:xfrm>
              <a:off x="3517102" y="2473933"/>
              <a:ext cx="590853" cy="538858"/>
              <a:chOff x="2374102" y="2397733"/>
              <a:chExt cx="590853" cy="538858"/>
            </a:xfrm>
          </p:grpSpPr>
          <p:grpSp>
            <p:nvGrpSpPr>
              <p:cNvPr id="4712" name="Google Shape;4712;p16"/>
              <p:cNvGrpSpPr/>
              <p:nvPr/>
            </p:nvGrpSpPr>
            <p:grpSpPr>
              <a:xfrm>
                <a:off x="2374102" y="2397733"/>
                <a:ext cx="590853" cy="538858"/>
                <a:chOff x="1993102" y="2397733"/>
                <a:chExt cx="590853" cy="538858"/>
              </a:xfrm>
            </p:grpSpPr>
            <p:sp>
              <p:nvSpPr>
                <p:cNvPr id="4713" name="Google Shape;4713;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16"/>
              <p:cNvGrpSpPr/>
              <p:nvPr/>
            </p:nvGrpSpPr>
            <p:grpSpPr>
              <a:xfrm>
                <a:off x="2672051" y="2466803"/>
                <a:ext cx="88776" cy="97630"/>
                <a:chOff x="2291051" y="2466803"/>
                <a:chExt cx="88776" cy="97630"/>
              </a:xfrm>
            </p:grpSpPr>
            <p:sp>
              <p:nvSpPr>
                <p:cNvPr id="4733" name="Google Shape;4733;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6"/>
            <p:cNvGrpSpPr/>
            <p:nvPr/>
          </p:nvGrpSpPr>
          <p:grpSpPr>
            <a:xfrm rot="352659">
              <a:off x="3394332" y="1622136"/>
              <a:ext cx="676583" cy="547330"/>
              <a:chOff x="1981897" y="1546050"/>
              <a:chExt cx="676612" cy="547354"/>
            </a:xfrm>
          </p:grpSpPr>
          <p:grpSp>
            <p:nvGrpSpPr>
              <p:cNvPr id="4770" name="Google Shape;4770;p16"/>
              <p:cNvGrpSpPr/>
              <p:nvPr/>
            </p:nvGrpSpPr>
            <p:grpSpPr>
              <a:xfrm>
                <a:off x="2240847" y="1546050"/>
                <a:ext cx="258712" cy="250429"/>
                <a:chOff x="1490538" y="753834"/>
                <a:chExt cx="470985" cy="455906"/>
              </a:xfrm>
            </p:grpSpPr>
            <p:sp>
              <p:nvSpPr>
                <p:cNvPr id="4771" name="Google Shape;4771;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6"/>
              <p:cNvGrpSpPr/>
              <p:nvPr/>
            </p:nvGrpSpPr>
            <p:grpSpPr>
              <a:xfrm>
                <a:off x="2399797" y="1673288"/>
                <a:ext cx="258712" cy="250429"/>
                <a:chOff x="1490538" y="753834"/>
                <a:chExt cx="470985" cy="455906"/>
              </a:xfrm>
            </p:grpSpPr>
            <p:sp>
              <p:nvSpPr>
                <p:cNvPr id="4782" name="Google Shape;478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16"/>
              <p:cNvGrpSpPr/>
              <p:nvPr/>
            </p:nvGrpSpPr>
            <p:grpSpPr>
              <a:xfrm>
                <a:off x="2159535" y="1742038"/>
                <a:ext cx="258712" cy="250429"/>
                <a:chOff x="1490538" y="753834"/>
                <a:chExt cx="470985" cy="455906"/>
              </a:xfrm>
            </p:grpSpPr>
            <p:sp>
              <p:nvSpPr>
                <p:cNvPr id="4793" name="Google Shape;479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6"/>
              <p:cNvGrpSpPr/>
              <p:nvPr/>
            </p:nvGrpSpPr>
            <p:grpSpPr>
              <a:xfrm>
                <a:off x="2323985" y="1842975"/>
                <a:ext cx="258712" cy="250429"/>
                <a:chOff x="1490538" y="753834"/>
                <a:chExt cx="470985" cy="455906"/>
              </a:xfrm>
            </p:grpSpPr>
            <p:sp>
              <p:nvSpPr>
                <p:cNvPr id="4804" name="Google Shape;4804;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6"/>
              <p:cNvGrpSpPr/>
              <p:nvPr/>
            </p:nvGrpSpPr>
            <p:grpSpPr>
              <a:xfrm>
                <a:off x="1981897" y="1804075"/>
                <a:ext cx="258712" cy="250429"/>
                <a:chOff x="1490538" y="753834"/>
                <a:chExt cx="470985" cy="455906"/>
              </a:xfrm>
            </p:grpSpPr>
            <p:sp>
              <p:nvSpPr>
                <p:cNvPr id="4815" name="Google Shape;4815;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5" name="Google Shape;4825;p16"/>
            <p:cNvGrpSpPr/>
            <p:nvPr/>
          </p:nvGrpSpPr>
          <p:grpSpPr>
            <a:xfrm flipH="1">
              <a:off x="3270102" y="2806996"/>
              <a:ext cx="590853" cy="538858"/>
              <a:chOff x="2374102" y="2397733"/>
              <a:chExt cx="590853" cy="538858"/>
            </a:xfrm>
          </p:grpSpPr>
          <p:grpSp>
            <p:nvGrpSpPr>
              <p:cNvPr id="4826" name="Google Shape;4826;p16"/>
              <p:cNvGrpSpPr/>
              <p:nvPr/>
            </p:nvGrpSpPr>
            <p:grpSpPr>
              <a:xfrm>
                <a:off x="2374102" y="2397733"/>
                <a:ext cx="590853" cy="538858"/>
                <a:chOff x="1993102" y="2397733"/>
                <a:chExt cx="590853" cy="538858"/>
              </a:xfrm>
            </p:grpSpPr>
            <p:sp>
              <p:nvSpPr>
                <p:cNvPr id="4827" name="Google Shape;4827;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16"/>
              <p:cNvGrpSpPr/>
              <p:nvPr/>
            </p:nvGrpSpPr>
            <p:grpSpPr>
              <a:xfrm>
                <a:off x="2672051" y="2466803"/>
                <a:ext cx="88776" cy="97630"/>
                <a:chOff x="2291051" y="2466803"/>
                <a:chExt cx="88776" cy="97630"/>
              </a:xfrm>
            </p:grpSpPr>
            <p:sp>
              <p:nvSpPr>
                <p:cNvPr id="4847" name="Google Shape;4847;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6" name="Google Shape;4876;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6"/>
            <p:cNvGrpSpPr/>
            <p:nvPr/>
          </p:nvGrpSpPr>
          <p:grpSpPr>
            <a:xfrm>
              <a:off x="3446433" y="3091192"/>
              <a:ext cx="1319021" cy="1203001"/>
              <a:chOff x="2374102" y="2397733"/>
              <a:chExt cx="590853" cy="538858"/>
            </a:xfrm>
          </p:grpSpPr>
          <p:grpSp>
            <p:nvGrpSpPr>
              <p:cNvPr id="4884" name="Google Shape;4884;p16"/>
              <p:cNvGrpSpPr/>
              <p:nvPr/>
            </p:nvGrpSpPr>
            <p:grpSpPr>
              <a:xfrm>
                <a:off x="2374102" y="2397733"/>
                <a:ext cx="590853" cy="538858"/>
                <a:chOff x="1993102" y="2397733"/>
                <a:chExt cx="590853" cy="538858"/>
              </a:xfrm>
            </p:grpSpPr>
            <p:sp>
              <p:nvSpPr>
                <p:cNvPr id="4885" name="Google Shape;4885;p16"/>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6"/>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6"/>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6"/>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1" name="Google Shape;4901;p16"/>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6"/>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16"/>
              <p:cNvGrpSpPr/>
              <p:nvPr/>
            </p:nvGrpSpPr>
            <p:grpSpPr>
              <a:xfrm>
                <a:off x="2672051" y="2466803"/>
                <a:ext cx="88776" cy="97630"/>
                <a:chOff x="2291051" y="2466803"/>
                <a:chExt cx="88776" cy="97630"/>
              </a:xfrm>
            </p:grpSpPr>
            <p:sp>
              <p:nvSpPr>
                <p:cNvPr id="4905" name="Google Shape;4905;p16"/>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6"/>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6"/>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6"/>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6"/>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6"/>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6"/>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6"/>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6"/>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4" name="Google Shape;4934;p16"/>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6"/>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6"/>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6"/>
            <p:cNvGrpSpPr/>
            <p:nvPr/>
          </p:nvGrpSpPr>
          <p:grpSpPr>
            <a:xfrm>
              <a:off x="4490110" y="3659885"/>
              <a:ext cx="365767" cy="351686"/>
              <a:chOff x="1490538" y="753834"/>
              <a:chExt cx="470985" cy="455906"/>
            </a:xfrm>
          </p:grpSpPr>
          <p:sp>
            <p:nvSpPr>
              <p:cNvPr id="4942" name="Google Shape;4942;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6"/>
            <p:cNvGrpSpPr/>
            <p:nvPr/>
          </p:nvGrpSpPr>
          <p:grpSpPr>
            <a:xfrm rot="-975329">
              <a:off x="4865699" y="3543897"/>
              <a:ext cx="365789" cy="351698"/>
              <a:chOff x="1490538" y="753834"/>
              <a:chExt cx="470985" cy="455906"/>
            </a:xfrm>
          </p:grpSpPr>
          <p:sp>
            <p:nvSpPr>
              <p:cNvPr id="4953" name="Google Shape;4953;p16"/>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6"/>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6"/>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963" name="Shape 4963"/>
        <p:cNvGrpSpPr/>
        <p:nvPr/>
      </p:nvGrpSpPr>
      <p:grpSpPr>
        <a:xfrm>
          <a:off x="0" y="0"/>
          <a:ext cx="0" cy="0"/>
          <a:chOff x="0" y="0"/>
          <a:chExt cx="0" cy="0"/>
        </a:xfrm>
      </p:grpSpPr>
      <p:sp>
        <p:nvSpPr>
          <p:cNvPr id="4964" name="Google Shape;4964;p17"/>
          <p:cNvSpPr txBox="1"/>
          <p:nvPr>
            <p:ph idx="1" type="subTitle"/>
          </p:nvPr>
        </p:nvSpPr>
        <p:spPr>
          <a:xfrm>
            <a:off x="720000" y="1958600"/>
            <a:ext cx="2073600" cy="120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5" name="Google Shape;4965;p1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966" name="Google Shape;4966;p17"/>
          <p:cNvGrpSpPr/>
          <p:nvPr/>
        </p:nvGrpSpPr>
        <p:grpSpPr>
          <a:xfrm flipH="1">
            <a:off x="8310579" y="183377"/>
            <a:ext cx="684032" cy="697236"/>
            <a:chOff x="121063" y="211715"/>
            <a:chExt cx="684032" cy="697236"/>
          </a:xfrm>
        </p:grpSpPr>
        <p:grpSp>
          <p:nvGrpSpPr>
            <p:cNvPr id="4967" name="Google Shape;4967;p17"/>
            <p:cNvGrpSpPr/>
            <p:nvPr/>
          </p:nvGrpSpPr>
          <p:grpSpPr>
            <a:xfrm flipH="1">
              <a:off x="482506" y="211715"/>
              <a:ext cx="322588" cy="124262"/>
              <a:chOff x="2449294" y="636165"/>
              <a:chExt cx="322588" cy="124262"/>
            </a:xfrm>
          </p:grpSpPr>
          <p:sp>
            <p:nvSpPr>
              <p:cNvPr id="4968" name="Google Shape;4968;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17"/>
            <p:cNvGrpSpPr/>
            <p:nvPr/>
          </p:nvGrpSpPr>
          <p:grpSpPr>
            <a:xfrm>
              <a:off x="121063" y="377859"/>
              <a:ext cx="470985" cy="455906"/>
              <a:chOff x="1490538" y="753834"/>
              <a:chExt cx="470985" cy="455906"/>
            </a:xfrm>
          </p:grpSpPr>
          <p:sp>
            <p:nvSpPr>
              <p:cNvPr id="4978" name="Google Shape;4978;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7"/>
          <p:cNvGrpSpPr/>
          <p:nvPr/>
        </p:nvGrpSpPr>
        <p:grpSpPr>
          <a:xfrm flipH="1" rot="10800000">
            <a:off x="149379" y="4254877"/>
            <a:ext cx="684032" cy="697236"/>
            <a:chOff x="121063" y="211715"/>
            <a:chExt cx="684032" cy="697236"/>
          </a:xfrm>
        </p:grpSpPr>
        <p:grpSp>
          <p:nvGrpSpPr>
            <p:cNvPr id="4992" name="Google Shape;4992;p17"/>
            <p:cNvGrpSpPr/>
            <p:nvPr/>
          </p:nvGrpSpPr>
          <p:grpSpPr>
            <a:xfrm flipH="1">
              <a:off x="482506" y="211715"/>
              <a:ext cx="322588" cy="124262"/>
              <a:chOff x="2449294" y="636165"/>
              <a:chExt cx="322588" cy="124262"/>
            </a:xfrm>
          </p:grpSpPr>
          <p:sp>
            <p:nvSpPr>
              <p:cNvPr id="4993" name="Google Shape;4993;p17"/>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7"/>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7"/>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17"/>
            <p:cNvGrpSpPr/>
            <p:nvPr/>
          </p:nvGrpSpPr>
          <p:grpSpPr>
            <a:xfrm>
              <a:off x="121063" y="377859"/>
              <a:ext cx="470985" cy="455906"/>
              <a:chOff x="1490538" y="753834"/>
              <a:chExt cx="470985" cy="455906"/>
            </a:xfrm>
          </p:grpSpPr>
          <p:sp>
            <p:nvSpPr>
              <p:cNvPr id="5003" name="Google Shape;5003;p17"/>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3" name="Google Shape;5013;p17"/>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016" name="Shape 5016"/>
        <p:cNvGrpSpPr/>
        <p:nvPr/>
      </p:nvGrpSpPr>
      <p:grpSpPr>
        <a:xfrm>
          <a:off x="0" y="0"/>
          <a:ext cx="0" cy="0"/>
          <a:chOff x="0" y="0"/>
          <a:chExt cx="0" cy="0"/>
        </a:xfrm>
      </p:grpSpPr>
      <p:sp>
        <p:nvSpPr>
          <p:cNvPr id="5017" name="Google Shape;5017;p18"/>
          <p:cNvSpPr txBox="1"/>
          <p:nvPr>
            <p:ph type="title"/>
          </p:nvPr>
        </p:nvSpPr>
        <p:spPr>
          <a:xfrm>
            <a:off x="7200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18" name="Google Shape;5018;p18"/>
          <p:cNvSpPr txBox="1"/>
          <p:nvPr>
            <p:ph idx="1" type="subTitle"/>
          </p:nvPr>
        </p:nvSpPr>
        <p:spPr>
          <a:xfrm>
            <a:off x="7200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9" name="Google Shape;5019;p18"/>
          <p:cNvSpPr txBox="1"/>
          <p:nvPr>
            <p:ph idx="2" type="title"/>
          </p:nvPr>
        </p:nvSpPr>
        <p:spPr>
          <a:xfrm>
            <a:off x="34038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0" name="Google Shape;5020;p18"/>
          <p:cNvSpPr txBox="1"/>
          <p:nvPr>
            <p:ph idx="3" type="subTitle"/>
          </p:nvPr>
        </p:nvSpPr>
        <p:spPr>
          <a:xfrm>
            <a:off x="34038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1" name="Google Shape;5021;p18"/>
          <p:cNvSpPr txBox="1"/>
          <p:nvPr>
            <p:ph idx="4" type="title"/>
          </p:nvPr>
        </p:nvSpPr>
        <p:spPr>
          <a:xfrm>
            <a:off x="6087600" y="2571738"/>
            <a:ext cx="23364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22" name="Google Shape;5022;p18"/>
          <p:cNvSpPr txBox="1"/>
          <p:nvPr>
            <p:ph idx="5" type="subTitle"/>
          </p:nvPr>
        </p:nvSpPr>
        <p:spPr>
          <a:xfrm>
            <a:off x="6087600" y="29527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23" name="Google Shape;5023;p18"/>
          <p:cNvSpPr txBox="1"/>
          <p:nvPr>
            <p:ph idx="6"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24" name="Google Shape;5024;p18"/>
          <p:cNvGrpSpPr/>
          <p:nvPr/>
        </p:nvGrpSpPr>
        <p:grpSpPr>
          <a:xfrm flipH="1">
            <a:off x="8310579" y="183377"/>
            <a:ext cx="684032" cy="697236"/>
            <a:chOff x="121063" y="211715"/>
            <a:chExt cx="684032" cy="697236"/>
          </a:xfrm>
        </p:grpSpPr>
        <p:grpSp>
          <p:nvGrpSpPr>
            <p:cNvPr id="5025" name="Google Shape;5025;p18"/>
            <p:cNvGrpSpPr/>
            <p:nvPr/>
          </p:nvGrpSpPr>
          <p:grpSpPr>
            <a:xfrm flipH="1">
              <a:off x="482506" y="211715"/>
              <a:ext cx="322588" cy="124262"/>
              <a:chOff x="2449294" y="636165"/>
              <a:chExt cx="322588" cy="124262"/>
            </a:xfrm>
          </p:grpSpPr>
          <p:sp>
            <p:nvSpPr>
              <p:cNvPr id="5026" name="Google Shape;5026;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18"/>
            <p:cNvGrpSpPr/>
            <p:nvPr/>
          </p:nvGrpSpPr>
          <p:grpSpPr>
            <a:xfrm>
              <a:off x="121063" y="377859"/>
              <a:ext cx="470985" cy="455906"/>
              <a:chOff x="1490538" y="753834"/>
              <a:chExt cx="470985" cy="455906"/>
            </a:xfrm>
          </p:grpSpPr>
          <p:sp>
            <p:nvSpPr>
              <p:cNvPr id="5036" name="Google Shape;5036;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8"/>
          <p:cNvGrpSpPr/>
          <p:nvPr/>
        </p:nvGrpSpPr>
        <p:grpSpPr>
          <a:xfrm flipH="1" rot="10800000">
            <a:off x="149379" y="4254877"/>
            <a:ext cx="684032" cy="697236"/>
            <a:chOff x="121063" y="211715"/>
            <a:chExt cx="684032" cy="697236"/>
          </a:xfrm>
        </p:grpSpPr>
        <p:grpSp>
          <p:nvGrpSpPr>
            <p:cNvPr id="5050" name="Google Shape;5050;p18"/>
            <p:cNvGrpSpPr/>
            <p:nvPr/>
          </p:nvGrpSpPr>
          <p:grpSpPr>
            <a:xfrm flipH="1">
              <a:off x="482506" y="211715"/>
              <a:ext cx="322588" cy="124262"/>
              <a:chOff x="2449294" y="636165"/>
              <a:chExt cx="322588" cy="124262"/>
            </a:xfrm>
          </p:grpSpPr>
          <p:sp>
            <p:nvSpPr>
              <p:cNvPr id="5051" name="Google Shape;5051;p18"/>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8"/>
            <p:cNvGrpSpPr/>
            <p:nvPr/>
          </p:nvGrpSpPr>
          <p:grpSpPr>
            <a:xfrm>
              <a:off x="121063" y="377859"/>
              <a:ext cx="470985" cy="455906"/>
              <a:chOff x="1490538" y="753834"/>
              <a:chExt cx="470985" cy="455906"/>
            </a:xfrm>
          </p:grpSpPr>
          <p:sp>
            <p:nvSpPr>
              <p:cNvPr id="5061" name="Google Shape;5061;p18"/>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8"/>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074" name="Shape 5074"/>
        <p:cNvGrpSpPr/>
        <p:nvPr/>
      </p:nvGrpSpPr>
      <p:grpSpPr>
        <a:xfrm>
          <a:off x="0" y="0"/>
          <a:ext cx="0" cy="0"/>
          <a:chOff x="0" y="0"/>
          <a:chExt cx="0" cy="0"/>
        </a:xfrm>
      </p:grpSpPr>
      <p:sp>
        <p:nvSpPr>
          <p:cNvPr id="5075" name="Google Shape;5075;p19"/>
          <p:cNvSpPr txBox="1"/>
          <p:nvPr>
            <p:ph type="title"/>
          </p:nvPr>
        </p:nvSpPr>
        <p:spPr>
          <a:xfrm>
            <a:off x="7200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6" name="Google Shape;5076;p19"/>
          <p:cNvSpPr txBox="1"/>
          <p:nvPr>
            <p:ph idx="1" type="subTitle"/>
          </p:nvPr>
        </p:nvSpPr>
        <p:spPr>
          <a:xfrm>
            <a:off x="7200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7" name="Google Shape;5077;p19"/>
          <p:cNvSpPr txBox="1"/>
          <p:nvPr>
            <p:ph idx="2" type="title"/>
          </p:nvPr>
        </p:nvSpPr>
        <p:spPr>
          <a:xfrm>
            <a:off x="3566100"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78" name="Google Shape;5078;p19"/>
          <p:cNvSpPr txBox="1"/>
          <p:nvPr>
            <p:ph idx="3" type="subTitle"/>
          </p:nvPr>
        </p:nvSpPr>
        <p:spPr>
          <a:xfrm>
            <a:off x="3566100"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9" name="Google Shape;5079;p19"/>
          <p:cNvSpPr txBox="1"/>
          <p:nvPr>
            <p:ph idx="4" type="title"/>
          </p:nvPr>
        </p:nvSpPr>
        <p:spPr>
          <a:xfrm>
            <a:off x="7200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0" name="Google Shape;5080;p19"/>
          <p:cNvSpPr txBox="1"/>
          <p:nvPr>
            <p:ph idx="5" type="subTitle"/>
          </p:nvPr>
        </p:nvSpPr>
        <p:spPr>
          <a:xfrm>
            <a:off x="7200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1" name="Google Shape;5081;p19"/>
          <p:cNvSpPr txBox="1"/>
          <p:nvPr>
            <p:ph idx="6" type="title"/>
          </p:nvPr>
        </p:nvSpPr>
        <p:spPr>
          <a:xfrm>
            <a:off x="3566100"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2" name="Google Shape;5082;p19"/>
          <p:cNvSpPr txBox="1"/>
          <p:nvPr>
            <p:ph idx="7" type="subTitle"/>
          </p:nvPr>
        </p:nvSpPr>
        <p:spPr>
          <a:xfrm>
            <a:off x="3566100"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3" name="Google Shape;5083;p19"/>
          <p:cNvSpPr txBox="1"/>
          <p:nvPr>
            <p:ph idx="8" type="title"/>
          </p:nvPr>
        </p:nvSpPr>
        <p:spPr>
          <a:xfrm>
            <a:off x="6412195" y="198195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4" name="Google Shape;5084;p19"/>
          <p:cNvSpPr txBox="1"/>
          <p:nvPr>
            <p:ph idx="9" type="subTitle"/>
          </p:nvPr>
        </p:nvSpPr>
        <p:spPr>
          <a:xfrm>
            <a:off x="6412195" y="228675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5" name="Google Shape;5085;p19"/>
          <p:cNvSpPr txBox="1"/>
          <p:nvPr>
            <p:ph idx="13" type="title"/>
          </p:nvPr>
        </p:nvSpPr>
        <p:spPr>
          <a:xfrm>
            <a:off x="6412195" y="3737700"/>
            <a:ext cx="2011800" cy="457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086" name="Google Shape;5086;p19"/>
          <p:cNvSpPr txBox="1"/>
          <p:nvPr>
            <p:ph idx="14" type="subTitle"/>
          </p:nvPr>
        </p:nvSpPr>
        <p:spPr>
          <a:xfrm>
            <a:off x="6412195" y="4042500"/>
            <a:ext cx="20118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87" name="Google Shape;5087;p19"/>
          <p:cNvSpPr txBox="1"/>
          <p:nvPr>
            <p:ph idx="15" type="title"/>
          </p:nvPr>
        </p:nvSpPr>
        <p:spPr>
          <a:xfrm>
            <a:off x="720000" y="331645"/>
            <a:ext cx="7704000" cy="6402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088" name="Google Shape;5088;p19"/>
          <p:cNvGrpSpPr/>
          <p:nvPr/>
        </p:nvGrpSpPr>
        <p:grpSpPr>
          <a:xfrm>
            <a:off x="149379" y="183377"/>
            <a:ext cx="684032" cy="697236"/>
            <a:chOff x="121063" y="211715"/>
            <a:chExt cx="684032" cy="697236"/>
          </a:xfrm>
        </p:grpSpPr>
        <p:grpSp>
          <p:nvGrpSpPr>
            <p:cNvPr id="5089" name="Google Shape;5089;p19"/>
            <p:cNvGrpSpPr/>
            <p:nvPr/>
          </p:nvGrpSpPr>
          <p:grpSpPr>
            <a:xfrm flipH="1">
              <a:off x="482506" y="211715"/>
              <a:ext cx="322588" cy="124262"/>
              <a:chOff x="2449294" y="636165"/>
              <a:chExt cx="322588" cy="124262"/>
            </a:xfrm>
          </p:grpSpPr>
          <p:sp>
            <p:nvSpPr>
              <p:cNvPr id="5090" name="Google Shape;5090;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9"/>
            <p:cNvGrpSpPr/>
            <p:nvPr/>
          </p:nvGrpSpPr>
          <p:grpSpPr>
            <a:xfrm>
              <a:off x="121063" y="377859"/>
              <a:ext cx="470985" cy="455906"/>
              <a:chOff x="1490538" y="753834"/>
              <a:chExt cx="470985" cy="455906"/>
            </a:xfrm>
          </p:grpSpPr>
          <p:sp>
            <p:nvSpPr>
              <p:cNvPr id="5100" name="Google Shape;5100;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9"/>
          <p:cNvGrpSpPr/>
          <p:nvPr/>
        </p:nvGrpSpPr>
        <p:grpSpPr>
          <a:xfrm rot="10800000">
            <a:off x="8310579" y="4254877"/>
            <a:ext cx="684032" cy="697236"/>
            <a:chOff x="121063" y="211715"/>
            <a:chExt cx="684032" cy="697236"/>
          </a:xfrm>
        </p:grpSpPr>
        <p:grpSp>
          <p:nvGrpSpPr>
            <p:cNvPr id="5114" name="Google Shape;5114;p19"/>
            <p:cNvGrpSpPr/>
            <p:nvPr/>
          </p:nvGrpSpPr>
          <p:grpSpPr>
            <a:xfrm flipH="1">
              <a:off x="482506" y="211715"/>
              <a:ext cx="322588" cy="124262"/>
              <a:chOff x="2449294" y="636165"/>
              <a:chExt cx="322588" cy="124262"/>
            </a:xfrm>
          </p:grpSpPr>
          <p:sp>
            <p:nvSpPr>
              <p:cNvPr id="5115" name="Google Shape;5115;p19"/>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9"/>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9"/>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9"/>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19"/>
            <p:cNvGrpSpPr/>
            <p:nvPr/>
          </p:nvGrpSpPr>
          <p:grpSpPr>
            <a:xfrm>
              <a:off x="121063" y="377859"/>
              <a:ext cx="470985" cy="455906"/>
              <a:chOff x="1490538" y="753834"/>
              <a:chExt cx="470985" cy="455906"/>
            </a:xfrm>
          </p:grpSpPr>
          <p:sp>
            <p:nvSpPr>
              <p:cNvPr id="5125" name="Google Shape;5125;p19"/>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9"/>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9"/>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9"/>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9"/>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9"/>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9"/>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9"/>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5" name="Google Shape;5135;p19"/>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138" name="Shape 5138"/>
        <p:cNvGrpSpPr/>
        <p:nvPr/>
      </p:nvGrpSpPr>
      <p:grpSpPr>
        <a:xfrm>
          <a:off x="0" y="0"/>
          <a:ext cx="0" cy="0"/>
          <a:chOff x="0" y="0"/>
          <a:chExt cx="0" cy="0"/>
        </a:xfrm>
      </p:grpSpPr>
      <p:sp>
        <p:nvSpPr>
          <p:cNvPr id="5139" name="Google Shape;5139;p20"/>
          <p:cNvSpPr txBox="1"/>
          <p:nvPr>
            <p:ph hasCustomPrompt="1" type="title"/>
          </p:nvPr>
        </p:nvSpPr>
        <p:spPr>
          <a:xfrm>
            <a:off x="2267175" y="692400"/>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0" name="Google Shape;5140;p20"/>
          <p:cNvSpPr txBox="1"/>
          <p:nvPr>
            <p:ph idx="1" type="subTitle"/>
          </p:nvPr>
        </p:nvSpPr>
        <p:spPr>
          <a:xfrm>
            <a:off x="2267175" y="1520703"/>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1" name="Google Shape;5141;p20"/>
          <p:cNvSpPr txBox="1"/>
          <p:nvPr>
            <p:ph hasCustomPrompt="1" idx="2" type="title"/>
          </p:nvPr>
        </p:nvSpPr>
        <p:spPr>
          <a:xfrm>
            <a:off x="2267175" y="2020492"/>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2" name="Google Shape;5142;p20"/>
          <p:cNvSpPr txBox="1"/>
          <p:nvPr>
            <p:ph idx="3" type="subTitle"/>
          </p:nvPr>
        </p:nvSpPr>
        <p:spPr>
          <a:xfrm>
            <a:off x="2267175" y="2848795"/>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143" name="Google Shape;5143;p20"/>
          <p:cNvSpPr txBox="1"/>
          <p:nvPr>
            <p:ph hasCustomPrompt="1" idx="4" type="title"/>
          </p:nvPr>
        </p:nvSpPr>
        <p:spPr>
          <a:xfrm>
            <a:off x="2267175" y="3348597"/>
            <a:ext cx="46095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144" name="Google Shape;5144;p20"/>
          <p:cNvSpPr txBox="1"/>
          <p:nvPr>
            <p:ph idx="5" type="subTitle"/>
          </p:nvPr>
        </p:nvSpPr>
        <p:spPr>
          <a:xfrm>
            <a:off x="2267175" y="4176899"/>
            <a:ext cx="4609500" cy="27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145" name="Google Shape;5145;p20"/>
          <p:cNvGrpSpPr/>
          <p:nvPr/>
        </p:nvGrpSpPr>
        <p:grpSpPr>
          <a:xfrm>
            <a:off x="5838892" y="-430047"/>
            <a:ext cx="3943216" cy="2469918"/>
            <a:chOff x="5681667" y="-311651"/>
            <a:chExt cx="3943216" cy="2469918"/>
          </a:xfrm>
        </p:grpSpPr>
        <p:sp>
          <p:nvSpPr>
            <p:cNvPr id="5146" name="Google Shape;5146;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0" name="Google Shape;5150;p20"/>
            <p:cNvGrpSpPr/>
            <p:nvPr/>
          </p:nvGrpSpPr>
          <p:grpSpPr>
            <a:xfrm flipH="1">
              <a:off x="6751497" y="678045"/>
              <a:ext cx="411494" cy="164598"/>
              <a:chOff x="2449294" y="636165"/>
              <a:chExt cx="322588" cy="124262"/>
            </a:xfrm>
          </p:grpSpPr>
          <p:sp>
            <p:nvSpPr>
              <p:cNvPr id="5151" name="Google Shape;515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20"/>
            <p:cNvGrpSpPr/>
            <p:nvPr/>
          </p:nvGrpSpPr>
          <p:grpSpPr>
            <a:xfrm>
              <a:off x="8575747" y="1993670"/>
              <a:ext cx="411494" cy="164598"/>
              <a:chOff x="2449294" y="636165"/>
              <a:chExt cx="322588" cy="124262"/>
            </a:xfrm>
          </p:grpSpPr>
          <p:sp>
            <p:nvSpPr>
              <p:cNvPr id="5161" name="Google Shape;5161;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20"/>
            <p:cNvGrpSpPr/>
            <p:nvPr/>
          </p:nvGrpSpPr>
          <p:grpSpPr>
            <a:xfrm flipH="1" rot="10800000">
              <a:off x="7008738" y="922775"/>
              <a:ext cx="365767" cy="351138"/>
              <a:chOff x="1490538" y="753834"/>
              <a:chExt cx="470985" cy="455906"/>
            </a:xfrm>
          </p:grpSpPr>
          <p:sp>
            <p:nvSpPr>
              <p:cNvPr id="5171" name="Google Shape;51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20"/>
            <p:cNvGrpSpPr/>
            <p:nvPr/>
          </p:nvGrpSpPr>
          <p:grpSpPr>
            <a:xfrm flipH="1" rot="-5400000">
              <a:off x="6601720" y="-1231703"/>
              <a:ext cx="2103111" cy="3943216"/>
              <a:chOff x="3238754" y="1037105"/>
              <a:chExt cx="2114316" cy="3971813"/>
            </a:xfrm>
          </p:grpSpPr>
          <p:grpSp>
            <p:nvGrpSpPr>
              <p:cNvPr id="5182" name="Google Shape;5182;p20"/>
              <p:cNvGrpSpPr/>
              <p:nvPr/>
            </p:nvGrpSpPr>
            <p:grpSpPr>
              <a:xfrm rot="352619">
                <a:off x="3514228" y="3929201"/>
                <a:ext cx="820714" cy="663927"/>
                <a:chOff x="1981897" y="1546050"/>
                <a:chExt cx="676612" cy="547354"/>
              </a:xfrm>
            </p:grpSpPr>
            <p:grpSp>
              <p:nvGrpSpPr>
                <p:cNvPr id="5183" name="Google Shape;5183;p20"/>
                <p:cNvGrpSpPr/>
                <p:nvPr/>
              </p:nvGrpSpPr>
              <p:grpSpPr>
                <a:xfrm>
                  <a:off x="2240847" y="1546050"/>
                  <a:ext cx="258712" cy="250429"/>
                  <a:chOff x="1490538" y="753834"/>
                  <a:chExt cx="470985" cy="455906"/>
                </a:xfrm>
              </p:grpSpPr>
              <p:sp>
                <p:nvSpPr>
                  <p:cNvPr id="5184" name="Google Shape;518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20"/>
                <p:cNvGrpSpPr/>
                <p:nvPr/>
              </p:nvGrpSpPr>
              <p:grpSpPr>
                <a:xfrm>
                  <a:off x="2399797" y="1673288"/>
                  <a:ext cx="258712" cy="250429"/>
                  <a:chOff x="1490538" y="753834"/>
                  <a:chExt cx="470985" cy="455906"/>
                </a:xfrm>
              </p:grpSpPr>
              <p:sp>
                <p:nvSpPr>
                  <p:cNvPr id="5195" name="Google Shape;51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20"/>
                <p:cNvGrpSpPr/>
                <p:nvPr/>
              </p:nvGrpSpPr>
              <p:grpSpPr>
                <a:xfrm>
                  <a:off x="2159535" y="1742038"/>
                  <a:ext cx="258712" cy="250429"/>
                  <a:chOff x="1490538" y="753834"/>
                  <a:chExt cx="470985" cy="455906"/>
                </a:xfrm>
              </p:grpSpPr>
              <p:sp>
                <p:nvSpPr>
                  <p:cNvPr id="5206" name="Google Shape;52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20"/>
                <p:cNvGrpSpPr/>
                <p:nvPr/>
              </p:nvGrpSpPr>
              <p:grpSpPr>
                <a:xfrm>
                  <a:off x="2323985" y="1842975"/>
                  <a:ext cx="258712" cy="250429"/>
                  <a:chOff x="1490538" y="753834"/>
                  <a:chExt cx="470985" cy="455906"/>
                </a:xfrm>
              </p:grpSpPr>
              <p:sp>
                <p:nvSpPr>
                  <p:cNvPr id="5217" name="Google Shape;52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20"/>
                <p:cNvGrpSpPr/>
                <p:nvPr/>
              </p:nvGrpSpPr>
              <p:grpSpPr>
                <a:xfrm>
                  <a:off x="1981897" y="1804075"/>
                  <a:ext cx="258712" cy="250429"/>
                  <a:chOff x="1490538" y="753834"/>
                  <a:chExt cx="470985" cy="455906"/>
                </a:xfrm>
              </p:grpSpPr>
              <p:sp>
                <p:nvSpPr>
                  <p:cNvPr id="5228" name="Google Shape;52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20"/>
              <p:cNvGrpSpPr/>
              <p:nvPr/>
            </p:nvGrpSpPr>
            <p:grpSpPr>
              <a:xfrm flipH="1" rot="8833976">
                <a:off x="4214846" y="3438470"/>
                <a:ext cx="804524" cy="1469662"/>
                <a:chOff x="3377730" y="919968"/>
                <a:chExt cx="471039" cy="860470"/>
              </a:xfrm>
            </p:grpSpPr>
            <p:grpSp>
              <p:nvGrpSpPr>
                <p:cNvPr id="5239" name="Google Shape;5239;p20"/>
                <p:cNvGrpSpPr/>
                <p:nvPr/>
              </p:nvGrpSpPr>
              <p:grpSpPr>
                <a:xfrm>
                  <a:off x="3377730" y="919968"/>
                  <a:ext cx="408804" cy="692511"/>
                  <a:chOff x="3377730" y="919968"/>
                  <a:chExt cx="408804" cy="692511"/>
                </a:xfrm>
              </p:grpSpPr>
              <p:sp>
                <p:nvSpPr>
                  <p:cNvPr id="5240" name="Google Shape;524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20"/>
                <p:cNvGrpSpPr/>
                <p:nvPr/>
              </p:nvGrpSpPr>
              <p:grpSpPr>
                <a:xfrm>
                  <a:off x="3487239" y="1131104"/>
                  <a:ext cx="361530" cy="649334"/>
                  <a:chOff x="1266852" y="1150479"/>
                  <a:chExt cx="361530" cy="649334"/>
                </a:xfrm>
              </p:grpSpPr>
              <p:sp>
                <p:nvSpPr>
                  <p:cNvPr id="5253" name="Google Shape;525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20"/>
              <p:cNvGrpSpPr/>
              <p:nvPr/>
            </p:nvGrpSpPr>
            <p:grpSpPr>
              <a:xfrm rot="4488281">
                <a:off x="3583731" y="2580940"/>
                <a:ext cx="887798" cy="871068"/>
                <a:chOff x="3086354" y="1785830"/>
                <a:chExt cx="887833" cy="871102"/>
              </a:xfrm>
            </p:grpSpPr>
            <p:grpSp>
              <p:nvGrpSpPr>
                <p:cNvPr id="5262" name="Google Shape;5262;p20"/>
                <p:cNvGrpSpPr/>
                <p:nvPr/>
              </p:nvGrpSpPr>
              <p:grpSpPr>
                <a:xfrm rot="-2169427">
                  <a:off x="3251277" y="1839739"/>
                  <a:ext cx="408803" cy="692509"/>
                  <a:chOff x="3377730" y="919968"/>
                  <a:chExt cx="408804" cy="692511"/>
                </a:xfrm>
              </p:grpSpPr>
              <p:sp>
                <p:nvSpPr>
                  <p:cNvPr id="5263" name="Google Shape;526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0"/>
                <p:cNvGrpSpPr/>
                <p:nvPr/>
              </p:nvGrpSpPr>
              <p:grpSpPr>
                <a:xfrm rot="-2169427">
                  <a:off x="3455919" y="1963478"/>
                  <a:ext cx="361529" cy="649332"/>
                  <a:chOff x="1266852" y="1150479"/>
                  <a:chExt cx="361530" cy="649334"/>
                </a:xfrm>
              </p:grpSpPr>
              <p:sp>
                <p:nvSpPr>
                  <p:cNvPr id="5276" name="Google Shape;527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20"/>
              <p:cNvGrpSpPr/>
              <p:nvPr/>
            </p:nvGrpSpPr>
            <p:grpSpPr>
              <a:xfrm>
                <a:off x="3238754" y="1938230"/>
                <a:ext cx="887833" cy="871102"/>
                <a:chOff x="3086354" y="1785830"/>
                <a:chExt cx="887833" cy="871102"/>
              </a:xfrm>
            </p:grpSpPr>
            <p:grpSp>
              <p:nvGrpSpPr>
                <p:cNvPr id="5285" name="Google Shape;5285;p20"/>
                <p:cNvGrpSpPr/>
                <p:nvPr/>
              </p:nvGrpSpPr>
              <p:grpSpPr>
                <a:xfrm rot="-2169427">
                  <a:off x="3251277" y="1839739"/>
                  <a:ext cx="408803" cy="692509"/>
                  <a:chOff x="3377730" y="919968"/>
                  <a:chExt cx="408804" cy="692511"/>
                </a:xfrm>
              </p:grpSpPr>
              <p:sp>
                <p:nvSpPr>
                  <p:cNvPr id="5286" name="Google Shape;528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20"/>
                <p:cNvGrpSpPr/>
                <p:nvPr/>
              </p:nvGrpSpPr>
              <p:grpSpPr>
                <a:xfrm rot="-2169427">
                  <a:off x="3455919" y="1963478"/>
                  <a:ext cx="361529" cy="649332"/>
                  <a:chOff x="1266852" y="1150479"/>
                  <a:chExt cx="361530" cy="649334"/>
                </a:xfrm>
              </p:grpSpPr>
              <p:sp>
                <p:nvSpPr>
                  <p:cNvPr id="5299" name="Google Shape;529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20"/>
              <p:cNvGrpSpPr/>
              <p:nvPr/>
            </p:nvGrpSpPr>
            <p:grpSpPr>
              <a:xfrm>
                <a:off x="3490978" y="1037105"/>
                <a:ext cx="575468" cy="1051322"/>
                <a:chOff x="3377730" y="919968"/>
                <a:chExt cx="471039" cy="860470"/>
              </a:xfrm>
            </p:grpSpPr>
            <p:grpSp>
              <p:nvGrpSpPr>
                <p:cNvPr id="5308" name="Google Shape;5308;p20"/>
                <p:cNvGrpSpPr/>
                <p:nvPr/>
              </p:nvGrpSpPr>
              <p:grpSpPr>
                <a:xfrm>
                  <a:off x="3377730" y="919968"/>
                  <a:ext cx="408804" cy="692511"/>
                  <a:chOff x="3377730" y="919968"/>
                  <a:chExt cx="408804" cy="692511"/>
                </a:xfrm>
              </p:grpSpPr>
              <p:sp>
                <p:nvSpPr>
                  <p:cNvPr id="5309" name="Google Shape;5309;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20"/>
                <p:cNvGrpSpPr/>
                <p:nvPr/>
              </p:nvGrpSpPr>
              <p:grpSpPr>
                <a:xfrm>
                  <a:off x="3487239" y="1131104"/>
                  <a:ext cx="361530" cy="649334"/>
                  <a:chOff x="1266852" y="1150479"/>
                  <a:chExt cx="361530" cy="649334"/>
                </a:xfrm>
              </p:grpSpPr>
              <p:sp>
                <p:nvSpPr>
                  <p:cNvPr id="5322" name="Google Shape;5322;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0" name="Google Shape;5330;p20"/>
              <p:cNvGrpSpPr/>
              <p:nvPr/>
            </p:nvGrpSpPr>
            <p:grpSpPr>
              <a:xfrm>
                <a:off x="3517102" y="2473933"/>
                <a:ext cx="590853" cy="538858"/>
                <a:chOff x="2374102" y="2397733"/>
                <a:chExt cx="590853" cy="538858"/>
              </a:xfrm>
            </p:grpSpPr>
            <p:grpSp>
              <p:nvGrpSpPr>
                <p:cNvPr id="5331" name="Google Shape;5331;p20"/>
                <p:cNvGrpSpPr/>
                <p:nvPr/>
              </p:nvGrpSpPr>
              <p:grpSpPr>
                <a:xfrm>
                  <a:off x="2374102" y="2397733"/>
                  <a:ext cx="590853" cy="538858"/>
                  <a:chOff x="1993102" y="2397733"/>
                  <a:chExt cx="590853" cy="538858"/>
                </a:xfrm>
              </p:grpSpPr>
              <p:sp>
                <p:nvSpPr>
                  <p:cNvPr id="5332" name="Google Shape;5332;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20"/>
                <p:cNvGrpSpPr/>
                <p:nvPr/>
              </p:nvGrpSpPr>
              <p:grpSpPr>
                <a:xfrm>
                  <a:off x="2672051" y="2466803"/>
                  <a:ext cx="88776" cy="97630"/>
                  <a:chOff x="2291051" y="2466803"/>
                  <a:chExt cx="88776" cy="97630"/>
                </a:xfrm>
              </p:grpSpPr>
              <p:sp>
                <p:nvSpPr>
                  <p:cNvPr id="5352" name="Google Shape;5352;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20"/>
              <p:cNvGrpSpPr/>
              <p:nvPr/>
            </p:nvGrpSpPr>
            <p:grpSpPr>
              <a:xfrm rot="352659">
                <a:off x="3394332" y="1622136"/>
                <a:ext cx="676583" cy="547330"/>
                <a:chOff x="1981897" y="1546050"/>
                <a:chExt cx="676612" cy="547354"/>
              </a:xfrm>
            </p:grpSpPr>
            <p:grpSp>
              <p:nvGrpSpPr>
                <p:cNvPr id="5389" name="Google Shape;5389;p20"/>
                <p:cNvGrpSpPr/>
                <p:nvPr/>
              </p:nvGrpSpPr>
              <p:grpSpPr>
                <a:xfrm>
                  <a:off x="2240847" y="1546050"/>
                  <a:ext cx="258712" cy="250429"/>
                  <a:chOff x="1490538" y="753834"/>
                  <a:chExt cx="470985" cy="455906"/>
                </a:xfrm>
              </p:grpSpPr>
              <p:sp>
                <p:nvSpPr>
                  <p:cNvPr id="5390" name="Google Shape;539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20"/>
                <p:cNvGrpSpPr/>
                <p:nvPr/>
              </p:nvGrpSpPr>
              <p:grpSpPr>
                <a:xfrm>
                  <a:off x="2399797" y="1673288"/>
                  <a:ext cx="258712" cy="250429"/>
                  <a:chOff x="1490538" y="753834"/>
                  <a:chExt cx="470985" cy="455906"/>
                </a:xfrm>
              </p:grpSpPr>
              <p:sp>
                <p:nvSpPr>
                  <p:cNvPr id="5401" name="Google Shape;54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20"/>
                <p:cNvGrpSpPr/>
                <p:nvPr/>
              </p:nvGrpSpPr>
              <p:grpSpPr>
                <a:xfrm>
                  <a:off x="2159535" y="1742038"/>
                  <a:ext cx="258712" cy="250429"/>
                  <a:chOff x="1490538" y="753834"/>
                  <a:chExt cx="470985" cy="455906"/>
                </a:xfrm>
              </p:grpSpPr>
              <p:sp>
                <p:nvSpPr>
                  <p:cNvPr id="5412" name="Google Shape;54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20"/>
                <p:cNvGrpSpPr/>
                <p:nvPr/>
              </p:nvGrpSpPr>
              <p:grpSpPr>
                <a:xfrm>
                  <a:off x="2323985" y="1842975"/>
                  <a:ext cx="258712" cy="250429"/>
                  <a:chOff x="1490538" y="753834"/>
                  <a:chExt cx="470985" cy="455906"/>
                </a:xfrm>
              </p:grpSpPr>
              <p:sp>
                <p:nvSpPr>
                  <p:cNvPr id="5423" name="Google Shape;54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20"/>
                <p:cNvGrpSpPr/>
                <p:nvPr/>
              </p:nvGrpSpPr>
              <p:grpSpPr>
                <a:xfrm>
                  <a:off x="1981897" y="1804075"/>
                  <a:ext cx="258712" cy="250429"/>
                  <a:chOff x="1490538" y="753834"/>
                  <a:chExt cx="470985" cy="455906"/>
                </a:xfrm>
              </p:grpSpPr>
              <p:sp>
                <p:nvSpPr>
                  <p:cNvPr id="5434" name="Google Shape;54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4" name="Google Shape;5444;p20"/>
              <p:cNvGrpSpPr/>
              <p:nvPr/>
            </p:nvGrpSpPr>
            <p:grpSpPr>
              <a:xfrm flipH="1">
                <a:off x="3270102" y="2806996"/>
                <a:ext cx="590853" cy="538858"/>
                <a:chOff x="2374102" y="2397733"/>
                <a:chExt cx="590853" cy="538858"/>
              </a:xfrm>
            </p:grpSpPr>
            <p:grpSp>
              <p:nvGrpSpPr>
                <p:cNvPr id="5445" name="Google Shape;5445;p20"/>
                <p:cNvGrpSpPr/>
                <p:nvPr/>
              </p:nvGrpSpPr>
              <p:grpSpPr>
                <a:xfrm>
                  <a:off x="2374102" y="2397733"/>
                  <a:ext cx="590853" cy="538858"/>
                  <a:chOff x="1993102" y="2397733"/>
                  <a:chExt cx="590853" cy="538858"/>
                </a:xfrm>
              </p:grpSpPr>
              <p:sp>
                <p:nvSpPr>
                  <p:cNvPr id="5446" name="Google Shape;544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20"/>
                <p:cNvGrpSpPr/>
                <p:nvPr/>
              </p:nvGrpSpPr>
              <p:grpSpPr>
                <a:xfrm>
                  <a:off x="2672051" y="2466803"/>
                  <a:ext cx="88776" cy="97630"/>
                  <a:chOff x="2291051" y="2466803"/>
                  <a:chExt cx="88776" cy="97630"/>
                </a:xfrm>
              </p:grpSpPr>
              <p:sp>
                <p:nvSpPr>
                  <p:cNvPr id="5466" name="Google Shape;546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20"/>
              <p:cNvGrpSpPr/>
              <p:nvPr/>
            </p:nvGrpSpPr>
            <p:grpSpPr>
              <a:xfrm>
                <a:off x="3446433" y="3091192"/>
                <a:ext cx="1319021" cy="1203001"/>
                <a:chOff x="2374102" y="2397733"/>
                <a:chExt cx="590853" cy="538858"/>
              </a:xfrm>
            </p:grpSpPr>
            <p:grpSp>
              <p:nvGrpSpPr>
                <p:cNvPr id="5503" name="Google Shape;5503;p20"/>
                <p:cNvGrpSpPr/>
                <p:nvPr/>
              </p:nvGrpSpPr>
              <p:grpSpPr>
                <a:xfrm>
                  <a:off x="2374102" y="2397733"/>
                  <a:ext cx="590853" cy="538858"/>
                  <a:chOff x="1993102" y="2397733"/>
                  <a:chExt cx="590853" cy="538858"/>
                </a:xfrm>
              </p:grpSpPr>
              <p:sp>
                <p:nvSpPr>
                  <p:cNvPr id="5504" name="Google Shape;5504;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3" name="Google Shape;5523;p20"/>
                <p:cNvGrpSpPr/>
                <p:nvPr/>
              </p:nvGrpSpPr>
              <p:grpSpPr>
                <a:xfrm>
                  <a:off x="2672051" y="2466803"/>
                  <a:ext cx="88776" cy="97630"/>
                  <a:chOff x="2291051" y="2466803"/>
                  <a:chExt cx="88776" cy="97630"/>
                </a:xfrm>
              </p:grpSpPr>
              <p:sp>
                <p:nvSpPr>
                  <p:cNvPr id="5524" name="Google Shape;5524;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20"/>
              <p:cNvGrpSpPr/>
              <p:nvPr/>
            </p:nvGrpSpPr>
            <p:grpSpPr>
              <a:xfrm>
                <a:off x="4490110" y="3659885"/>
                <a:ext cx="365767" cy="351686"/>
                <a:chOff x="1490538" y="753834"/>
                <a:chExt cx="470985" cy="455906"/>
              </a:xfrm>
            </p:grpSpPr>
            <p:sp>
              <p:nvSpPr>
                <p:cNvPr id="5561" name="Google Shape;556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20"/>
              <p:cNvGrpSpPr/>
              <p:nvPr/>
            </p:nvGrpSpPr>
            <p:grpSpPr>
              <a:xfrm rot="-975329">
                <a:off x="4865699" y="3543897"/>
                <a:ext cx="365789" cy="351698"/>
                <a:chOff x="1490538" y="753834"/>
                <a:chExt cx="470985" cy="455906"/>
              </a:xfrm>
            </p:grpSpPr>
            <p:sp>
              <p:nvSpPr>
                <p:cNvPr id="5572" name="Google Shape;55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2" name="Google Shape;5582;p20"/>
          <p:cNvGrpSpPr/>
          <p:nvPr/>
        </p:nvGrpSpPr>
        <p:grpSpPr>
          <a:xfrm rot="10800000">
            <a:off x="-638108" y="3103628"/>
            <a:ext cx="3943216" cy="2469918"/>
            <a:chOff x="5681667" y="-311651"/>
            <a:chExt cx="3943216" cy="2469918"/>
          </a:xfrm>
        </p:grpSpPr>
        <p:sp>
          <p:nvSpPr>
            <p:cNvPr id="5583" name="Google Shape;5583;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7" name="Google Shape;5587;p20"/>
            <p:cNvGrpSpPr/>
            <p:nvPr/>
          </p:nvGrpSpPr>
          <p:grpSpPr>
            <a:xfrm flipH="1">
              <a:off x="6751497" y="678045"/>
              <a:ext cx="411494" cy="164598"/>
              <a:chOff x="2449294" y="636165"/>
              <a:chExt cx="322588" cy="124262"/>
            </a:xfrm>
          </p:grpSpPr>
          <p:sp>
            <p:nvSpPr>
              <p:cNvPr id="5588" name="Google Shape;558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20"/>
            <p:cNvGrpSpPr/>
            <p:nvPr/>
          </p:nvGrpSpPr>
          <p:grpSpPr>
            <a:xfrm>
              <a:off x="8575747" y="1993670"/>
              <a:ext cx="411494" cy="164598"/>
              <a:chOff x="2449294" y="636165"/>
              <a:chExt cx="322588" cy="124262"/>
            </a:xfrm>
          </p:grpSpPr>
          <p:sp>
            <p:nvSpPr>
              <p:cNvPr id="5598" name="Google Shape;5598;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20"/>
            <p:cNvGrpSpPr/>
            <p:nvPr/>
          </p:nvGrpSpPr>
          <p:grpSpPr>
            <a:xfrm flipH="1" rot="10800000">
              <a:off x="7008738" y="922775"/>
              <a:ext cx="365767" cy="351138"/>
              <a:chOff x="1490538" y="753834"/>
              <a:chExt cx="470985" cy="455906"/>
            </a:xfrm>
          </p:grpSpPr>
          <p:sp>
            <p:nvSpPr>
              <p:cNvPr id="5608" name="Google Shape;56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20"/>
            <p:cNvGrpSpPr/>
            <p:nvPr/>
          </p:nvGrpSpPr>
          <p:grpSpPr>
            <a:xfrm flipH="1" rot="-5400000">
              <a:off x="6601720" y="-1231703"/>
              <a:ext cx="2103111" cy="3943216"/>
              <a:chOff x="3238754" y="1037105"/>
              <a:chExt cx="2114316" cy="3971813"/>
            </a:xfrm>
          </p:grpSpPr>
          <p:grpSp>
            <p:nvGrpSpPr>
              <p:cNvPr id="5619" name="Google Shape;5619;p20"/>
              <p:cNvGrpSpPr/>
              <p:nvPr/>
            </p:nvGrpSpPr>
            <p:grpSpPr>
              <a:xfrm rot="352619">
                <a:off x="3514228" y="3929201"/>
                <a:ext cx="820714" cy="663927"/>
                <a:chOff x="1981897" y="1546050"/>
                <a:chExt cx="676612" cy="547354"/>
              </a:xfrm>
            </p:grpSpPr>
            <p:grpSp>
              <p:nvGrpSpPr>
                <p:cNvPr id="5620" name="Google Shape;5620;p20"/>
                <p:cNvGrpSpPr/>
                <p:nvPr/>
              </p:nvGrpSpPr>
              <p:grpSpPr>
                <a:xfrm>
                  <a:off x="2240847" y="1546050"/>
                  <a:ext cx="258712" cy="250429"/>
                  <a:chOff x="1490538" y="753834"/>
                  <a:chExt cx="470985" cy="455906"/>
                </a:xfrm>
              </p:grpSpPr>
              <p:sp>
                <p:nvSpPr>
                  <p:cNvPr id="5621" name="Google Shape;562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20"/>
                <p:cNvGrpSpPr/>
                <p:nvPr/>
              </p:nvGrpSpPr>
              <p:grpSpPr>
                <a:xfrm>
                  <a:off x="2399797" y="1673288"/>
                  <a:ext cx="258712" cy="250429"/>
                  <a:chOff x="1490538" y="753834"/>
                  <a:chExt cx="470985" cy="455906"/>
                </a:xfrm>
              </p:grpSpPr>
              <p:sp>
                <p:nvSpPr>
                  <p:cNvPr id="5632" name="Google Shape;563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20"/>
                <p:cNvGrpSpPr/>
                <p:nvPr/>
              </p:nvGrpSpPr>
              <p:grpSpPr>
                <a:xfrm>
                  <a:off x="2159535" y="1742038"/>
                  <a:ext cx="258712" cy="250429"/>
                  <a:chOff x="1490538" y="753834"/>
                  <a:chExt cx="470985" cy="455906"/>
                </a:xfrm>
              </p:grpSpPr>
              <p:sp>
                <p:nvSpPr>
                  <p:cNvPr id="5643" name="Google Shape;564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20"/>
                <p:cNvGrpSpPr/>
                <p:nvPr/>
              </p:nvGrpSpPr>
              <p:grpSpPr>
                <a:xfrm>
                  <a:off x="2323985" y="1842975"/>
                  <a:ext cx="258712" cy="250429"/>
                  <a:chOff x="1490538" y="753834"/>
                  <a:chExt cx="470985" cy="455906"/>
                </a:xfrm>
              </p:grpSpPr>
              <p:sp>
                <p:nvSpPr>
                  <p:cNvPr id="5654" name="Google Shape;565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
                <p:cNvGrpSpPr/>
                <p:nvPr/>
              </p:nvGrpSpPr>
              <p:grpSpPr>
                <a:xfrm>
                  <a:off x="1981897" y="1804075"/>
                  <a:ext cx="258712" cy="250429"/>
                  <a:chOff x="1490538" y="753834"/>
                  <a:chExt cx="470985" cy="455906"/>
                </a:xfrm>
              </p:grpSpPr>
              <p:sp>
                <p:nvSpPr>
                  <p:cNvPr id="5665" name="Google Shape;566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5" name="Google Shape;5675;p20"/>
              <p:cNvGrpSpPr/>
              <p:nvPr/>
            </p:nvGrpSpPr>
            <p:grpSpPr>
              <a:xfrm flipH="1" rot="8833976">
                <a:off x="4214846" y="3438470"/>
                <a:ext cx="804524" cy="1469662"/>
                <a:chOff x="3377730" y="919968"/>
                <a:chExt cx="471039" cy="860470"/>
              </a:xfrm>
            </p:grpSpPr>
            <p:grpSp>
              <p:nvGrpSpPr>
                <p:cNvPr id="5676" name="Google Shape;5676;p20"/>
                <p:cNvGrpSpPr/>
                <p:nvPr/>
              </p:nvGrpSpPr>
              <p:grpSpPr>
                <a:xfrm>
                  <a:off x="3377730" y="919968"/>
                  <a:ext cx="408804" cy="692511"/>
                  <a:chOff x="3377730" y="919968"/>
                  <a:chExt cx="408804" cy="692511"/>
                </a:xfrm>
              </p:grpSpPr>
              <p:sp>
                <p:nvSpPr>
                  <p:cNvPr id="5677" name="Google Shape;567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20"/>
                <p:cNvGrpSpPr/>
                <p:nvPr/>
              </p:nvGrpSpPr>
              <p:grpSpPr>
                <a:xfrm>
                  <a:off x="3487239" y="1131104"/>
                  <a:ext cx="361530" cy="649334"/>
                  <a:chOff x="1266852" y="1150479"/>
                  <a:chExt cx="361530" cy="649334"/>
                </a:xfrm>
              </p:grpSpPr>
              <p:sp>
                <p:nvSpPr>
                  <p:cNvPr id="5690" name="Google Shape;569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8" name="Google Shape;5698;p20"/>
              <p:cNvGrpSpPr/>
              <p:nvPr/>
            </p:nvGrpSpPr>
            <p:grpSpPr>
              <a:xfrm rot="4488281">
                <a:off x="3583731" y="2580940"/>
                <a:ext cx="887798" cy="871068"/>
                <a:chOff x="3086354" y="1785830"/>
                <a:chExt cx="887833" cy="871102"/>
              </a:xfrm>
            </p:grpSpPr>
            <p:grpSp>
              <p:nvGrpSpPr>
                <p:cNvPr id="5699" name="Google Shape;5699;p20"/>
                <p:cNvGrpSpPr/>
                <p:nvPr/>
              </p:nvGrpSpPr>
              <p:grpSpPr>
                <a:xfrm rot="-2169427">
                  <a:off x="3251277" y="1839739"/>
                  <a:ext cx="408803" cy="692509"/>
                  <a:chOff x="3377730" y="919968"/>
                  <a:chExt cx="408804" cy="692511"/>
                </a:xfrm>
              </p:grpSpPr>
              <p:sp>
                <p:nvSpPr>
                  <p:cNvPr id="5700" name="Google Shape;570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20"/>
                <p:cNvGrpSpPr/>
                <p:nvPr/>
              </p:nvGrpSpPr>
              <p:grpSpPr>
                <a:xfrm rot="-2169427">
                  <a:off x="3455919" y="1963478"/>
                  <a:ext cx="361529" cy="649332"/>
                  <a:chOff x="1266852" y="1150479"/>
                  <a:chExt cx="361530" cy="649334"/>
                </a:xfrm>
              </p:grpSpPr>
              <p:sp>
                <p:nvSpPr>
                  <p:cNvPr id="5713" name="Google Shape;571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20"/>
              <p:cNvGrpSpPr/>
              <p:nvPr/>
            </p:nvGrpSpPr>
            <p:grpSpPr>
              <a:xfrm>
                <a:off x="3238754" y="1938230"/>
                <a:ext cx="887833" cy="871102"/>
                <a:chOff x="3086354" y="1785830"/>
                <a:chExt cx="887833" cy="871102"/>
              </a:xfrm>
            </p:grpSpPr>
            <p:grpSp>
              <p:nvGrpSpPr>
                <p:cNvPr id="5722" name="Google Shape;5722;p20"/>
                <p:cNvGrpSpPr/>
                <p:nvPr/>
              </p:nvGrpSpPr>
              <p:grpSpPr>
                <a:xfrm rot="-2169427">
                  <a:off x="3251277" y="1839739"/>
                  <a:ext cx="408803" cy="692509"/>
                  <a:chOff x="3377730" y="919968"/>
                  <a:chExt cx="408804" cy="692511"/>
                </a:xfrm>
              </p:grpSpPr>
              <p:sp>
                <p:nvSpPr>
                  <p:cNvPr id="5723" name="Google Shape;572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20"/>
                <p:cNvGrpSpPr/>
                <p:nvPr/>
              </p:nvGrpSpPr>
              <p:grpSpPr>
                <a:xfrm rot="-2169427">
                  <a:off x="3455919" y="1963478"/>
                  <a:ext cx="361529" cy="649332"/>
                  <a:chOff x="1266852" y="1150479"/>
                  <a:chExt cx="361530" cy="649334"/>
                </a:xfrm>
              </p:grpSpPr>
              <p:sp>
                <p:nvSpPr>
                  <p:cNvPr id="5736" name="Google Shape;573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4" name="Google Shape;5744;p20"/>
              <p:cNvGrpSpPr/>
              <p:nvPr/>
            </p:nvGrpSpPr>
            <p:grpSpPr>
              <a:xfrm>
                <a:off x="3490978" y="1037105"/>
                <a:ext cx="575468" cy="1051322"/>
                <a:chOff x="3377730" y="919968"/>
                <a:chExt cx="471039" cy="860470"/>
              </a:xfrm>
            </p:grpSpPr>
            <p:grpSp>
              <p:nvGrpSpPr>
                <p:cNvPr id="5745" name="Google Shape;5745;p20"/>
                <p:cNvGrpSpPr/>
                <p:nvPr/>
              </p:nvGrpSpPr>
              <p:grpSpPr>
                <a:xfrm>
                  <a:off x="3377730" y="919968"/>
                  <a:ext cx="408804" cy="692511"/>
                  <a:chOff x="3377730" y="919968"/>
                  <a:chExt cx="408804" cy="692511"/>
                </a:xfrm>
              </p:grpSpPr>
              <p:sp>
                <p:nvSpPr>
                  <p:cNvPr id="5746" name="Google Shape;5746;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20"/>
                <p:cNvGrpSpPr/>
                <p:nvPr/>
              </p:nvGrpSpPr>
              <p:grpSpPr>
                <a:xfrm>
                  <a:off x="3487239" y="1131104"/>
                  <a:ext cx="361530" cy="649334"/>
                  <a:chOff x="1266852" y="1150479"/>
                  <a:chExt cx="361530" cy="649334"/>
                </a:xfrm>
              </p:grpSpPr>
              <p:sp>
                <p:nvSpPr>
                  <p:cNvPr id="5759" name="Google Shape;5759;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20"/>
              <p:cNvGrpSpPr/>
              <p:nvPr/>
            </p:nvGrpSpPr>
            <p:grpSpPr>
              <a:xfrm>
                <a:off x="3517102" y="2473933"/>
                <a:ext cx="590853" cy="538858"/>
                <a:chOff x="2374102" y="2397733"/>
                <a:chExt cx="590853" cy="538858"/>
              </a:xfrm>
            </p:grpSpPr>
            <p:grpSp>
              <p:nvGrpSpPr>
                <p:cNvPr id="5768" name="Google Shape;5768;p20"/>
                <p:cNvGrpSpPr/>
                <p:nvPr/>
              </p:nvGrpSpPr>
              <p:grpSpPr>
                <a:xfrm>
                  <a:off x="2374102" y="2397733"/>
                  <a:ext cx="590853" cy="538858"/>
                  <a:chOff x="1993102" y="2397733"/>
                  <a:chExt cx="590853" cy="538858"/>
                </a:xfrm>
              </p:grpSpPr>
              <p:sp>
                <p:nvSpPr>
                  <p:cNvPr id="5769" name="Google Shape;5769;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5" name="Google Shape;5785;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8" name="Google Shape;5788;p20"/>
                <p:cNvGrpSpPr/>
                <p:nvPr/>
              </p:nvGrpSpPr>
              <p:grpSpPr>
                <a:xfrm>
                  <a:off x="2672051" y="2466803"/>
                  <a:ext cx="88776" cy="97630"/>
                  <a:chOff x="2291051" y="2466803"/>
                  <a:chExt cx="88776" cy="97630"/>
                </a:xfrm>
              </p:grpSpPr>
              <p:sp>
                <p:nvSpPr>
                  <p:cNvPr id="5789" name="Google Shape;5789;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20"/>
              <p:cNvGrpSpPr/>
              <p:nvPr/>
            </p:nvGrpSpPr>
            <p:grpSpPr>
              <a:xfrm rot="352659">
                <a:off x="3394332" y="1622136"/>
                <a:ext cx="676583" cy="547330"/>
                <a:chOff x="1981897" y="1546050"/>
                <a:chExt cx="676612" cy="547354"/>
              </a:xfrm>
            </p:grpSpPr>
            <p:grpSp>
              <p:nvGrpSpPr>
                <p:cNvPr id="5826" name="Google Shape;5826;p20"/>
                <p:cNvGrpSpPr/>
                <p:nvPr/>
              </p:nvGrpSpPr>
              <p:grpSpPr>
                <a:xfrm>
                  <a:off x="2240847" y="1546050"/>
                  <a:ext cx="258712" cy="250429"/>
                  <a:chOff x="1490538" y="753834"/>
                  <a:chExt cx="470985" cy="455906"/>
                </a:xfrm>
              </p:grpSpPr>
              <p:sp>
                <p:nvSpPr>
                  <p:cNvPr id="5827" name="Google Shape;582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20"/>
                <p:cNvGrpSpPr/>
                <p:nvPr/>
              </p:nvGrpSpPr>
              <p:grpSpPr>
                <a:xfrm>
                  <a:off x="2399797" y="1673288"/>
                  <a:ext cx="258712" cy="250429"/>
                  <a:chOff x="1490538" y="753834"/>
                  <a:chExt cx="470985" cy="455906"/>
                </a:xfrm>
              </p:grpSpPr>
              <p:sp>
                <p:nvSpPr>
                  <p:cNvPr id="5838" name="Google Shape;583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20"/>
                <p:cNvGrpSpPr/>
                <p:nvPr/>
              </p:nvGrpSpPr>
              <p:grpSpPr>
                <a:xfrm>
                  <a:off x="2159535" y="1742038"/>
                  <a:ext cx="258712" cy="250429"/>
                  <a:chOff x="1490538" y="753834"/>
                  <a:chExt cx="470985" cy="455906"/>
                </a:xfrm>
              </p:grpSpPr>
              <p:sp>
                <p:nvSpPr>
                  <p:cNvPr id="5849" name="Google Shape;584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
                <p:cNvGrpSpPr/>
                <p:nvPr/>
              </p:nvGrpSpPr>
              <p:grpSpPr>
                <a:xfrm>
                  <a:off x="2323985" y="1842975"/>
                  <a:ext cx="258712" cy="250429"/>
                  <a:chOff x="1490538" y="753834"/>
                  <a:chExt cx="470985" cy="455906"/>
                </a:xfrm>
              </p:grpSpPr>
              <p:sp>
                <p:nvSpPr>
                  <p:cNvPr id="5860" name="Google Shape;586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
                <p:cNvGrpSpPr/>
                <p:nvPr/>
              </p:nvGrpSpPr>
              <p:grpSpPr>
                <a:xfrm>
                  <a:off x="1981897" y="1804075"/>
                  <a:ext cx="258712" cy="250429"/>
                  <a:chOff x="1490538" y="753834"/>
                  <a:chExt cx="470985" cy="455906"/>
                </a:xfrm>
              </p:grpSpPr>
              <p:sp>
                <p:nvSpPr>
                  <p:cNvPr id="5871" name="Google Shape;587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1" name="Google Shape;5881;p20"/>
              <p:cNvGrpSpPr/>
              <p:nvPr/>
            </p:nvGrpSpPr>
            <p:grpSpPr>
              <a:xfrm flipH="1">
                <a:off x="3270102" y="2806996"/>
                <a:ext cx="590853" cy="538858"/>
                <a:chOff x="2374102" y="2397733"/>
                <a:chExt cx="590853" cy="538858"/>
              </a:xfrm>
            </p:grpSpPr>
            <p:grpSp>
              <p:nvGrpSpPr>
                <p:cNvPr id="5882" name="Google Shape;5882;p20"/>
                <p:cNvGrpSpPr/>
                <p:nvPr/>
              </p:nvGrpSpPr>
              <p:grpSpPr>
                <a:xfrm>
                  <a:off x="2374102" y="2397733"/>
                  <a:ext cx="590853" cy="538858"/>
                  <a:chOff x="1993102" y="2397733"/>
                  <a:chExt cx="590853" cy="538858"/>
                </a:xfrm>
              </p:grpSpPr>
              <p:sp>
                <p:nvSpPr>
                  <p:cNvPr id="5883" name="Google Shape;588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9" name="Google Shape;589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20"/>
                <p:cNvGrpSpPr/>
                <p:nvPr/>
              </p:nvGrpSpPr>
              <p:grpSpPr>
                <a:xfrm>
                  <a:off x="2672051" y="2466803"/>
                  <a:ext cx="88776" cy="97630"/>
                  <a:chOff x="2291051" y="2466803"/>
                  <a:chExt cx="88776" cy="97630"/>
                </a:xfrm>
              </p:grpSpPr>
              <p:sp>
                <p:nvSpPr>
                  <p:cNvPr id="5903" name="Google Shape;590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2" name="Google Shape;593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20"/>
              <p:cNvGrpSpPr/>
              <p:nvPr/>
            </p:nvGrpSpPr>
            <p:grpSpPr>
              <a:xfrm>
                <a:off x="3446433" y="3091192"/>
                <a:ext cx="1319021" cy="1203001"/>
                <a:chOff x="2374102" y="2397733"/>
                <a:chExt cx="590853" cy="538858"/>
              </a:xfrm>
            </p:grpSpPr>
            <p:grpSp>
              <p:nvGrpSpPr>
                <p:cNvPr id="5940" name="Google Shape;5940;p20"/>
                <p:cNvGrpSpPr/>
                <p:nvPr/>
              </p:nvGrpSpPr>
              <p:grpSpPr>
                <a:xfrm>
                  <a:off x="2374102" y="2397733"/>
                  <a:ext cx="590853" cy="538858"/>
                  <a:chOff x="1993102" y="2397733"/>
                  <a:chExt cx="590853" cy="538858"/>
                </a:xfrm>
              </p:grpSpPr>
              <p:sp>
                <p:nvSpPr>
                  <p:cNvPr id="5941" name="Google Shape;5941;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7" name="Google Shape;5957;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20"/>
                <p:cNvGrpSpPr/>
                <p:nvPr/>
              </p:nvGrpSpPr>
              <p:grpSpPr>
                <a:xfrm>
                  <a:off x="2672051" y="2466803"/>
                  <a:ext cx="88776" cy="97630"/>
                  <a:chOff x="2291051" y="2466803"/>
                  <a:chExt cx="88776" cy="97630"/>
                </a:xfrm>
              </p:grpSpPr>
              <p:sp>
                <p:nvSpPr>
                  <p:cNvPr id="5961" name="Google Shape;5961;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0" name="Google Shape;5990;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20"/>
              <p:cNvGrpSpPr/>
              <p:nvPr/>
            </p:nvGrpSpPr>
            <p:grpSpPr>
              <a:xfrm>
                <a:off x="4490110" y="3659885"/>
                <a:ext cx="365767" cy="351686"/>
                <a:chOff x="1490538" y="753834"/>
                <a:chExt cx="470985" cy="455906"/>
              </a:xfrm>
            </p:grpSpPr>
            <p:sp>
              <p:nvSpPr>
                <p:cNvPr id="5998" name="Google Shape;599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20"/>
              <p:cNvGrpSpPr/>
              <p:nvPr/>
            </p:nvGrpSpPr>
            <p:grpSpPr>
              <a:xfrm rot="-975329">
                <a:off x="4865699" y="3543897"/>
                <a:ext cx="365789" cy="351698"/>
                <a:chOff x="1490538" y="753834"/>
                <a:chExt cx="470985" cy="455906"/>
              </a:xfrm>
            </p:grpSpPr>
            <p:sp>
              <p:nvSpPr>
                <p:cNvPr id="6009" name="Google Shape;600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19" name="Google Shape;6019;p20"/>
          <p:cNvGrpSpPr/>
          <p:nvPr/>
        </p:nvGrpSpPr>
        <p:grpSpPr>
          <a:xfrm flipH="1">
            <a:off x="-638108" y="-430047"/>
            <a:ext cx="3943216" cy="2469918"/>
            <a:chOff x="5681667" y="-311651"/>
            <a:chExt cx="3943216" cy="2469918"/>
          </a:xfrm>
        </p:grpSpPr>
        <p:sp>
          <p:nvSpPr>
            <p:cNvPr id="6020" name="Google Shape;6020;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0"/>
            <p:cNvGrpSpPr/>
            <p:nvPr/>
          </p:nvGrpSpPr>
          <p:grpSpPr>
            <a:xfrm flipH="1">
              <a:off x="6751497" y="678045"/>
              <a:ext cx="411494" cy="164598"/>
              <a:chOff x="2449294" y="636165"/>
              <a:chExt cx="322588" cy="124262"/>
            </a:xfrm>
          </p:grpSpPr>
          <p:sp>
            <p:nvSpPr>
              <p:cNvPr id="6025" name="Google Shape;602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20"/>
            <p:cNvGrpSpPr/>
            <p:nvPr/>
          </p:nvGrpSpPr>
          <p:grpSpPr>
            <a:xfrm>
              <a:off x="8575747" y="1993670"/>
              <a:ext cx="411494" cy="164598"/>
              <a:chOff x="2449294" y="636165"/>
              <a:chExt cx="322588" cy="124262"/>
            </a:xfrm>
          </p:grpSpPr>
          <p:sp>
            <p:nvSpPr>
              <p:cNvPr id="6035" name="Google Shape;6035;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20"/>
            <p:cNvGrpSpPr/>
            <p:nvPr/>
          </p:nvGrpSpPr>
          <p:grpSpPr>
            <a:xfrm flipH="1" rot="10800000">
              <a:off x="7008738" y="922775"/>
              <a:ext cx="365767" cy="351138"/>
              <a:chOff x="1490538" y="753834"/>
              <a:chExt cx="470985" cy="455906"/>
            </a:xfrm>
          </p:grpSpPr>
          <p:sp>
            <p:nvSpPr>
              <p:cNvPr id="6045" name="Google Shape;60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20"/>
            <p:cNvGrpSpPr/>
            <p:nvPr/>
          </p:nvGrpSpPr>
          <p:grpSpPr>
            <a:xfrm flipH="1" rot="-5400000">
              <a:off x="6601720" y="-1231703"/>
              <a:ext cx="2103111" cy="3943216"/>
              <a:chOff x="3238754" y="1037105"/>
              <a:chExt cx="2114316" cy="3971813"/>
            </a:xfrm>
          </p:grpSpPr>
          <p:grpSp>
            <p:nvGrpSpPr>
              <p:cNvPr id="6056" name="Google Shape;6056;p20"/>
              <p:cNvGrpSpPr/>
              <p:nvPr/>
            </p:nvGrpSpPr>
            <p:grpSpPr>
              <a:xfrm rot="352619">
                <a:off x="3514228" y="3929201"/>
                <a:ext cx="820714" cy="663927"/>
                <a:chOff x="1981897" y="1546050"/>
                <a:chExt cx="676612" cy="547354"/>
              </a:xfrm>
            </p:grpSpPr>
            <p:grpSp>
              <p:nvGrpSpPr>
                <p:cNvPr id="6057" name="Google Shape;6057;p20"/>
                <p:cNvGrpSpPr/>
                <p:nvPr/>
              </p:nvGrpSpPr>
              <p:grpSpPr>
                <a:xfrm>
                  <a:off x="2240847" y="1546050"/>
                  <a:ext cx="258712" cy="250429"/>
                  <a:chOff x="1490538" y="753834"/>
                  <a:chExt cx="470985" cy="455906"/>
                </a:xfrm>
              </p:grpSpPr>
              <p:sp>
                <p:nvSpPr>
                  <p:cNvPr id="6058" name="Google Shape;605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0"/>
                <p:cNvGrpSpPr/>
                <p:nvPr/>
              </p:nvGrpSpPr>
              <p:grpSpPr>
                <a:xfrm>
                  <a:off x="2399797" y="1673288"/>
                  <a:ext cx="258712" cy="250429"/>
                  <a:chOff x="1490538" y="753834"/>
                  <a:chExt cx="470985" cy="455906"/>
                </a:xfrm>
              </p:grpSpPr>
              <p:sp>
                <p:nvSpPr>
                  <p:cNvPr id="6069" name="Google Shape;606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20"/>
                <p:cNvGrpSpPr/>
                <p:nvPr/>
              </p:nvGrpSpPr>
              <p:grpSpPr>
                <a:xfrm>
                  <a:off x="2159535" y="1742038"/>
                  <a:ext cx="258712" cy="250429"/>
                  <a:chOff x="1490538" y="753834"/>
                  <a:chExt cx="470985" cy="455906"/>
                </a:xfrm>
              </p:grpSpPr>
              <p:sp>
                <p:nvSpPr>
                  <p:cNvPr id="6080" name="Google Shape;6080;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20"/>
                <p:cNvGrpSpPr/>
                <p:nvPr/>
              </p:nvGrpSpPr>
              <p:grpSpPr>
                <a:xfrm>
                  <a:off x="2323985" y="1842975"/>
                  <a:ext cx="258712" cy="250429"/>
                  <a:chOff x="1490538" y="753834"/>
                  <a:chExt cx="470985" cy="455906"/>
                </a:xfrm>
              </p:grpSpPr>
              <p:sp>
                <p:nvSpPr>
                  <p:cNvPr id="6091" name="Google Shape;609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20"/>
                <p:cNvGrpSpPr/>
                <p:nvPr/>
              </p:nvGrpSpPr>
              <p:grpSpPr>
                <a:xfrm>
                  <a:off x="1981897" y="1804075"/>
                  <a:ext cx="258712" cy="250429"/>
                  <a:chOff x="1490538" y="753834"/>
                  <a:chExt cx="470985" cy="455906"/>
                </a:xfrm>
              </p:grpSpPr>
              <p:sp>
                <p:nvSpPr>
                  <p:cNvPr id="6102" name="Google Shape;610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2" name="Google Shape;6112;p20"/>
              <p:cNvGrpSpPr/>
              <p:nvPr/>
            </p:nvGrpSpPr>
            <p:grpSpPr>
              <a:xfrm flipH="1" rot="8833976">
                <a:off x="4214846" y="3438470"/>
                <a:ext cx="804524" cy="1469662"/>
                <a:chOff x="3377730" y="919968"/>
                <a:chExt cx="471039" cy="860470"/>
              </a:xfrm>
            </p:grpSpPr>
            <p:grpSp>
              <p:nvGrpSpPr>
                <p:cNvPr id="6113" name="Google Shape;6113;p20"/>
                <p:cNvGrpSpPr/>
                <p:nvPr/>
              </p:nvGrpSpPr>
              <p:grpSpPr>
                <a:xfrm>
                  <a:off x="3377730" y="919968"/>
                  <a:ext cx="408804" cy="692511"/>
                  <a:chOff x="3377730" y="919968"/>
                  <a:chExt cx="408804" cy="692511"/>
                </a:xfrm>
              </p:grpSpPr>
              <p:sp>
                <p:nvSpPr>
                  <p:cNvPr id="6114" name="Google Shape;611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20"/>
                <p:cNvGrpSpPr/>
                <p:nvPr/>
              </p:nvGrpSpPr>
              <p:grpSpPr>
                <a:xfrm>
                  <a:off x="3487239" y="1131104"/>
                  <a:ext cx="361530" cy="649334"/>
                  <a:chOff x="1266852" y="1150479"/>
                  <a:chExt cx="361530" cy="649334"/>
                </a:xfrm>
              </p:grpSpPr>
              <p:sp>
                <p:nvSpPr>
                  <p:cNvPr id="6127" name="Google Shape;612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5" name="Google Shape;6135;p20"/>
              <p:cNvGrpSpPr/>
              <p:nvPr/>
            </p:nvGrpSpPr>
            <p:grpSpPr>
              <a:xfrm rot="4488281">
                <a:off x="3583731" y="2580940"/>
                <a:ext cx="887798" cy="871068"/>
                <a:chOff x="3086354" y="1785830"/>
                <a:chExt cx="887833" cy="871102"/>
              </a:xfrm>
            </p:grpSpPr>
            <p:grpSp>
              <p:nvGrpSpPr>
                <p:cNvPr id="6136" name="Google Shape;6136;p20"/>
                <p:cNvGrpSpPr/>
                <p:nvPr/>
              </p:nvGrpSpPr>
              <p:grpSpPr>
                <a:xfrm rot="-2169427">
                  <a:off x="3251277" y="1839739"/>
                  <a:ext cx="408803" cy="692509"/>
                  <a:chOff x="3377730" y="919968"/>
                  <a:chExt cx="408804" cy="692511"/>
                </a:xfrm>
              </p:grpSpPr>
              <p:sp>
                <p:nvSpPr>
                  <p:cNvPr id="6137" name="Google Shape;613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20"/>
                <p:cNvGrpSpPr/>
                <p:nvPr/>
              </p:nvGrpSpPr>
              <p:grpSpPr>
                <a:xfrm rot="-2169427">
                  <a:off x="3455919" y="1963478"/>
                  <a:ext cx="361529" cy="649332"/>
                  <a:chOff x="1266852" y="1150479"/>
                  <a:chExt cx="361530" cy="649334"/>
                </a:xfrm>
              </p:grpSpPr>
              <p:sp>
                <p:nvSpPr>
                  <p:cNvPr id="6150" name="Google Shape;615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8" name="Google Shape;6158;p20"/>
              <p:cNvGrpSpPr/>
              <p:nvPr/>
            </p:nvGrpSpPr>
            <p:grpSpPr>
              <a:xfrm>
                <a:off x="3238754" y="1938230"/>
                <a:ext cx="887833" cy="871102"/>
                <a:chOff x="3086354" y="1785830"/>
                <a:chExt cx="887833" cy="871102"/>
              </a:xfrm>
            </p:grpSpPr>
            <p:grpSp>
              <p:nvGrpSpPr>
                <p:cNvPr id="6159" name="Google Shape;6159;p20"/>
                <p:cNvGrpSpPr/>
                <p:nvPr/>
              </p:nvGrpSpPr>
              <p:grpSpPr>
                <a:xfrm rot="-2169427">
                  <a:off x="3251277" y="1839739"/>
                  <a:ext cx="408803" cy="692509"/>
                  <a:chOff x="3377730" y="919968"/>
                  <a:chExt cx="408804" cy="692511"/>
                </a:xfrm>
              </p:grpSpPr>
              <p:sp>
                <p:nvSpPr>
                  <p:cNvPr id="6160" name="Google Shape;616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20"/>
                <p:cNvGrpSpPr/>
                <p:nvPr/>
              </p:nvGrpSpPr>
              <p:grpSpPr>
                <a:xfrm rot="-2169427">
                  <a:off x="3455919" y="1963478"/>
                  <a:ext cx="361529" cy="649332"/>
                  <a:chOff x="1266852" y="1150479"/>
                  <a:chExt cx="361530" cy="649334"/>
                </a:xfrm>
              </p:grpSpPr>
              <p:sp>
                <p:nvSpPr>
                  <p:cNvPr id="6173" name="Google Shape;617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1" name="Google Shape;6181;p20"/>
              <p:cNvGrpSpPr/>
              <p:nvPr/>
            </p:nvGrpSpPr>
            <p:grpSpPr>
              <a:xfrm>
                <a:off x="3490978" y="1037105"/>
                <a:ext cx="575468" cy="1051322"/>
                <a:chOff x="3377730" y="919968"/>
                <a:chExt cx="471039" cy="860470"/>
              </a:xfrm>
            </p:grpSpPr>
            <p:grpSp>
              <p:nvGrpSpPr>
                <p:cNvPr id="6182" name="Google Shape;6182;p20"/>
                <p:cNvGrpSpPr/>
                <p:nvPr/>
              </p:nvGrpSpPr>
              <p:grpSpPr>
                <a:xfrm>
                  <a:off x="3377730" y="919968"/>
                  <a:ext cx="408804" cy="692511"/>
                  <a:chOff x="3377730" y="919968"/>
                  <a:chExt cx="408804" cy="692511"/>
                </a:xfrm>
              </p:grpSpPr>
              <p:sp>
                <p:nvSpPr>
                  <p:cNvPr id="6183" name="Google Shape;6183;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20"/>
                <p:cNvGrpSpPr/>
                <p:nvPr/>
              </p:nvGrpSpPr>
              <p:grpSpPr>
                <a:xfrm>
                  <a:off x="3487239" y="1131104"/>
                  <a:ext cx="361530" cy="649334"/>
                  <a:chOff x="1266852" y="1150479"/>
                  <a:chExt cx="361530" cy="649334"/>
                </a:xfrm>
              </p:grpSpPr>
              <p:sp>
                <p:nvSpPr>
                  <p:cNvPr id="6196" name="Google Shape;6196;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20"/>
              <p:cNvGrpSpPr/>
              <p:nvPr/>
            </p:nvGrpSpPr>
            <p:grpSpPr>
              <a:xfrm>
                <a:off x="3517102" y="2473933"/>
                <a:ext cx="590853" cy="538858"/>
                <a:chOff x="2374102" y="2397733"/>
                <a:chExt cx="590853" cy="538858"/>
              </a:xfrm>
            </p:grpSpPr>
            <p:grpSp>
              <p:nvGrpSpPr>
                <p:cNvPr id="6205" name="Google Shape;6205;p20"/>
                <p:cNvGrpSpPr/>
                <p:nvPr/>
              </p:nvGrpSpPr>
              <p:grpSpPr>
                <a:xfrm>
                  <a:off x="2374102" y="2397733"/>
                  <a:ext cx="590853" cy="538858"/>
                  <a:chOff x="1993102" y="2397733"/>
                  <a:chExt cx="590853" cy="538858"/>
                </a:xfrm>
              </p:grpSpPr>
              <p:sp>
                <p:nvSpPr>
                  <p:cNvPr id="6206" name="Google Shape;6206;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20"/>
                <p:cNvGrpSpPr/>
                <p:nvPr/>
              </p:nvGrpSpPr>
              <p:grpSpPr>
                <a:xfrm>
                  <a:off x="2672051" y="2466803"/>
                  <a:ext cx="88776" cy="97630"/>
                  <a:chOff x="2291051" y="2466803"/>
                  <a:chExt cx="88776" cy="97630"/>
                </a:xfrm>
              </p:grpSpPr>
              <p:sp>
                <p:nvSpPr>
                  <p:cNvPr id="6226" name="Google Shape;6226;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20"/>
              <p:cNvGrpSpPr/>
              <p:nvPr/>
            </p:nvGrpSpPr>
            <p:grpSpPr>
              <a:xfrm rot="352659">
                <a:off x="3394332" y="1622136"/>
                <a:ext cx="676583" cy="547330"/>
                <a:chOff x="1981897" y="1546050"/>
                <a:chExt cx="676612" cy="547354"/>
              </a:xfrm>
            </p:grpSpPr>
            <p:grpSp>
              <p:nvGrpSpPr>
                <p:cNvPr id="6263" name="Google Shape;6263;p20"/>
                <p:cNvGrpSpPr/>
                <p:nvPr/>
              </p:nvGrpSpPr>
              <p:grpSpPr>
                <a:xfrm>
                  <a:off x="2240847" y="1546050"/>
                  <a:ext cx="258712" cy="250429"/>
                  <a:chOff x="1490538" y="753834"/>
                  <a:chExt cx="470985" cy="455906"/>
                </a:xfrm>
              </p:grpSpPr>
              <p:sp>
                <p:nvSpPr>
                  <p:cNvPr id="6264" name="Google Shape;626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20"/>
                <p:cNvGrpSpPr/>
                <p:nvPr/>
              </p:nvGrpSpPr>
              <p:grpSpPr>
                <a:xfrm>
                  <a:off x="2399797" y="1673288"/>
                  <a:ext cx="258712" cy="250429"/>
                  <a:chOff x="1490538" y="753834"/>
                  <a:chExt cx="470985" cy="455906"/>
                </a:xfrm>
              </p:grpSpPr>
              <p:sp>
                <p:nvSpPr>
                  <p:cNvPr id="6275" name="Google Shape;627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20"/>
                <p:cNvGrpSpPr/>
                <p:nvPr/>
              </p:nvGrpSpPr>
              <p:grpSpPr>
                <a:xfrm>
                  <a:off x="2159535" y="1742038"/>
                  <a:ext cx="258712" cy="250429"/>
                  <a:chOff x="1490538" y="753834"/>
                  <a:chExt cx="470985" cy="455906"/>
                </a:xfrm>
              </p:grpSpPr>
              <p:sp>
                <p:nvSpPr>
                  <p:cNvPr id="6286" name="Google Shape;628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20"/>
                <p:cNvGrpSpPr/>
                <p:nvPr/>
              </p:nvGrpSpPr>
              <p:grpSpPr>
                <a:xfrm>
                  <a:off x="2323985" y="1842975"/>
                  <a:ext cx="258712" cy="250429"/>
                  <a:chOff x="1490538" y="753834"/>
                  <a:chExt cx="470985" cy="455906"/>
                </a:xfrm>
              </p:grpSpPr>
              <p:sp>
                <p:nvSpPr>
                  <p:cNvPr id="6297" name="Google Shape;629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20"/>
                <p:cNvGrpSpPr/>
                <p:nvPr/>
              </p:nvGrpSpPr>
              <p:grpSpPr>
                <a:xfrm>
                  <a:off x="1981897" y="1804075"/>
                  <a:ext cx="258712" cy="250429"/>
                  <a:chOff x="1490538" y="753834"/>
                  <a:chExt cx="470985" cy="455906"/>
                </a:xfrm>
              </p:grpSpPr>
              <p:sp>
                <p:nvSpPr>
                  <p:cNvPr id="6308" name="Google Shape;630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20"/>
              <p:cNvGrpSpPr/>
              <p:nvPr/>
            </p:nvGrpSpPr>
            <p:grpSpPr>
              <a:xfrm flipH="1">
                <a:off x="3270102" y="2806996"/>
                <a:ext cx="590853" cy="538858"/>
                <a:chOff x="2374102" y="2397733"/>
                <a:chExt cx="590853" cy="538858"/>
              </a:xfrm>
            </p:grpSpPr>
            <p:grpSp>
              <p:nvGrpSpPr>
                <p:cNvPr id="6319" name="Google Shape;6319;p20"/>
                <p:cNvGrpSpPr/>
                <p:nvPr/>
              </p:nvGrpSpPr>
              <p:grpSpPr>
                <a:xfrm>
                  <a:off x="2374102" y="2397733"/>
                  <a:ext cx="590853" cy="538858"/>
                  <a:chOff x="1993102" y="2397733"/>
                  <a:chExt cx="590853" cy="538858"/>
                </a:xfrm>
              </p:grpSpPr>
              <p:sp>
                <p:nvSpPr>
                  <p:cNvPr id="6320" name="Google Shape;6320;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6" name="Google Shape;6336;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9" name="Google Shape;6339;p20"/>
                <p:cNvGrpSpPr/>
                <p:nvPr/>
              </p:nvGrpSpPr>
              <p:grpSpPr>
                <a:xfrm>
                  <a:off x="2672051" y="2466803"/>
                  <a:ext cx="88776" cy="97630"/>
                  <a:chOff x="2291051" y="2466803"/>
                  <a:chExt cx="88776" cy="97630"/>
                </a:xfrm>
              </p:grpSpPr>
              <p:sp>
                <p:nvSpPr>
                  <p:cNvPr id="6340" name="Google Shape;6340;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0"/>
              <p:cNvGrpSpPr/>
              <p:nvPr/>
            </p:nvGrpSpPr>
            <p:grpSpPr>
              <a:xfrm>
                <a:off x="3446433" y="3091192"/>
                <a:ext cx="1319021" cy="1203001"/>
                <a:chOff x="2374102" y="2397733"/>
                <a:chExt cx="590853" cy="538858"/>
              </a:xfrm>
            </p:grpSpPr>
            <p:grpSp>
              <p:nvGrpSpPr>
                <p:cNvPr id="6377" name="Google Shape;6377;p20"/>
                <p:cNvGrpSpPr/>
                <p:nvPr/>
              </p:nvGrpSpPr>
              <p:grpSpPr>
                <a:xfrm>
                  <a:off x="2374102" y="2397733"/>
                  <a:ext cx="590853" cy="538858"/>
                  <a:chOff x="1993102" y="2397733"/>
                  <a:chExt cx="590853" cy="538858"/>
                </a:xfrm>
              </p:grpSpPr>
              <p:sp>
                <p:nvSpPr>
                  <p:cNvPr id="6378" name="Google Shape;6378;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20"/>
                <p:cNvGrpSpPr/>
                <p:nvPr/>
              </p:nvGrpSpPr>
              <p:grpSpPr>
                <a:xfrm>
                  <a:off x="2672051" y="2466803"/>
                  <a:ext cx="88776" cy="97630"/>
                  <a:chOff x="2291051" y="2466803"/>
                  <a:chExt cx="88776" cy="97630"/>
                </a:xfrm>
              </p:grpSpPr>
              <p:sp>
                <p:nvSpPr>
                  <p:cNvPr id="6398" name="Google Shape;6398;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20"/>
              <p:cNvGrpSpPr/>
              <p:nvPr/>
            </p:nvGrpSpPr>
            <p:grpSpPr>
              <a:xfrm>
                <a:off x="4490110" y="3659885"/>
                <a:ext cx="365767" cy="351686"/>
                <a:chOff x="1490538" y="753834"/>
                <a:chExt cx="470985" cy="455906"/>
              </a:xfrm>
            </p:grpSpPr>
            <p:sp>
              <p:nvSpPr>
                <p:cNvPr id="6435" name="Google Shape;643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20"/>
              <p:cNvGrpSpPr/>
              <p:nvPr/>
            </p:nvGrpSpPr>
            <p:grpSpPr>
              <a:xfrm rot="-975329">
                <a:off x="4865699" y="3543897"/>
                <a:ext cx="365789" cy="351698"/>
                <a:chOff x="1490538" y="753834"/>
                <a:chExt cx="470985" cy="455906"/>
              </a:xfrm>
            </p:grpSpPr>
            <p:sp>
              <p:nvSpPr>
                <p:cNvPr id="6446" name="Google Shape;644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56" name="Google Shape;6456;p20"/>
          <p:cNvGrpSpPr/>
          <p:nvPr/>
        </p:nvGrpSpPr>
        <p:grpSpPr>
          <a:xfrm flipH="1" rot="10800000">
            <a:off x="5838892" y="3103628"/>
            <a:ext cx="3943216" cy="2469918"/>
            <a:chOff x="5681667" y="-311651"/>
            <a:chExt cx="3943216" cy="2469918"/>
          </a:xfrm>
        </p:grpSpPr>
        <p:sp>
          <p:nvSpPr>
            <p:cNvPr id="6457" name="Google Shape;6457;p20"/>
            <p:cNvSpPr/>
            <p:nvPr/>
          </p:nvSpPr>
          <p:spPr>
            <a:xfrm>
              <a:off x="6319579" y="63846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0"/>
            <p:cNvSpPr/>
            <p:nvPr/>
          </p:nvSpPr>
          <p:spPr>
            <a:xfrm rot="10800000">
              <a:off x="6858777" y="460665"/>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0"/>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0"/>
            <p:cNvSpPr/>
            <p:nvPr/>
          </p:nvSpPr>
          <p:spPr>
            <a:xfrm rot="10800000">
              <a:off x="8612852" y="167987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1" name="Google Shape;6461;p20"/>
            <p:cNvGrpSpPr/>
            <p:nvPr/>
          </p:nvGrpSpPr>
          <p:grpSpPr>
            <a:xfrm flipH="1">
              <a:off x="6751497" y="678045"/>
              <a:ext cx="411494" cy="164598"/>
              <a:chOff x="2449294" y="636165"/>
              <a:chExt cx="322588" cy="124262"/>
            </a:xfrm>
          </p:grpSpPr>
          <p:sp>
            <p:nvSpPr>
              <p:cNvPr id="6462" name="Google Shape;646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0"/>
            <p:cNvGrpSpPr/>
            <p:nvPr/>
          </p:nvGrpSpPr>
          <p:grpSpPr>
            <a:xfrm>
              <a:off x="8575747" y="1993670"/>
              <a:ext cx="411494" cy="164598"/>
              <a:chOff x="2449294" y="636165"/>
              <a:chExt cx="322588" cy="124262"/>
            </a:xfrm>
          </p:grpSpPr>
          <p:sp>
            <p:nvSpPr>
              <p:cNvPr id="6472" name="Google Shape;6472;p20"/>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0"/>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0"/>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0"/>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0"/>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0"/>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0"/>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0"/>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0"/>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20"/>
            <p:cNvGrpSpPr/>
            <p:nvPr/>
          </p:nvGrpSpPr>
          <p:grpSpPr>
            <a:xfrm flipH="1" rot="10800000">
              <a:off x="7008738" y="922775"/>
              <a:ext cx="365767" cy="351138"/>
              <a:chOff x="1490538" y="753834"/>
              <a:chExt cx="470985" cy="455906"/>
            </a:xfrm>
          </p:grpSpPr>
          <p:sp>
            <p:nvSpPr>
              <p:cNvPr id="6482" name="Google Shape;648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20"/>
            <p:cNvGrpSpPr/>
            <p:nvPr/>
          </p:nvGrpSpPr>
          <p:grpSpPr>
            <a:xfrm flipH="1" rot="-5400000">
              <a:off x="6601720" y="-1231703"/>
              <a:ext cx="2103111" cy="3943216"/>
              <a:chOff x="3238754" y="1037105"/>
              <a:chExt cx="2114316" cy="3971813"/>
            </a:xfrm>
          </p:grpSpPr>
          <p:grpSp>
            <p:nvGrpSpPr>
              <p:cNvPr id="6493" name="Google Shape;6493;p20"/>
              <p:cNvGrpSpPr/>
              <p:nvPr/>
            </p:nvGrpSpPr>
            <p:grpSpPr>
              <a:xfrm rot="352619">
                <a:off x="3514228" y="3929201"/>
                <a:ext cx="820714" cy="663927"/>
                <a:chOff x="1981897" y="1546050"/>
                <a:chExt cx="676612" cy="547354"/>
              </a:xfrm>
            </p:grpSpPr>
            <p:grpSp>
              <p:nvGrpSpPr>
                <p:cNvPr id="6494" name="Google Shape;6494;p20"/>
                <p:cNvGrpSpPr/>
                <p:nvPr/>
              </p:nvGrpSpPr>
              <p:grpSpPr>
                <a:xfrm>
                  <a:off x="2240847" y="1546050"/>
                  <a:ext cx="258712" cy="250429"/>
                  <a:chOff x="1490538" y="753834"/>
                  <a:chExt cx="470985" cy="455906"/>
                </a:xfrm>
              </p:grpSpPr>
              <p:sp>
                <p:nvSpPr>
                  <p:cNvPr id="6495" name="Google Shape;649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20"/>
                <p:cNvGrpSpPr/>
                <p:nvPr/>
              </p:nvGrpSpPr>
              <p:grpSpPr>
                <a:xfrm>
                  <a:off x="2399797" y="1673288"/>
                  <a:ext cx="258712" cy="250429"/>
                  <a:chOff x="1490538" y="753834"/>
                  <a:chExt cx="470985" cy="455906"/>
                </a:xfrm>
              </p:grpSpPr>
              <p:sp>
                <p:nvSpPr>
                  <p:cNvPr id="6506" name="Google Shape;6506;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20"/>
                <p:cNvGrpSpPr/>
                <p:nvPr/>
              </p:nvGrpSpPr>
              <p:grpSpPr>
                <a:xfrm>
                  <a:off x="2159535" y="1742038"/>
                  <a:ext cx="258712" cy="250429"/>
                  <a:chOff x="1490538" y="753834"/>
                  <a:chExt cx="470985" cy="455906"/>
                </a:xfrm>
              </p:grpSpPr>
              <p:sp>
                <p:nvSpPr>
                  <p:cNvPr id="6517" name="Google Shape;6517;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20"/>
                <p:cNvGrpSpPr/>
                <p:nvPr/>
              </p:nvGrpSpPr>
              <p:grpSpPr>
                <a:xfrm>
                  <a:off x="2323985" y="1842975"/>
                  <a:ext cx="258712" cy="250429"/>
                  <a:chOff x="1490538" y="753834"/>
                  <a:chExt cx="470985" cy="455906"/>
                </a:xfrm>
              </p:grpSpPr>
              <p:sp>
                <p:nvSpPr>
                  <p:cNvPr id="6528" name="Google Shape;6528;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20"/>
                <p:cNvGrpSpPr/>
                <p:nvPr/>
              </p:nvGrpSpPr>
              <p:grpSpPr>
                <a:xfrm>
                  <a:off x="1981897" y="1804075"/>
                  <a:ext cx="258712" cy="250429"/>
                  <a:chOff x="1490538" y="753834"/>
                  <a:chExt cx="470985" cy="455906"/>
                </a:xfrm>
              </p:grpSpPr>
              <p:sp>
                <p:nvSpPr>
                  <p:cNvPr id="6539" name="Google Shape;6539;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20"/>
              <p:cNvGrpSpPr/>
              <p:nvPr/>
            </p:nvGrpSpPr>
            <p:grpSpPr>
              <a:xfrm flipH="1" rot="8833976">
                <a:off x="4214846" y="3438470"/>
                <a:ext cx="804524" cy="1469662"/>
                <a:chOff x="3377730" y="919968"/>
                <a:chExt cx="471039" cy="860470"/>
              </a:xfrm>
            </p:grpSpPr>
            <p:grpSp>
              <p:nvGrpSpPr>
                <p:cNvPr id="6550" name="Google Shape;6550;p20"/>
                <p:cNvGrpSpPr/>
                <p:nvPr/>
              </p:nvGrpSpPr>
              <p:grpSpPr>
                <a:xfrm>
                  <a:off x="3377730" y="919968"/>
                  <a:ext cx="408804" cy="692511"/>
                  <a:chOff x="3377730" y="919968"/>
                  <a:chExt cx="408804" cy="692511"/>
                </a:xfrm>
              </p:grpSpPr>
              <p:sp>
                <p:nvSpPr>
                  <p:cNvPr id="6551" name="Google Shape;6551;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0"/>
                <p:cNvGrpSpPr/>
                <p:nvPr/>
              </p:nvGrpSpPr>
              <p:grpSpPr>
                <a:xfrm>
                  <a:off x="3487239" y="1131104"/>
                  <a:ext cx="361530" cy="649334"/>
                  <a:chOff x="1266852" y="1150479"/>
                  <a:chExt cx="361530" cy="649334"/>
                </a:xfrm>
              </p:grpSpPr>
              <p:sp>
                <p:nvSpPr>
                  <p:cNvPr id="6564" name="Google Shape;6564;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20"/>
              <p:cNvGrpSpPr/>
              <p:nvPr/>
            </p:nvGrpSpPr>
            <p:grpSpPr>
              <a:xfrm rot="4488281">
                <a:off x="3583731" y="2580940"/>
                <a:ext cx="887798" cy="871068"/>
                <a:chOff x="3086354" y="1785830"/>
                <a:chExt cx="887833" cy="871102"/>
              </a:xfrm>
            </p:grpSpPr>
            <p:grpSp>
              <p:nvGrpSpPr>
                <p:cNvPr id="6573" name="Google Shape;6573;p20"/>
                <p:cNvGrpSpPr/>
                <p:nvPr/>
              </p:nvGrpSpPr>
              <p:grpSpPr>
                <a:xfrm rot="-2169427">
                  <a:off x="3251277" y="1839739"/>
                  <a:ext cx="408803" cy="692509"/>
                  <a:chOff x="3377730" y="919968"/>
                  <a:chExt cx="408804" cy="692511"/>
                </a:xfrm>
              </p:grpSpPr>
              <p:sp>
                <p:nvSpPr>
                  <p:cNvPr id="6574" name="Google Shape;6574;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20"/>
                <p:cNvGrpSpPr/>
                <p:nvPr/>
              </p:nvGrpSpPr>
              <p:grpSpPr>
                <a:xfrm rot="-2169427">
                  <a:off x="3455919" y="1963478"/>
                  <a:ext cx="361529" cy="649332"/>
                  <a:chOff x="1266852" y="1150479"/>
                  <a:chExt cx="361530" cy="649334"/>
                </a:xfrm>
              </p:grpSpPr>
              <p:sp>
                <p:nvSpPr>
                  <p:cNvPr id="6587" name="Google Shape;6587;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20"/>
              <p:cNvGrpSpPr/>
              <p:nvPr/>
            </p:nvGrpSpPr>
            <p:grpSpPr>
              <a:xfrm>
                <a:off x="3238754" y="1938230"/>
                <a:ext cx="887833" cy="871102"/>
                <a:chOff x="3086354" y="1785830"/>
                <a:chExt cx="887833" cy="871102"/>
              </a:xfrm>
            </p:grpSpPr>
            <p:grpSp>
              <p:nvGrpSpPr>
                <p:cNvPr id="6596" name="Google Shape;6596;p20"/>
                <p:cNvGrpSpPr/>
                <p:nvPr/>
              </p:nvGrpSpPr>
              <p:grpSpPr>
                <a:xfrm rot="-2169427">
                  <a:off x="3251277" y="1839739"/>
                  <a:ext cx="408803" cy="692509"/>
                  <a:chOff x="3377730" y="919968"/>
                  <a:chExt cx="408804" cy="692511"/>
                </a:xfrm>
              </p:grpSpPr>
              <p:sp>
                <p:nvSpPr>
                  <p:cNvPr id="6597" name="Google Shape;6597;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20"/>
                <p:cNvGrpSpPr/>
                <p:nvPr/>
              </p:nvGrpSpPr>
              <p:grpSpPr>
                <a:xfrm rot="-2169427">
                  <a:off x="3455919" y="1963478"/>
                  <a:ext cx="361529" cy="649332"/>
                  <a:chOff x="1266852" y="1150479"/>
                  <a:chExt cx="361530" cy="649334"/>
                </a:xfrm>
              </p:grpSpPr>
              <p:sp>
                <p:nvSpPr>
                  <p:cNvPr id="6610" name="Google Shape;6610;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20"/>
              <p:cNvGrpSpPr/>
              <p:nvPr/>
            </p:nvGrpSpPr>
            <p:grpSpPr>
              <a:xfrm>
                <a:off x="3490978" y="1037105"/>
                <a:ext cx="575468" cy="1051322"/>
                <a:chOff x="3377730" y="919968"/>
                <a:chExt cx="471039" cy="860470"/>
              </a:xfrm>
            </p:grpSpPr>
            <p:grpSp>
              <p:nvGrpSpPr>
                <p:cNvPr id="6619" name="Google Shape;6619;p20"/>
                <p:cNvGrpSpPr/>
                <p:nvPr/>
              </p:nvGrpSpPr>
              <p:grpSpPr>
                <a:xfrm>
                  <a:off x="3377730" y="919968"/>
                  <a:ext cx="408804" cy="692511"/>
                  <a:chOff x="3377730" y="919968"/>
                  <a:chExt cx="408804" cy="692511"/>
                </a:xfrm>
              </p:grpSpPr>
              <p:sp>
                <p:nvSpPr>
                  <p:cNvPr id="6620" name="Google Shape;6620;p20"/>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0"/>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0"/>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0"/>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0"/>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0"/>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0"/>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0"/>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0"/>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0"/>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0"/>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0"/>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20"/>
                <p:cNvGrpSpPr/>
                <p:nvPr/>
              </p:nvGrpSpPr>
              <p:grpSpPr>
                <a:xfrm>
                  <a:off x="3487239" y="1131104"/>
                  <a:ext cx="361530" cy="649334"/>
                  <a:chOff x="1266852" y="1150479"/>
                  <a:chExt cx="361530" cy="649334"/>
                </a:xfrm>
              </p:grpSpPr>
              <p:sp>
                <p:nvSpPr>
                  <p:cNvPr id="6633" name="Google Shape;6633;p20"/>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0"/>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0"/>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0"/>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0"/>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0"/>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0"/>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0"/>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20"/>
              <p:cNvGrpSpPr/>
              <p:nvPr/>
            </p:nvGrpSpPr>
            <p:grpSpPr>
              <a:xfrm>
                <a:off x="3517102" y="2473933"/>
                <a:ext cx="590853" cy="538858"/>
                <a:chOff x="2374102" y="2397733"/>
                <a:chExt cx="590853" cy="538858"/>
              </a:xfrm>
            </p:grpSpPr>
            <p:grpSp>
              <p:nvGrpSpPr>
                <p:cNvPr id="6642" name="Google Shape;6642;p20"/>
                <p:cNvGrpSpPr/>
                <p:nvPr/>
              </p:nvGrpSpPr>
              <p:grpSpPr>
                <a:xfrm>
                  <a:off x="2374102" y="2397733"/>
                  <a:ext cx="590853" cy="538858"/>
                  <a:chOff x="1993102" y="2397733"/>
                  <a:chExt cx="590853" cy="538858"/>
                </a:xfrm>
              </p:grpSpPr>
              <p:sp>
                <p:nvSpPr>
                  <p:cNvPr id="6643" name="Google Shape;6643;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9" name="Google Shape;6659;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20"/>
                <p:cNvGrpSpPr/>
                <p:nvPr/>
              </p:nvGrpSpPr>
              <p:grpSpPr>
                <a:xfrm>
                  <a:off x="2672051" y="2466803"/>
                  <a:ext cx="88776" cy="97630"/>
                  <a:chOff x="2291051" y="2466803"/>
                  <a:chExt cx="88776" cy="97630"/>
                </a:xfrm>
              </p:grpSpPr>
              <p:sp>
                <p:nvSpPr>
                  <p:cNvPr id="6663" name="Google Shape;6663;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20"/>
              <p:cNvGrpSpPr/>
              <p:nvPr/>
            </p:nvGrpSpPr>
            <p:grpSpPr>
              <a:xfrm rot="352659">
                <a:off x="3394332" y="1622136"/>
                <a:ext cx="676583" cy="547330"/>
                <a:chOff x="1981897" y="1546050"/>
                <a:chExt cx="676612" cy="547354"/>
              </a:xfrm>
            </p:grpSpPr>
            <p:grpSp>
              <p:nvGrpSpPr>
                <p:cNvPr id="6700" name="Google Shape;6700;p20"/>
                <p:cNvGrpSpPr/>
                <p:nvPr/>
              </p:nvGrpSpPr>
              <p:grpSpPr>
                <a:xfrm>
                  <a:off x="2240847" y="1546050"/>
                  <a:ext cx="258712" cy="250429"/>
                  <a:chOff x="1490538" y="753834"/>
                  <a:chExt cx="470985" cy="455906"/>
                </a:xfrm>
              </p:grpSpPr>
              <p:sp>
                <p:nvSpPr>
                  <p:cNvPr id="6701" name="Google Shape;6701;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20"/>
                <p:cNvGrpSpPr/>
                <p:nvPr/>
              </p:nvGrpSpPr>
              <p:grpSpPr>
                <a:xfrm>
                  <a:off x="2399797" y="1673288"/>
                  <a:ext cx="258712" cy="250429"/>
                  <a:chOff x="1490538" y="753834"/>
                  <a:chExt cx="470985" cy="455906"/>
                </a:xfrm>
              </p:grpSpPr>
              <p:sp>
                <p:nvSpPr>
                  <p:cNvPr id="6712" name="Google Shape;671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20"/>
                <p:cNvGrpSpPr/>
                <p:nvPr/>
              </p:nvGrpSpPr>
              <p:grpSpPr>
                <a:xfrm>
                  <a:off x="2159535" y="1742038"/>
                  <a:ext cx="258712" cy="250429"/>
                  <a:chOff x="1490538" y="753834"/>
                  <a:chExt cx="470985" cy="455906"/>
                </a:xfrm>
              </p:grpSpPr>
              <p:sp>
                <p:nvSpPr>
                  <p:cNvPr id="6723" name="Google Shape;672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20"/>
                <p:cNvGrpSpPr/>
                <p:nvPr/>
              </p:nvGrpSpPr>
              <p:grpSpPr>
                <a:xfrm>
                  <a:off x="2323985" y="1842975"/>
                  <a:ext cx="258712" cy="250429"/>
                  <a:chOff x="1490538" y="753834"/>
                  <a:chExt cx="470985" cy="455906"/>
                </a:xfrm>
              </p:grpSpPr>
              <p:sp>
                <p:nvSpPr>
                  <p:cNvPr id="6734" name="Google Shape;6734;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20"/>
                <p:cNvGrpSpPr/>
                <p:nvPr/>
              </p:nvGrpSpPr>
              <p:grpSpPr>
                <a:xfrm>
                  <a:off x="1981897" y="1804075"/>
                  <a:ext cx="258712" cy="250429"/>
                  <a:chOff x="1490538" y="753834"/>
                  <a:chExt cx="470985" cy="455906"/>
                </a:xfrm>
              </p:grpSpPr>
              <p:sp>
                <p:nvSpPr>
                  <p:cNvPr id="6745" name="Google Shape;6745;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20"/>
              <p:cNvGrpSpPr/>
              <p:nvPr/>
            </p:nvGrpSpPr>
            <p:grpSpPr>
              <a:xfrm flipH="1">
                <a:off x="3270102" y="2806996"/>
                <a:ext cx="590853" cy="538858"/>
                <a:chOff x="2374102" y="2397733"/>
                <a:chExt cx="590853" cy="538858"/>
              </a:xfrm>
            </p:grpSpPr>
            <p:grpSp>
              <p:nvGrpSpPr>
                <p:cNvPr id="6756" name="Google Shape;6756;p20"/>
                <p:cNvGrpSpPr/>
                <p:nvPr/>
              </p:nvGrpSpPr>
              <p:grpSpPr>
                <a:xfrm>
                  <a:off x="2374102" y="2397733"/>
                  <a:ext cx="590853" cy="538858"/>
                  <a:chOff x="1993102" y="2397733"/>
                  <a:chExt cx="590853" cy="538858"/>
                </a:xfrm>
              </p:grpSpPr>
              <p:sp>
                <p:nvSpPr>
                  <p:cNvPr id="6757" name="Google Shape;6757;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3" name="Google Shape;6773;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20"/>
                <p:cNvGrpSpPr/>
                <p:nvPr/>
              </p:nvGrpSpPr>
              <p:grpSpPr>
                <a:xfrm>
                  <a:off x="2672051" y="2466803"/>
                  <a:ext cx="88776" cy="97630"/>
                  <a:chOff x="2291051" y="2466803"/>
                  <a:chExt cx="88776" cy="97630"/>
                </a:xfrm>
              </p:grpSpPr>
              <p:sp>
                <p:nvSpPr>
                  <p:cNvPr id="6777" name="Google Shape;6777;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0"/>
              <p:cNvGrpSpPr/>
              <p:nvPr/>
            </p:nvGrpSpPr>
            <p:grpSpPr>
              <a:xfrm>
                <a:off x="3446433" y="3091192"/>
                <a:ext cx="1319021" cy="1203001"/>
                <a:chOff x="2374102" y="2397733"/>
                <a:chExt cx="590853" cy="538858"/>
              </a:xfrm>
            </p:grpSpPr>
            <p:grpSp>
              <p:nvGrpSpPr>
                <p:cNvPr id="6814" name="Google Shape;6814;p20"/>
                <p:cNvGrpSpPr/>
                <p:nvPr/>
              </p:nvGrpSpPr>
              <p:grpSpPr>
                <a:xfrm>
                  <a:off x="2374102" y="2397733"/>
                  <a:ext cx="590853" cy="538858"/>
                  <a:chOff x="1993102" y="2397733"/>
                  <a:chExt cx="590853" cy="538858"/>
                </a:xfrm>
              </p:grpSpPr>
              <p:sp>
                <p:nvSpPr>
                  <p:cNvPr id="6815" name="Google Shape;6815;p20"/>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0"/>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0"/>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0"/>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0"/>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0"/>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0"/>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0"/>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0"/>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0"/>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0"/>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0"/>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0"/>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0"/>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0"/>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0"/>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20"/>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0"/>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0"/>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20"/>
                <p:cNvGrpSpPr/>
                <p:nvPr/>
              </p:nvGrpSpPr>
              <p:grpSpPr>
                <a:xfrm>
                  <a:off x="2672051" y="2466803"/>
                  <a:ext cx="88776" cy="97630"/>
                  <a:chOff x="2291051" y="2466803"/>
                  <a:chExt cx="88776" cy="97630"/>
                </a:xfrm>
              </p:grpSpPr>
              <p:sp>
                <p:nvSpPr>
                  <p:cNvPr id="6835" name="Google Shape;6835;p20"/>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0"/>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0"/>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0"/>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0"/>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0"/>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0"/>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0"/>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0"/>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0"/>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0"/>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0"/>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0"/>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0"/>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0"/>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0"/>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0"/>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0"/>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0"/>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0"/>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0"/>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0"/>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0"/>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0"/>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0"/>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0"/>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0"/>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0"/>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0"/>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20"/>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0"/>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0"/>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0"/>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0"/>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0"/>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0"/>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20"/>
              <p:cNvGrpSpPr/>
              <p:nvPr/>
            </p:nvGrpSpPr>
            <p:grpSpPr>
              <a:xfrm>
                <a:off x="4490110" y="3659885"/>
                <a:ext cx="365767" cy="351686"/>
                <a:chOff x="1490538" y="753834"/>
                <a:chExt cx="470985" cy="455906"/>
              </a:xfrm>
            </p:grpSpPr>
            <p:sp>
              <p:nvSpPr>
                <p:cNvPr id="6872" name="Google Shape;6872;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20"/>
              <p:cNvGrpSpPr/>
              <p:nvPr/>
            </p:nvGrpSpPr>
            <p:grpSpPr>
              <a:xfrm rot="-975329">
                <a:off x="4865699" y="3543897"/>
                <a:ext cx="365789" cy="351698"/>
                <a:chOff x="1490538" y="753834"/>
                <a:chExt cx="470985" cy="455906"/>
              </a:xfrm>
            </p:grpSpPr>
            <p:sp>
              <p:nvSpPr>
                <p:cNvPr id="6883" name="Google Shape;6883;p20"/>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0"/>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0"/>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0"/>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0"/>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0"/>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0"/>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0"/>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0"/>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0"/>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93" name="Shape 6893"/>
        <p:cNvGrpSpPr/>
        <p:nvPr/>
      </p:nvGrpSpPr>
      <p:grpSpPr>
        <a:xfrm>
          <a:off x="0" y="0"/>
          <a:ext cx="0" cy="0"/>
          <a:chOff x="0" y="0"/>
          <a:chExt cx="0" cy="0"/>
        </a:xfrm>
      </p:grpSpPr>
      <p:sp>
        <p:nvSpPr>
          <p:cNvPr id="6894" name="Google Shape;6894;p21"/>
          <p:cNvSpPr txBox="1"/>
          <p:nvPr>
            <p:ph type="ctrTitle"/>
          </p:nvPr>
        </p:nvSpPr>
        <p:spPr>
          <a:xfrm>
            <a:off x="2430025" y="540000"/>
            <a:ext cx="4284000" cy="118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95" name="Google Shape;6895;p21"/>
          <p:cNvSpPr txBox="1"/>
          <p:nvPr>
            <p:ph idx="1" type="subTitle"/>
          </p:nvPr>
        </p:nvSpPr>
        <p:spPr>
          <a:xfrm>
            <a:off x="2425075" y="1537800"/>
            <a:ext cx="4293900" cy="118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6" name="Google Shape;6896;p21"/>
          <p:cNvSpPr/>
          <p:nvPr/>
        </p:nvSpPr>
        <p:spPr>
          <a:xfrm>
            <a:off x="35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1"/>
          <p:cNvSpPr/>
          <p:nvPr/>
        </p:nvSpPr>
        <p:spPr>
          <a:xfrm flipH="1">
            <a:off x="6060000" y="3955150"/>
            <a:ext cx="3083650" cy="1188350"/>
          </a:xfrm>
          <a:custGeom>
            <a:rect b="b" l="l" r="r" t="t"/>
            <a:pathLst>
              <a:path extrusionOk="0" h="47534" w="123346">
                <a:moveTo>
                  <a:pt x="38080" y="0"/>
                </a:moveTo>
                <a:cubicBezTo>
                  <a:pt x="33242" y="0"/>
                  <a:pt x="28414" y="1154"/>
                  <a:pt x="24187" y="3524"/>
                </a:cubicBezTo>
                <a:cubicBezTo>
                  <a:pt x="23134" y="4115"/>
                  <a:pt x="22107" y="4777"/>
                  <a:pt x="20952" y="5125"/>
                </a:cubicBezTo>
                <a:cubicBezTo>
                  <a:pt x="19824" y="5467"/>
                  <a:pt x="18636" y="5492"/>
                  <a:pt x="17453" y="5492"/>
                </a:cubicBezTo>
                <a:cubicBezTo>
                  <a:pt x="17255" y="5492"/>
                  <a:pt x="17057" y="5491"/>
                  <a:pt x="16860" y="5491"/>
                </a:cubicBezTo>
                <a:cubicBezTo>
                  <a:pt x="16826" y="5491"/>
                  <a:pt x="16793" y="5491"/>
                  <a:pt x="16759" y="5491"/>
                </a:cubicBezTo>
                <a:cubicBezTo>
                  <a:pt x="11547" y="5507"/>
                  <a:pt x="6338" y="6233"/>
                  <a:pt x="1321" y="7640"/>
                </a:cubicBezTo>
                <a:cubicBezTo>
                  <a:pt x="881" y="7766"/>
                  <a:pt x="431" y="7905"/>
                  <a:pt x="0" y="8077"/>
                </a:cubicBezTo>
                <a:lnTo>
                  <a:pt x="0" y="44613"/>
                </a:lnTo>
                <a:cubicBezTo>
                  <a:pt x="0" y="46228"/>
                  <a:pt x="1310" y="47533"/>
                  <a:pt x="2923" y="47533"/>
                </a:cubicBezTo>
                <a:lnTo>
                  <a:pt x="123279" y="47533"/>
                </a:lnTo>
                <a:cubicBezTo>
                  <a:pt x="123346" y="43799"/>
                  <a:pt x="122848" y="40121"/>
                  <a:pt x="120807" y="37060"/>
                </a:cubicBezTo>
                <a:cubicBezTo>
                  <a:pt x="119353" y="34877"/>
                  <a:pt x="117293" y="33184"/>
                  <a:pt x="115794" y="31041"/>
                </a:cubicBezTo>
                <a:cubicBezTo>
                  <a:pt x="114500" y="29197"/>
                  <a:pt x="114802" y="27265"/>
                  <a:pt x="113884" y="25472"/>
                </a:cubicBezTo>
                <a:cubicBezTo>
                  <a:pt x="112836" y="23425"/>
                  <a:pt x="109024" y="22076"/>
                  <a:pt x="107092" y="20990"/>
                </a:cubicBezTo>
                <a:cubicBezTo>
                  <a:pt x="104398" y="19475"/>
                  <a:pt x="101670" y="18022"/>
                  <a:pt x="98910" y="16633"/>
                </a:cubicBezTo>
                <a:cubicBezTo>
                  <a:pt x="97157" y="15752"/>
                  <a:pt x="95288" y="14876"/>
                  <a:pt x="93349" y="14876"/>
                </a:cubicBezTo>
                <a:cubicBezTo>
                  <a:pt x="93159" y="14876"/>
                  <a:pt x="92969" y="14885"/>
                  <a:pt x="92777" y="14902"/>
                </a:cubicBezTo>
                <a:cubicBezTo>
                  <a:pt x="91611" y="15010"/>
                  <a:pt x="90503" y="15460"/>
                  <a:pt x="89352" y="15689"/>
                </a:cubicBezTo>
                <a:cubicBezTo>
                  <a:pt x="88647" y="15830"/>
                  <a:pt x="87935" y="15886"/>
                  <a:pt x="87219" y="15886"/>
                </a:cubicBezTo>
                <a:cubicBezTo>
                  <a:pt x="85764" y="15886"/>
                  <a:pt x="84297" y="15653"/>
                  <a:pt x="82854" y="15421"/>
                </a:cubicBezTo>
                <a:cubicBezTo>
                  <a:pt x="78780" y="14763"/>
                  <a:pt x="74707" y="14104"/>
                  <a:pt x="70630" y="13444"/>
                </a:cubicBezTo>
                <a:cubicBezTo>
                  <a:pt x="67488" y="12937"/>
                  <a:pt x="64247" y="12389"/>
                  <a:pt x="61579" y="10657"/>
                </a:cubicBezTo>
                <a:cubicBezTo>
                  <a:pt x="60021" y="9645"/>
                  <a:pt x="58737" y="8275"/>
                  <a:pt x="57341" y="7043"/>
                </a:cubicBezTo>
                <a:cubicBezTo>
                  <a:pt x="52087" y="2411"/>
                  <a:pt x="45073" y="0"/>
                  <a:pt x="38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1"/>
          <p:cNvSpPr/>
          <p:nvPr/>
        </p:nvSpPr>
        <p:spPr>
          <a:xfrm>
            <a:off x="0" y="4566900"/>
            <a:ext cx="9144000" cy="575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21"/>
          <p:cNvGrpSpPr/>
          <p:nvPr/>
        </p:nvGrpSpPr>
        <p:grpSpPr>
          <a:xfrm>
            <a:off x="6258200" y="3955075"/>
            <a:ext cx="1504025" cy="624000"/>
            <a:chOff x="2067200" y="3936025"/>
            <a:chExt cx="1504025" cy="624000"/>
          </a:xfrm>
        </p:grpSpPr>
        <p:sp>
          <p:nvSpPr>
            <p:cNvPr id="6900" name="Google Shape;6900;p21"/>
            <p:cNvSpPr/>
            <p:nvPr/>
          </p:nvSpPr>
          <p:spPr>
            <a:xfrm>
              <a:off x="2067200" y="3936025"/>
              <a:ext cx="1504025" cy="624000"/>
            </a:xfrm>
            <a:custGeom>
              <a:rect b="b" l="l" r="r" t="t"/>
              <a:pathLst>
                <a:path extrusionOk="0" h="24960" w="60161">
                  <a:moveTo>
                    <a:pt x="32138" y="1"/>
                  </a:moveTo>
                  <a:cubicBezTo>
                    <a:pt x="29141" y="1"/>
                    <a:pt x="26142" y="67"/>
                    <a:pt x="23147" y="200"/>
                  </a:cubicBezTo>
                  <a:cubicBezTo>
                    <a:pt x="21479" y="5227"/>
                    <a:pt x="17896" y="9374"/>
                    <a:pt x="14106" y="13074"/>
                  </a:cubicBezTo>
                  <a:cubicBezTo>
                    <a:pt x="9841" y="17235"/>
                    <a:pt x="3162" y="19151"/>
                    <a:pt x="275" y="24364"/>
                  </a:cubicBezTo>
                  <a:cubicBezTo>
                    <a:pt x="1" y="24859"/>
                    <a:pt x="21056" y="24960"/>
                    <a:pt x="38272" y="24960"/>
                  </a:cubicBezTo>
                  <a:cubicBezTo>
                    <a:pt x="50126" y="24960"/>
                    <a:pt x="60161" y="24912"/>
                    <a:pt x="60161" y="24912"/>
                  </a:cubicBezTo>
                  <a:cubicBezTo>
                    <a:pt x="56745" y="21077"/>
                    <a:pt x="51877" y="18936"/>
                    <a:pt x="47575" y="16137"/>
                  </a:cubicBezTo>
                  <a:cubicBezTo>
                    <a:pt x="42451" y="12806"/>
                    <a:pt x="38015" y="8423"/>
                    <a:pt x="34617" y="3344"/>
                  </a:cubicBezTo>
                  <a:cubicBezTo>
                    <a:pt x="33942" y="2336"/>
                    <a:pt x="33282" y="1218"/>
                    <a:pt x="33320" y="4"/>
                  </a:cubicBezTo>
                  <a:cubicBezTo>
                    <a:pt x="32926" y="2"/>
                    <a:pt x="32532" y="1"/>
                    <a:pt x="32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1"/>
            <p:cNvSpPr/>
            <p:nvPr/>
          </p:nvSpPr>
          <p:spPr>
            <a:xfrm>
              <a:off x="2343300" y="3960100"/>
              <a:ext cx="361125" cy="400875"/>
            </a:xfrm>
            <a:custGeom>
              <a:rect b="b" l="l" r="r" t="t"/>
              <a:pathLst>
                <a:path extrusionOk="0" h="16035" w="14445">
                  <a:moveTo>
                    <a:pt x="11827" y="0"/>
                  </a:moveTo>
                  <a:cubicBezTo>
                    <a:pt x="10066" y="4684"/>
                    <a:pt x="6656" y="8603"/>
                    <a:pt x="3062" y="12111"/>
                  </a:cubicBezTo>
                  <a:cubicBezTo>
                    <a:pt x="2134" y="13017"/>
                    <a:pt x="1091" y="13814"/>
                    <a:pt x="1" y="14565"/>
                  </a:cubicBezTo>
                  <a:cubicBezTo>
                    <a:pt x="727" y="14986"/>
                    <a:pt x="1453" y="15407"/>
                    <a:pt x="2183" y="15830"/>
                  </a:cubicBezTo>
                  <a:cubicBezTo>
                    <a:pt x="2361" y="15930"/>
                    <a:pt x="2559" y="16034"/>
                    <a:pt x="2757" y="16034"/>
                  </a:cubicBezTo>
                  <a:cubicBezTo>
                    <a:pt x="2806" y="16034"/>
                    <a:pt x="2855" y="16028"/>
                    <a:pt x="2904" y="16014"/>
                  </a:cubicBezTo>
                  <a:cubicBezTo>
                    <a:pt x="3011" y="15982"/>
                    <a:pt x="3101" y="15910"/>
                    <a:pt x="3199" y="15861"/>
                  </a:cubicBezTo>
                  <a:cubicBezTo>
                    <a:pt x="3360" y="15780"/>
                    <a:pt x="3533" y="15750"/>
                    <a:pt x="3712" y="15750"/>
                  </a:cubicBezTo>
                  <a:cubicBezTo>
                    <a:pt x="3996" y="15750"/>
                    <a:pt x="4294" y="15826"/>
                    <a:pt x="4577" y="15885"/>
                  </a:cubicBezTo>
                  <a:cubicBezTo>
                    <a:pt x="5083" y="15989"/>
                    <a:pt x="5595" y="16033"/>
                    <a:pt x="6109" y="16033"/>
                  </a:cubicBezTo>
                  <a:cubicBezTo>
                    <a:pt x="7349" y="16033"/>
                    <a:pt x="8603" y="15780"/>
                    <a:pt x="9827" y="15526"/>
                  </a:cubicBezTo>
                  <a:cubicBezTo>
                    <a:pt x="10054" y="15479"/>
                    <a:pt x="10298" y="15421"/>
                    <a:pt x="10443" y="15242"/>
                  </a:cubicBezTo>
                  <a:cubicBezTo>
                    <a:pt x="10549" y="15113"/>
                    <a:pt x="10586" y="14941"/>
                    <a:pt x="10623" y="14781"/>
                  </a:cubicBezTo>
                  <a:cubicBezTo>
                    <a:pt x="10770" y="14176"/>
                    <a:pt x="11025" y="13598"/>
                    <a:pt x="11373" y="13082"/>
                  </a:cubicBezTo>
                  <a:cubicBezTo>
                    <a:pt x="10860" y="13021"/>
                    <a:pt x="10347" y="12962"/>
                    <a:pt x="9835" y="12901"/>
                  </a:cubicBezTo>
                  <a:cubicBezTo>
                    <a:pt x="9864" y="12645"/>
                    <a:pt x="10034" y="12406"/>
                    <a:pt x="10269" y="12297"/>
                  </a:cubicBezTo>
                  <a:lnTo>
                    <a:pt x="10269" y="12297"/>
                  </a:lnTo>
                  <a:cubicBezTo>
                    <a:pt x="10258" y="12298"/>
                    <a:pt x="10247" y="12299"/>
                    <a:pt x="10236" y="12299"/>
                  </a:cubicBezTo>
                  <a:cubicBezTo>
                    <a:pt x="10014" y="12299"/>
                    <a:pt x="9909" y="11942"/>
                    <a:pt x="10069" y="11770"/>
                  </a:cubicBezTo>
                  <a:cubicBezTo>
                    <a:pt x="10166" y="11668"/>
                    <a:pt x="10302" y="11628"/>
                    <a:pt x="10444" y="11628"/>
                  </a:cubicBezTo>
                  <a:cubicBezTo>
                    <a:pt x="10550" y="11628"/>
                    <a:pt x="10660" y="11651"/>
                    <a:pt x="10758" y="11688"/>
                  </a:cubicBezTo>
                  <a:cubicBezTo>
                    <a:pt x="10989" y="11774"/>
                    <a:pt x="11197" y="11923"/>
                    <a:pt x="11438" y="11980"/>
                  </a:cubicBezTo>
                  <a:cubicBezTo>
                    <a:pt x="11518" y="11999"/>
                    <a:pt x="11597" y="12008"/>
                    <a:pt x="11676" y="12008"/>
                  </a:cubicBezTo>
                  <a:cubicBezTo>
                    <a:pt x="12253" y="12008"/>
                    <a:pt x="12775" y="11517"/>
                    <a:pt x="13180" y="11062"/>
                  </a:cubicBezTo>
                  <a:lnTo>
                    <a:pt x="13180" y="11062"/>
                  </a:lnTo>
                  <a:cubicBezTo>
                    <a:pt x="13163" y="11063"/>
                    <a:pt x="13147" y="11064"/>
                    <a:pt x="13130" y="11064"/>
                  </a:cubicBezTo>
                  <a:cubicBezTo>
                    <a:pt x="12718" y="11064"/>
                    <a:pt x="12409" y="10599"/>
                    <a:pt x="12430" y="10179"/>
                  </a:cubicBezTo>
                  <a:cubicBezTo>
                    <a:pt x="12452" y="9740"/>
                    <a:pt x="12716" y="9359"/>
                    <a:pt x="12972" y="9004"/>
                  </a:cubicBezTo>
                  <a:lnTo>
                    <a:pt x="14383" y="7037"/>
                  </a:lnTo>
                  <a:cubicBezTo>
                    <a:pt x="13957" y="6757"/>
                    <a:pt x="13456" y="6593"/>
                    <a:pt x="12943" y="6571"/>
                  </a:cubicBezTo>
                  <a:cubicBezTo>
                    <a:pt x="12900" y="6143"/>
                    <a:pt x="13614" y="5869"/>
                    <a:pt x="13487" y="5458"/>
                  </a:cubicBezTo>
                  <a:cubicBezTo>
                    <a:pt x="13383" y="5123"/>
                    <a:pt x="12890" y="5188"/>
                    <a:pt x="12575" y="5033"/>
                  </a:cubicBezTo>
                  <a:cubicBezTo>
                    <a:pt x="12242" y="4870"/>
                    <a:pt x="12125" y="4430"/>
                    <a:pt x="12213" y="4072"/>
                  </a:cubicBezTo>
                  <a:cubicBezTo>
                    <a:pt x="12301" y="3712"/>
                    <a:pt x="12542" y="3412"/>
                    <a:pt x="12780" y="3126"/>
                  </a:cubicBezTo>
                  <a:cubicBezTo>
                    <a:pt x="13264" y="2545"/>
                    <a:pt x="13745" y="1960"/>
                    <a:pt x="14231" y="1377"/>
                  </a:cubicBezTo>
                  <a:cubicBezTo>
                    <a:pt x="14333" y="1253"/>
                    <a:pt x="14444" y="1101"/>
                    <a:pt x="14397" y="946"/>
                  </a:cubicBezTo>
                  <a:cubicBezTo>
                    <a:pt x="14299" y="621"/>
                    <a:pt x="13749" y="799"/>
                    <a:pt x="13501" y="568"/>
                  </a:cubicBezTo>
                  <a:cubicBezTo>
                    <a:pt x="13432" y="502"/>
                    <a:pt x="13393" y="408"/>
                    <a:pt x="13321" y="345"/>
                  </a:cubicBezTo>
                  <a:cubicBezTo>
                    <a:pt x="13225" y="261"/>
                    <a:pt x="13090" y="249"/>
                    <a:pt x="12962" y="239"/>
                  </a:cubicBezTo>
                  <a:cubicBezTo>
                    <a:pt x="12551" y="208"/>
                    <a:pt x="12185" y="108"/>
                    <a:pt x="11827"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1"/>
            <p:cNvSpPr/>
            <p:nvPr/>
          </p:nvSpPr>
          <p:spPr>
            <a:xfrm>
              <a:off x="2657750" y="3964750"/>
              <a:ext cx="902925" cy="582775"/>
            </a:xfrm>
            <a:custGeom>
              <a:rect b="b" l="l" r="r" t="t"/>
              <a:pathLst>
                <a:path extrusionOk="0" h="23311" w="36117">
                  <a:moveTo>
                    <a:pt x="9864" y="0"/>
                  </a:moveTo>
                  <a:cubicBezTo>
                    <a:pt x="9670" y="79"/>
                    <a:pt x="9453" y="128"/>
                    <a:pt x="9179" y="132"/>
                  </a:cubicBezTo>
                  <a:cubicBezTo>
                    <a:pt x="8126" y="151"/>
                    <a:pt x="7077" y="173"/>
                    <a:pt x="6026" y="192"/>
                  </a:cubicBezTo>
                  <a:cubicBezTo>
                    <a:pt x="5977" y="368"/>
                    <a:pt x="5924" y="545"/>
                    <a:pt x="5875" y="721"/>
                  </a:cubicBezTo>
                  <a:cubicBezTo>
                    <a:pt x="5563" y="578"/>
                    <a:pt x="5234" y="433"/>
                    <a:pt x="4895" y="433"/>
                  </a:cubicBezTo>
                  <a:cubicBezTo>
                    <a:pt x="4862" y="433"/>
                    <a:pt x="4828" y="434"/>
                    <a:pt x="4794" y="437"/>
                  </a:cubicBezTo>
                  <a:cubicBezTo>
                    <a:pt x="4419" y="474"/>
                    <a:pt x="4041" y="789"/>
                    <a:pt x="4082" y="1165"/>
                  </a:cubicBezTo>
                  <a:cubicBezTo>
                    <a:pt x="4143" y="1715"/>
                    <a:pt x="4886" y="1817"/>
                    <a:pt x="5346" y="2124"/>
                  </a:cubicBezTo>
                  <a:cubicBezTo>
                    <a:pt x="5953" y="2527"/>
                    <a:pt x="6051" y="3508"/>
                    <a:pt x="5538" y="4025"/>
                  </a:cubicBezTo>
                  <a:cubicBezTo>
                    <a:pt x="5321" y="4242"/>
                    <a:pt x="4998" y="4430"/>
                    <a:pt x="5008" y="4739"/>
                  </a:cubicBezTo>
                  <a:cubicBezTo>
                    <a:pt x="5021" y="5203"/>
                    <a:pt x="5814" y="5465"/>
                    <a:pt x="5646" y="5898"/>
                  </a:cubicBezTo>
                  <a:cubicBezTo>
                    <a:pt x="3700" y="7391"/>
                    <a:pt x="3375" y="10390"/>
                    <a:pt x="1359" y="11782"/>
                  </a:cubicBezTo>
                  <a:cubicBezTo>
                    <a:pt x="1263" y="11848"/>
                    <a:pt x="1156" y="11923"/>
                    <a:pt x="1136" y="12036"/>
                  </a:cubicBezTo>
                  <a:cubicBezTo>
                    <a:pt x="1099" y="12259"/>
                    <a:pt x="1398" y="12369"/>
                    <a:pt x="1535" y="12551"/>
                  </a:cubicBezTo>
                  <a:cubicBezTo>
                    <a:pt x="1764" y="12853"/>
                    <a:pt x="1488" y="13287"/>
                    <a:pt x="1165" y="13485"/>
                  </a:cubicBezTo>
                  <a:cubicBezTo>
                    <a:pt x="844" y="13684"/>
                    <a:pt x="441" y="13816"/>
                    <a:pt x="271" y="14154"/>
                  </a:cubicBezTo>
                  <a:cubicBezTo>
                    <a:pt x="1" y="14679"/>
                    <a:pt x="565" y="15332"/>
                    <a:pt x="1156" y="15352"/>
                  </a:cubicBezTo>
                  <a:cubicBezTo>
                    <a:pt x="1170" y="15353"/>
                    <a:pt x="1183" y="15353"/>
                    <a:pt x="1197" y="15353"/>
                  </a:cubicBezTo>
                  <a:cubicBezTo>
                    <a:pt x="1773" y="15353"/>
                    <a:pt x="2279" y="14960"/>
                    <a:pt x="2669" y="14532"/>
                  </a:cubicBezTo>
                  <a:cubicBezTo>
                    <a:pt x="3072" y="14090"/>
                    <a:pt x="3407" y="13587"/>
                    <a:pt x="3663" y="13044"/>
                  </a:cubicBezTo>
                  <a:cubicBezTo>
                    <a:pt x="3859" y="12631"/>
                    <a:pt x="4019" y="12183"/>
                    <a:pt x="4352" y="11870"/>
                  </a:cubicBezTo>
                  <a:cubicBezTo>
                    <a:pt x="5057" y="11214"/>
                    <a:pt x="6276" y="11404"/>
                    <a:pt x="6969" y="10733"/>
                  </a:cubicBezTo>
                  <a:cubicBezTo>
                    <a:pt x="7956" y="9783"/>
                    <a:pt x="7124" y="7985"/>
                    <a:pt x="7830" y="6814"/>
                  </a:cubicBezTo>
                  <a:cubicBezTo>
                    <a:pt x="8331" y="5981"/>
                    <a:pt x="9369" y="5787"/>
                    <a:pt x="10387" y="5787"/>
                  </a:cubicBezTo>
                  <a:cubicBezTo>
                    <a:pt x="10647" y="5787"/>
                    <a:pt x="10906" y="5800"/>
                    <a:pt x="11154" y="5818"/>
                  </a:cubicBezTo>
                  <a:cubicBezTo>
                    <a:pt x="11424" y="6284"/>
                    <a:pt x="10984" y="6845"/>
                    <a:pt x="10529" y="7137"/>
                  </a:cubicBezTo>
                  <a:cubicBezTo>
                    <a:pt x="10073" y="7429"/>
                    <a:pt x="9514" y="7714"/>
                    <a:pt x="9426" y="8247"/>
                  </a:cubicBezTo>
                  <a:cubicBezTo>
                    <a:pt x="9386" y="8490"/>
                    <a:pt x="9461" y="8736"/>
                    <a:pt x="9461" y="8985"/>
                  </a:cubicBezTo>
                  <a:cubicBezTo>
                    <a:pt x="9473" y="10380"/>
                    <a:pt x="7466" y="10846"/>
                    <a:pt x="6859" y="12107"/>
                  </a:cubicBezTo>
                  <a:cubicBezTo>
                    <a:pt x="7059" y="12428"/>
                    <a:pt x="7498" y="12510"/>
                    <a:pt x="7781" y="12766"/>
                  </a:cubicBezTo>
                  <a:cubicBezTo>
                    <a:pt x="8316" y="13246"/>
                    <a:pt x="8140" y="14099"/>
                    <a:pt x="8218" y="14812"/>
                  </a:cubicBezTo>
                  <a:cubicBezTo>
                    <a:pt x="8329" y="15832"/>
                    <a:pt x="9056" y="16703"/>
                    <a:pt x="9927" y="17247"/>
                  </a:cubicBezTo>
                  <a:cubicBezTo>
                    <a:pt x="10798" y="17789"/>
                    <a:pt x="11810" y="18055"/>
                    <a:pt x="12802" y="18316"/>
                  </a:cubicBezTo>
                  <a:cubicBezTo>
                    <a:pt x="13683" y="16900"/>
                    <a:pt x="14562" y="15487"/>
                    <a:pt x="15442" y="14076"/>
                  </a:cubicBezTo>
                  <a:cubicBezTo>
                    <a:pt x="16748" y="15573"/>
                    <a:pt x="18449" y="16722"/>
                    <a:pt x="20326" y="17374"/>
                  </a:cubicBezTo>
                  <a:cubicBezTo>
                    <a:pt x="21943" y="17936"/>
                    <a:pt x="23671" y="18130"/>
                    <a:pt x="25300" y="18656"/>
                  </a:cubicBezTo>
                  <a:cubicBezTo>
                    <a:pt x="27656" y="19419"/>
                    <a:pt x="29731" y="20850"/>
                    <a:pt x="31976" y="21890"/>
                  </a:cubicBezTo>
                  <a:cubicBezTo>
                    <a:pt x="33303" y="22504"/>
                    <a:pt x="34693" y="22978"/>
                    <a:pt x="36116" y="23311"/>
                  </a:cubicBezTo>
                  <a:cubicBezTo>
                    <a:pt x="32728" y="19760"/>
                    <a:pt x="28083" y="17675"/>
                    <a:pt x="23951" y="14988"/>
                  </a:cubicBezTo>
                  <a:cubicBezTo>
                    <a:pt x="18829" y="11657"/>
                    <a:pt x="14393" y="7274"/>
                    <a:pt x="10993" y="2195"/>
                  </a:cubicBezTo>
                  <a:cubicBezTo>
                    <a:pt x="10537" y="1512"/>
                    <a:pt x="10093" y="778"/>
                    <a:pt x="986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21"/>
          <p:cNvGrpSpPr/>
          <p:nvPr/>
        </p:nvGrpSpPr>
        <p:grpSpPr>
          <a:xfrm rot="5400000">
            <a:off x="439170" y="-1231703"/>
            <a:ext cx="2103111" cy="3943216"/>
            <a:chOff x="3238754" y="1037105"/>
            <a:chExt cx="2114316" cy="3971813"/>
          </a:xfrm>
        </p:grpSpPr>
        <p:grpSp>
          <p:nvGrpSpPr>
            <p:cNvPr id="6904" name="Google Shape;6904;p21"/>
            <p:cNvGrpSpPr/>
            <p:nvPr/>
          </p:nvGrpSpPr>
          <p:grpSpPr>
            <a:xfrm rot="352619">
              <a:off x="3514228" y="3929201"/>
              <a:ext cx="820714" cy="663927"/>
              <a:chOff x="1981897" y="1546050"/>
              <a:chExt cx="676612" cy="547354"/>
            </a:xfrm>
          </p:grpSpPr>
          <p:grpSp>
            <p:nvGrpSpPr>
              <p:cNvPr id="6905" name="Google Shape;6905;p21"/>
              <p:cNvGrpSpPr/>
              <p:nvPr/>
            </p:nvGrpSpPr>
            <p:grpSpPr>
              <a:xfrm>
                <a:off x="2240847" y="1546050"/>
                <a:ext cx="258712" cy="250429"/>
                <a:chOff x="1490538" y="753834"/>
                <a:chExt cx="470985" cy="455906"/>
              </a:xfrm>
            </p:grpSpPr>
            <p:sp>
              <p:nvSpPr>
                <p:cNvPr id="6906" name="Google Shape;690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21"/>
              <p:cNvGrpSpPr/>
              <p:nvPr/>
            </p:nvGrpSpPr>
            <p:grpSpPr>
              <a:xfrm>
                <a:off x="2399797" y="1673288"/>
                <a:ext cx="258712" cy="250429"/>
                <a:chOff x="1490538" y="753834"/>
                <a:chExt cx="470985" cy="455906"/>
              </a:xfrm>
            </p:grpSpPr>
            <p:sp>
              <p:nvSpPr>
                <p:cNvPr id="6917" name="Google Shape;691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21"/>
              <p:cNvGrpSpPr/>
              <p:nvPr/>
            </p:nvGrpSpPr>
            <p:grpSpPr>
              <a:xfrm>
                <a:off x="2159535" y="1742038"/>
                <a:ext cx="258712" cy="250429"/>
                <a:chOff x="1490538" y="753834"/>
                <a:chExt cx="470985" cy="455906"/>
              </a:xfrm>
            </p:grpSpPr>
            <p:sp>
              <p:nvSpPr>
                <p:cNvPr id="6928" name="Google Shape;692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21"/>
              <p:cNvGrpSpPr/>
              <p:nvPr/>
            </p:nvGrpSpPr>
            <p:grpSpPr>
              <a:xfrm>
                <a:off x="2323985" y="1842975"/>
                <a:ext cx="258712" cy="250429"/>
                <a:chOff x="1490538" y="753834"/>
                <a:chExt cx="470985" cy="455906"/>
              </a:xfrm>
            </p:grpSpPr>
            <p:sp>
              <p:nvSpPr>
                <p:cNvPr id="6939" name="Google Shape;693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21"/>
              <p:cNvGrpSpPr/>
              <p:nvPr/>
            </p:nvGrpSpPr>
            <p:grpSpPr>
              <a:xfrm>
                <a:off x="1981897" y="1804075"/>
                <a:ext cx="258712" cy="250429"/>
                <a:chOff x="1490538" y="753834"/>
                <a:chExt cx="470985" cy="455906"/>
              </a:xfrm>
            </p:grpSpPr>
            <p:sp>
              <p:nvSpPr>
                <p:cNvPr id="6950" name="Google Shape;695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0" name="Google Shape;6960;p21"/>
            <p:cNvGrpSpPr/>
            <p:nvPr/>
          </p:nvGrpSpPr>
          <p:grpSpPr>
            <a:xfrm flipH="1" rot="8833976">
              <a:off x="4214846" y="3438470"/>
              <a:ext cx="804524" cy="1469662"/>
              <a:chOff x="3377730" y="919968"/>
              <a:chExt cx="471039" cy="860470"/>
            </a:xfrm>
          </p:grpSpPr>
          <p:grpSp>
            <p:nvGrpSpPr>
              <p:cNvPr id="6961" name="Google Shape;6961;p21"/>
              <p:cNvGrpSpPr/>
              <p:nvPr/>
            </p:nvGrpSpPr>
            <p:grpSpPr>
              <a:xfrm>
                <a:off x="3377730" y="919968"/>
                <a:ext cx="408804" cy="692511"/>
                <a:chOff x="3377730" y="919968"/>
                <a:chExt cx="408804" cy="692511"/>
              </a:xfrm>
            </p:grpSpPr>
            <p:sp>
              <p:nvSpPr>
                <p:cNvPr id="6962" name="Google Shape;696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21"/>
              <p:cNvGrpSpPr/>
              <p:nvPr/>
            </p:nvGrpSpPr>
            <p:grpSpPr>
              <a:xfrm>
                <a:off x="3487239" y="1131104"/>
                <a:ext cx="361530" cy="649334"/>
                <a:chOff x="1266852" y="1150479"/>
                <a:chExt cx="361530" cy="649334"/>
              </a:xfrm>
            </p:grpSpPr>
            <p:sp>
              <p:nvSpPr>
                <p:cNvPr id="6975" name="Google Shape;697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3" name="Google Shape;6983;p21"/>
            <p:cNvGrpSpPr/>
            <p:nvPr/>
          </p:nvGrpSpPr>
          <p:grpSpPr>
            <a:xfrm rot="4488281">
              <a:off x="3583731" y="2580940"/>
              <a:ext cx="887798" cy="871068"/>
              <a:chOff x="3086354" y="1785830"/>
              <a:chExt cx="887833" cy="871102"/>
            </a:xfrm>
          </p:grpSpPr>
          <p:grpSp>
            <p:nvGrpSpPr>
              <p:cNvPr id="6984" name="Google Shape;6984;p21"/>
              <p:cNvGrpSpPr/>
              <p:nvPr/>
            </p:nvGrpSpPr>
            <p:grpSpPr>
              <a:xfrm rot="-2169427">
                <a:off x="3251277" y="1839739"/>
                <a:ext cx="408803" cy="692509"/>
                <a:chOff x="3377730" y="919968"/>
                <a:chExt cx="408804" cy="692511"/>
              </a:xfrm>
            </p:grpSpPr>
            <p:sp>
              <p:nvSpPr>
                <p:cNvPr id="6985" name="Google Shape;698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21"/>
              <p:cNvGrpSpPr/>
              <p:nvPr/>
            </p:nvGrpSpPr>
            <p:grpSpPr>
              <a:xfrm rot="-2169427">
                <a:off x="3455919" y="1963478"/>
                <a:ext cx="361529" cy="649332"/>
                <a:chOff x="1266852" y="1150479"/>
                <a:chExt cx="361530" cy="649334"/>
              </a:xfrm>
            </p:grpSpPr>
            <p:sp>
              <p:nvSpPr>
                <p:cNvPr id="6998" name="Google Shape;699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6" name="Google Shape;7006;p21"/>
            <p:cNvGrpSpPr/>
            <p:nvPr/>
          </p:nvGrpSpPr>
          <p:grpSpPr>
            <a:xfrm>
              <a:off x="3238754" y="1938230"/>
              <a:ext cx="887833" cy="871102"/>
              <a:chOff x="3086354" y="1785830"/>
              <a:chExt cx="887833" cy="871102"/>
            </a:xfrm>
          </p:grpSpPr>
          <p:grpSp>
            <p:nvGrpSpPr>
              <p:cNvPr id="7007" name="Google Shape;7007;p21"/>
              <p:cNvGrpSpPr/>
              <p:nvPr/>
            </p:nvGrpSpPr>
            <p:grpSpPr>
              <a:xfrm rot="-2169427">
                <a:off x="3251277" y="1839739"/>
                <a:ext cx="408803" cy="692509"/>
                <a:chOff x="3377730" y="919968"/>
                <a:chExt cx="408804" cy="692511"/>
              </a:xfrm>
            </p:grpSpPr>
            <p:sp>
              <p:nvSpPr>
                <p:cNvPr id="7008" name="Google Shape;700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1"/>
              <p:cNvGrpSpPr/>
              <p:nvPr/>
            </p:nvGrpSpPr>
            <p:grpSpPr>
              <a:xfrm rot="-2169427">
                <a:off x="3455919" y="1963478"/>
                <a:ext cx="361529" cy="649332"/>
                <a:chOff x="1266852" y="1150479"/>
                <a:chExt cx="361530" cy="649334"/>
              </a:xfrm>
            </p:grpSpPr>
            <p:sp>
              <p:nvSpPr>
                <p:cNvPr id="7021" name="Google Shape;702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9" name="Google Shape;7029;p21"/>
            <p:cNvGrpSpPr/>
            <p:nvPr/>
          </p:nvGrpSpPr>
          <p:grpSpPr>
            <a:xfrm>
              <a:off x="3490978" y="1037105"/>
              <a:ext cx="575468" cy="1051322"/>
              <a:chOff x="3377730" y="919968"/>
              <a:chExt cx="471039" cy="860470"/>
            </a:xfrm>
          </p:grpSpPr>
          <p:grpSp>
            <p:nvGrpSpPr>
              <p:cNvPr id="7030" name="Google Shape;7030;p21"/>
              <p:cNvGrpSpPr/>
              <p:nvPr/>
            </p:nvGrpSpPr>
            <p:grpSpPr>
              <a:xfrm>
                <a:off x="3377730" y="919968"/>
                <a:ext cx="408804" cy="692511"/>
                <a:chOff x="3377730" y="919968"/>
                <a:chExt cx="408804" cy="692511"/>
              </a:xfrm>
            </p:grpSpPr>
            <p:sp>
              <p:nvSpPr>
                <p:cNvPr id="7031" name="Google Shape;703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21"/>
              <p:cNvGrpSpPr/>
              <p:nvPr/>
            </p:nvGrpSpPr>
            <p:grpSpPr>
              <a:xfrm>
                <a:off x="3487239" y="1131104"/>
                <a:ext cx="361530" cy="649334"/>
                <a:chOff x="1266852" y="1150479"/>
                <a:chExt cx="361530" cy="649334"/>
              </a:xfrm>
            </p:grpSpPr>
            <p:sp>
              <p:nvSpPr>
                <p:cNvPr id="7044" name="Google Shape;704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2" name="Google Shape;7052;p21"/>
            <p:cNvGrpSpPr/>
            <p:nvPr/>
          </p:nvGrpSpPr>
          <p:grpSpPr>
            <a:xfrm>
              <a:off x="3517102" y="2473933"/>
              <a:ext cx="590853" cy="538858"/>
              <a:chOff x="2374102" y="2397733"/>
              <a:chExt cx="590853" cy="538858"/>
            </a:xfrm>
          </p:grpSpPr>
          <p:grpSp>
            <p:nvGrpSpPr>
              <p:cNvPr id="7053" name="Google Shape;7053;p21"/>
              <p:cNvGrpSpPr/>
              <p:nvPr/>
            </p:nvGrpSpPr>
            <p:grpSpPr>
              <a:xfrm>
                <a:off x="2374102" y="2397733"/>
                <a:ext cx="590853" cy="538858"/>
                <a:chOff x="1993102" y="2397733"/>
                <a:chExt cx="590853" cy="538858"/>
              </a:xfrm>
            </p:grpSpPr>
            <p:sp>
              <p:nvSpPr>
                <p:cNvPr id="7054" name="Google Shape;705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21"/>
              <p:cNvGrpSpPr/>
              <p:nvPr/>
            </p:nvGrpSpPr>
            <p:grpSpPr>
              <a:xfrm>
                <a:off x="2672051" y="2466803"/>
                <a:ext cx="88776" cy="97630"/>
                <a:chOff x="2291051" y="2466803"/>
                <a:chExt cx="88776" cy="97630"/>
              </a:xfrm>
            </p:grpSpPr>
            <p:sp>
              <p:nvSpPr>
                <p:cNvPr id="7074" name="Google Shape;707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21"/>
            <p:cNvGrpSpPr/>
            <p:nvPr/>
          </p:nvGrpSpPr>
          <p:grpSpPr>
            <a:xfrm rot="352659">
              <a:off x="3394332" y="1622136"/>
              <a:ext cx="676583" cy="547330"/>
              <a:chOff x="1981897" y="1546050"/>
              <a:chExt cx="676612" cy="547354"/>
            </a:xfrm>
          </p:grpSpPr>
          <p:grpSp>
            <p:nvGrpSpPr>
              <p:cNvPr id="7111" name="Google Shape;7111;p21"/>
              <p:cNvGrpSpPr/>
              <p:nvPr/>
            </p:nvGrpSpPr>
            <p:grpSpPr>
              <a:xfrm>
                <a:off x="2240847" y="1546050"/>
                <a:ext cx="258712" cy="250429"/>
                <a:chOff x="1490538" y="753834"/>
                <a:chExt cx="470985" cy="455906"/>
              </a:xfrm>
            </p:grpSpPr>
            <p:sp>
              <p:nvSpPr>
                <p:cNvPr id="7112" name="Google Shape;711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21"/>
              <p:cNvGrpSpPr/>
              <p:nvPr/>
            </p:nvGrpSpPr>
            <p:grpSpPr>
              <a:xfrm>
                <a:off x="2399797" y="1673288"/>
                <a:ext cx="258712" cy="250429"/>
                <a:chOff x="1490538" y="753834"/>
                <a:chExt cx="470985" cy="455906"/>
              </a:xfrm>
            </p:grpSpPr>
            <p:sp>
              <p:nvSpPr>
                <p:cNvPr id="7123" name="Google Shape;712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21"/>
              <p:cNvGrpSpPr/>
              <p:nvPr/>
            </p:nvGrpSpPr>
            <p:grpSpPr>
              <a:xfrm>
                <a:off x="2159535" y="1742038"/>
                <a:ext cx="258712" cy="250429"/>
                <a:chOff x="1490538" y="753834"/>
                <a:chExt cx="470985" cy="455906"/>
              </a:xfrm>
            </p:grpSpPr>
            <p:sp>
              <p:nvSpPr>
                <p:cNvPr id="7134" name="Google Shape;713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21"/>
              <p:cNvGrpSpPr/>
              <p:nvPr/>
            </p:nvGrpSpPr>
            <p:grpSpPr>
              <a:xfrm>
                <a:off x="2323985" y="1842975"/>
                <a:ext cx="258712" cy="250429"/>
                <a:chOff x="1490538" y="753834"/>
                <a:chExt cx="470985" cy="455906"/>
              </a:xfrm>
            </p:grpSpPr>
            <p:sp>
              <p:nvSpPr>
                <p:cNvPr id="7145" name="Google Shape;714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21"/>
              <p:cNvGrpSpPr/>
              <p:nvPr/>
            </p:nvGrpSpPr>
            <p:grpSpPr>
              <a:xfrm>
                <a:off x="1981897" y="1804075"/>
                <a:ext cx="258712" cy="250429"/>
                <a:chOff x="1490538" y="753834"/>
                <a:chExt cx="470985" cy="455906"/>
              </a:xfrm>
            </p:grpSpPr>
            <p:sp>
              <p:nvSpPr>
                <p:cNvPr id="7156" name="Google Shape;715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6" name="Google Shape;7166;p21"/>
            <p:cNvGrpSpPr/>
            <p:nvPr/>
          </p:nvGrpSpPr>
          <p:grpSpPr>
            <a:xfrm flipH="1">
              <a:off x="3270102" y="2806996"/>
              <a:ext cx="590853" cy="538858"/>
              <a:chOff x="2374102" y="2397733"/>
              <a:chExt cx="590853" cy="538858"/>
            </a:xfrm>
          </p:grpSpPr>
          <p:grpSp>
            <p:nvGrpSpPr>
              <p:cNvPr id="7167" name="Google Shape;7167;p21"/>
              <p:cNvGrpSpPr/>
              <p:nvPr/>
            </p:nvGrpSpPr>
            <p:grpSpPr>
              <a:xfrm>
                <a:off x="2374102" y="2397733"/>
                <a:ext cx="590853" cy="538858"/>
                <a:chOff x="1993102" y="2397733"/>
                <a:chExt cx="590853" cy="538858"/>
              </a:xfrm>
            </p:grpSpPr>
            <p:sp>
              <p:nvSpPr>
                <p:cNvPr id="7168" name="Google Shape;716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21"/>
              <p:cNvGrpSpPr/>
              <p:nvPr/>
            </p:nvGrpSpPr>
            <p:grpSpPr>
              <a:xfrm>
                <a:off x="2672051" y="2466803"/>
                <a:ext cx="88776" cy="97630"/>
                <a:chOff x="2291051" y="2466803"/>
                <a:chExt cx="88776" cy="97630"/>
              </a:xfrm>
            </p:grpSpPr>
            <p:sp>
              <p:nvSpPr>
                <p:cNvPr id="7188" name="Google Shape;718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21"/>
            <p:cNvGrpSpPr/>
            <p:nvPr/>
          </p:nvGrpSpPr>
          <p:grpSpPr>
            <a:xfrm>
              <a:off x="3446433" y="3091192"/>
              <a:ext cx="1319021" cy="1203001"/>
              <a:chOff x="2374102" y="2397733"/>
              <a:chExt cx="590853" cy="538858"/>
            </a:xfrm>
          </p:grpSpPr>
          <p:grpSp>
            <p:nvGrpSpPr>
              <p:cNvPr id="7225" name="Google Shape;7225;p21"/>
              <p:cNvGrpSpPr/>
              <p:nvPr/>
            </p:nvGrpSpPr>
            <p:grpSpPr>
              <a:xfrm>
                <a:off x="2374102" y="2397733"/>
                <a:ext cx="590853" cy="538858"/>
                <a:chOff x="1993102" y="2397733"/>
                <a:chExt cx="590853" cy="538858"/>
              </a:xfrm>
            </p:grpSpPr>
            <p:sp>
              <p:nvSpPr>
                <p:cNvPr id="7226" name="Google Shape;722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21"/>
              <p:cNvGrpSpPr/>
              <p:nvPr/>
            </p:nvGrpSpPr>
            <p:grpSpPr>
              <a:xfrm>
                <a:off x="2672051" y="2466803"/>
                <a:ext cx="88776" cy="97630"/>
                <a:chOff x="2291051" y="2466803"/>
                <a:chExt cx="88776" cy="97630"/>
              </a:xfrm>
            </p:grpSpPr>
            <p:sp>
              <p:nvSpPr>
                <p:cNvPr id="7246" name="Google Shape;724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21"/>
            <p:cNvGrpSpPr/>
            <p:nvPr/>
          </p:nvGrpSpPr>
          <p:grpSpPr>
            <a:xfrm>
              <a:off x="4490110" y="3659885"/>
              <a:ext cx="365767" cy="351686"/>
              <a:chOff x="1490538" y="753834"/>
              <a:chExt cx="470985" cy="455906"/>
            </a:xfrm>
          </p:grpSpPr>
          <p:sp>
            <p:nvSpPr>
              <p:cNvPr id="7283" name="Google Shape;72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21"/>
            <p:cNvGrpSpPr/>
            <p:nvPr/>
          </p:nvGrpSpPr>
          <p:grpSpPr>
            <a:xfrm rot="-975329">
              <a:off x="4865699" y="3543897"/>
              <a:ext cx="365789" cy="351698"/>
              <a:chOff x="1490538" y="753834"/>
              <a:chExt cx="470985" cy="455906"/>
            </a:xfrm>
          </p:grpSpPr>
          <p:sp>
            <p:nvSpPr>
              <p:cNvPr id="7294" name="Google Shape;72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21"/>
          <p:cNvGrpSpPr/>
          <p:nvPr/>
        </p:nvGrpSpPr>
        <p:grpSpPr>
          <a:xfrm>
            <a:off x="514252" y="1954402"/>
            <a:ext cx="411494" cy="164598"/>
            <a:chOff x="2449294" y="636165"/>
            <a:chExt cx="322588" cy="124262"/>
          </a:xfrm>
        </p:grpSpPr>
        <p:sp>
          <p:nvSpPr>
            <p:cNvPr id="7305" name="Google Shape;7305;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21"/>
          <p:cNvSpPr/>
          <p:nvPr/>
        </p:nvSpPr>
        <p:spPr>
          <a:xfrm>
            <a:off x="2313144" y="720688"/>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1"/>
          <p:cNvSpPr/>
          <p:nvPr/>
        </p:nvSpPr>
        <p:spPr>
          <a:xfrm>
            <a:off x="3623354" y="218571"/>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1"/>
          <p:cNvSpPr/>
          <p:nvPr/>
        </p:nvSpPr>
        <p:spPr>
          <a:xfrm>
            <a:off x="1906746" y="937103"/>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1"/>
          <p:cNvSpPr/>
          <p:nvPr/>
        </p:nvSpPr>
        <p:spPr>
          <a:xfrm rot="10800000">
            <a:off x="6340552" y="700240"/>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1"/>
          <p:cNvSpPr/>
          <p:nvPr/>
        </p:nvSpPr>
        <p:spPr>
          <a:xfrm rot="10800000">
            <a:off x="220786" y="1846384"/>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1"/>
          <p:cNvSpPr/>
          <p:nvPr/>
        </p:nvSpPr>
        <p:spPr>
          <a:xfrm rot="10800000">
            <a:off x="2237396" y="520200"/>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1"/>
          <p:cNvSpPr/>
          <p:nvPr/>
        </p:nvSpPr>
        <p:spPr>
          <a:xfrm rot="10800000">
            <a:off x="7633450" y="1203071"/>
            <a:ext cx="39645" cy="39579"/>
          </a:xfrm>
          <a:custGeom>
            <a:rect b="b" l="l" r="r" t="t"/>
            <a:pathLst>
              <a:path extrusionOk="0" h="1189" w="1191">
                <a:moveTo>
                  <a:pt x="595" y="1"/>
                </a:moveTo>
                <a:cubicBezTo>
                  <a:pt x="266" y="1"/>
                  <a:pt x="0" y="267"/>
                  <a:pt x="0" y="594"/>
                </a:cubicBezTo>
                <a:cubicBezTo>
                  <a:pt x="0" y="923"/>
                  <a:pt x="266" y="1189"/>
                  <a:pt x="595" y="1189"/>
                </a:cubicBezTo>
                <a:cubicBezTo>
                  <a:pt x="924" y="1189"/>
                  <a:pt x="1190" y="923"/>
                  <a:pt x="1190" y="594"/>
                </a:cubicBezTo>
                <a:cubicBezTo>
                  <a:pt x="1190" y="267"/>
                  <a:pt x="924"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1"/>
          <p:cNvSpPr/>
          <p:nvPr/>
        </p:nvSpPr>
        <p:spPr>
          <a:xfrm rot="10800000">
            <a:off x="7891202" y="1767053"/>
            <a:ext cx="79357" cy="79324"/>
          </a:xfrm>
          <a:custGeom>
            <a:rect b="b" l="l" r="r" t="t"/>
            <a:pathLst>
              <a:path extrusionOk="0" h="2383" w="2384">
                <a:moveTo>
                  <a:pt x="1193" y="1"/>
                </a:moveTo>
                <a:cubicBezTo>
                  <a:pt x="535" y="1"/>
                  <a:pt x="1" y="533"/>
                  <a:pt x="1" y="1191"/>
                </a:cubicBezTo>
                <a:cubicBezTo>
                  <a:pt x="1" y="1850"/>
                  <a:pt x="535" y="2383"/>
                  <a:pt x="1193" y="2383"/>
                </a:cubicBezTo>
                <a:cubicBezTo>
                  <a:pt x="1851" y="2383"/>
                  <a:pt x="2383" y="1850"/>
                  <a:pt x="2383" y="1191"/>
                </a:cubicBezTo>
                <a:cubicBezTo>
                  <a:pt x="2383" y="533"/>
                  <a:pt x="1851" y="1"/>
                  <a:pt x="1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21"/>
          <p:cNvGrpSpPr/>
          <p:nvPr/>
        </p:nvGrpSpPr>
        <p:grpSpPr>
          <a:xfrm flipH="1">
            <a:off x="1284972" y="1038482"/>
            <a:ext cx="411494" cy="164598"/>
            <a:chOff x="2449294" y="636165"/>
            <a:chExt cx="322588" cy="124262"/>
          </a:xfrm>
        </p:grpSpPr>
        <p:sp>
          <p:nvSpPr>
            <p:cNvPr id="7323" name="Google Shape;732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21"/>
          <p:cNvGrpSpPr/>
          <p:nvPr/>
        </p:nvGrpSpPr>
        <p:grpSpPr>
          <a:xfrm flipH="1">
            <a:off x="6751497" y="678045"/>
            <a:ext cx="411494" cy="164598"/>
            <a:chOff x="2449294" y="636165"/>
            <a:chExt cx="322588" cy="124262"/>
          </a:xfrm>
        </p:grpSpPr>
        <p:sp>
          <p:nvSpPr>
            <p:cNvPr id="7333" name="Google Shape;733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21"/>
          <p:cNvGrpSpPr/>
          <p:nvPr/>
        </p:nvGrpSpPr>
        <p:grpSpPr>
          <a:xfrm>
            <a:off x="8575747" y="1993670"/>
            <a:ext cx="411494" cy="164598"/>
            <a:chOff x="2449294" y="636165"/>
            <a:chExt cx="322588" cy="124262"/>
          </a:xfrm>
        </p:grpSpPr>
        <p:sp>
          <p:nvSpPr>
            <p:cNvPr id="7343" name="Google Shape;7343;p21"/>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1"/>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1"/>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1"/>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1"/>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1"/>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1"/>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1"/>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1"/>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21"/>
          <p:cNvGrpSpPr/>
          <p:nvPr/>
        </p:nvGrpSpPr>
        <p:grpSpPr>
          <a:xfrm flipH="1" rot="10800000">
            <a:off x="7008738" y="922775"/>
            <a:ext cx="365767" cy="351138"/>
            <a:chOff x="1490538" y="753834"/>
            <a:chExt cx="470985" cy="455906"/>
          </a:xfrm>
        </p:grpSpPr>
        <p:sp>
          <p:nvSpPr>
            <p:cNvPr id="7353" name="Google Shape;735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21"/>
          <p:cNvGrpSpPr/>
          <p:nvPr/>
        </p:nvGrpSpPr>
        <p:grpSpPr>
          <a:xfrm flipH="1" rot="-5400000">
            <a:off x="6601720" y="-1231703"/>
            <a:ext cx="2103111" cy="3943216"/>
            <a:chOff x="3238754" y="1037105"/>
            <a:chExt cx="2114316" cy="3971813"/>
          </a:xfrm>
        </p:grpSpPr>
        <p:grpSp>
          <p:nvGrpSpPr>
            <p:cNvPr id="7364" name="Google Shape;7364;p21"/>
            <p:cNvGrpSpPr/>
            <p:nvPr/>
          </p:nvGrpSpPr>
          <p:grpSpPr>
            <a:xfrm rot="352619">
              <a:off x="3514228" y="3929201"/>
              <a:ext cx="820714" cy="663927"/>
              <a:chOff x="1981897" y="1546050"/>
              <a:chExt cx="676612" cy="547354"/>
            </a:xfrm>
          </p:grpSpPr>
          <p:grpSp>
            <p:nvGrpSpPr>
              <p:cNvPr id="7365" name="Google Shape;7365;p21"/>
              <p:cNvGrpSpPr/>
              <p:nvPr/>
            </p:nvGrpSpPr>
            <p:grpSpPr>
              <a:xfrm>
                <a:off x="2240847" y="1546050"/>
                <a:ext cx="258712" cy="250429"/>
                <a:chOff x="1490538" y="753834"/>
                <a:chExt cx="470985" cy="455906"/>
              </a:xfrm>
            </p:grpSpPr>
            <p:sp>
              <p:nvSpPr>
                <p:cNvPr id="7366" name="Google Shape;736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21"/>
              <p:cNvGrpSpPr/>
              <p:nvPr/>
            </p:nvGrpSpPr>
            <p:grpSpPr>
              <a:xfrm>
                <a:off x="2399797" y="1673288"/>
                <a:ext cx="258712" cy="250429"/>
                <a:chOff x="1490538" y="753834"/>
                <a:chExt cx="470985" cy="455906"/>
              </a:xfrm>
            </p:grpSpPr>
            <p:sp>
              <p:nvSpPr>
                <p:cNvPr id="7377" name="Google Shape;7377;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1"/>
              <p:cNvGrpSpPr/>
              <p:nvPr/>
            </p:nvGrpSpPr>
            <p:grpSpPr>
              <a:xfrm>
                <a:off x="2159535" y="1742038"/>
                <a:ext cx="258712" cy="250429"/>
                <a:chOff x="1490538" y="753834"/>
                <a:chExt cx="470985" cy="455906"/>
              </a:xfrm>
            </p:grpSpPr>
            <p:sp>
              <p:nvSpPr>
                <p:cNvPr id="7388" name="Google Shape;7388;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21"/>
              <p:cNvGrpSpPr/>
              <p:nvPr/>
            </p:nvGrpSpPr>
            <p:grpSpPr>
              <a:xfrm>
                <a:off x="2323985" y="1842975"/>
                <a:ext cx="258712" cy="250429"/>
                <a:chOff x="1490538" y="753834"/>
                <a:chExt cx="470985" cy="455906"/>
              </a:xfrm>
            </p:grpSpPr>
            <p:sp>
              <p:nvSpPr>
                <p:cNvPr id="7399" name="Google Shape;7399;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21"/>
              <p:cNvGrpSpPr/>
              <p:nvPr/>
            </p:nvGrpSpPr>
            <p:grpSpPr>
              <a:xfrm>
                <a:off x="1981897" y="1804075"/>
                <a:ext cx="258712" cy="250429"/>
                <a:chOff x="1490538" y="753834"/>
                <a:chExt cx="470985" cy="455906"/>
              </a:xfrm>
            </p:grpSpPr>
            <p:sp>
              <p:nvSpPr>
                <p:cNvPr id="7410" name="Google Shape;7410;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21"/>
            <p:cNvGrpSpPr/>
            <p:nvPr/>
          </p:nvGrpSpPr>
          <p:grpSpPr>
            <a:xfrm flipH="1" rot="8833976">
              <a:off x="4214846" y="3438470"/>
              <a:ext cx="804524" cy="1469662"/>
              <a:chOff x="3377730" y="919968"/>
              <a:chExt cx="471039" cy="860470"/>
            </a:xfrm>
          </p:grpSpPr>
          <p:grpSp>
            <p:nvGrpSpPr>
              <p:cNvPr id="7421" name="Google Shape;7421;p21"/>
              <p:cNvGrpSpPr/>
              <p:nvPr/>
            </p:nvGrpSpPr>
            <p:grpSpPr>
              <a:xfrm>
                <a:off x="3377730" y="919968"/>
                <a:ext cx="408804" cy="692511"/>
                <a:chOff x="3377730" y="919968"/>
                <a:chExt cx="408804" cy="692511"/>
              </a:xfrm>
            </p:grpSpPr>
            <p:sp>
              <p:nvSpPr>
                <p:cNvPr id="7422" name="Google Shape;7422;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21"/>
              <p:cNvGrpSpPr/>
              <p:nvPr/>
            </p:nvGrpSpPr>
            <p:grpSpPr>
              <a:xfrm>
                <a:off x="3487239" y="1131104"/>
                <a:ext cx="361530" cy="649334"/>
                <a:chOff x="1266852" y="1150479"/>
                <a:chExt cx="361530" cy="649334"/>
              </a:xfrm>
            </p:grpSpPr>
            <p:sp>
              <p:nvSpPr>
                <p:cNvPr id="7435" name="Google Shape;7435;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21"/>
            <p:cNvGrpSpPr/>
            <p:nvPr/>
          </p:nvGrpSpPr>
          <p:grpSpPr>
            <a:xfrm rot="4488281">
              <a:off x="3583731" y="2580940"/>
              <a:ext cx="887798" cy="871068"/>
              <a:chOff x="3086354" y="1785830"/>
              <a:chExt cx="887833" cy="871102"/>
            </a:xfrm>
          </p:grpSpPr>
          <p:grpSp>
            <p:nvGrpSpPr>
              <p:cNvPr id="7444" name="Google Shape;7444;p21"/>
              <p:cNvGrpSpPr/>
              <p:nvPr/>
            </p:nvGrpSpPr>
            <p:grpSpPr>
              <a:xfrm rot="-2169427">
                <a:off x="3251277" y="1839739"/>
                <a:ext cx="408803" cy="692509"/>
                <a:chOff x="3377730" y="919968"/>
                <a:chExt cx="408804" cy="692511"/>
              </a:xfrm>
            </p:grpSpPr>
            <p:sp>
              <p:nvSpPr>
                <p:cNvPr id="7445" name="Google Shape;7445;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21"/>
              <p:cNvGrpSpPr/>
              <p:nvPr/>
            </p:nvGrpSpPr>
            <p:grpSpPr>
              <a:xfrm rot="-2169427">
                <a:off x="3455919" y="1963478"/>
                <a:ext cx="361529" cy="649332"/>
                <a:chOff x="1266852" y="1150479"/>
                <a:chExt cx="361530" cy="649334"/>
              </a:xfrm>
            </p:grpSpPr>
            <p:sp>
              <p:nvSpPr>
                <p:cNvPr id="7458" name="Google Shape;7458;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1"/>
            <p:cNvGrpSpPr/>
            <p:nvPr/>
          </p:nvGrpSpPr>
          <p:grpSpPr>
            <a:xfrm>
              <a:off x="3238754" y="1938230"/>
              <a:ext cx="887833" cy="871102"/>
              <a:chOff x="3086354" y="1785830"/>
              <a:chExt cx="887833" cy="871102"/>
            </a:xfrm>
          </p:grpSpPr>
          <p:grpSp>
            <p:nvGrpSpPr>
              <p:cNvPr id="7467" name="Google Shape;7467;p21"/>
              <p:cNvGrpSpPr/>
              <p:nvPr/>
            </p:nvGrpSpPr>
            <p:grpSpPr>
              <a:xfrm rot="-2169427">
                <a:off x="3251277" y="1839739"/>
                <a:ext cx="408803" cy="692509"/>
                <a:chOff x="3377730" y="919968"/>
                <a:chExt cx="408804" cy="692511"/>
              </a:xfrm>
            </p:grpSpPr>
            <p:sp>
              <p:nvSpPr>
                <p:cNvPr id="7468" name="Google Shape;7468;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21"/>
              <p:cNvGrpSpPr/>
              <p:nvPr/>
            </p:nvGrpSpPr>
            <p:grpSpPr>
              <a:xfrm rot="-2169427">
                <a:off x="3455919" y="1963478"/>
                <a:ext cx="361529" cy="649332"/>
                <a:chOff x="1266852" y="1150479"/>
                <a:chExt cx="361530" cy="649334"/>
              </a:xfrm>
            </p:grpSpPr>
            <p:sp>
              <p:nvSpPr>
                <p:cNvPr id="7481" name="Google Shape;7481;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21"/>
            <p:cNvGrpSpPr/>
            <p:nvPr/>
          </p:nvGrpSpPr>
          <p:grpSpPr>
            <a:xfrm>
              <a:off x="3490978" y="1037105"/>
              <a:ext cx="575468" cy="1051322"/>
              <a:chOff x="3377730" y="919968"/>
              <a:chExt cx="471039" cy="860470"/>
            </a:xfrm>
          </p:grpSpPr>
          <p:grpSp>
            <p:nvGrpSpPr>
              <p:cNvPr id="7490" name="Google Shape;7490;p21"/>
              <p:cNvGrpSpPr/>
              <p:nvPr/>
            </p:nvGrpSpPr>
            <p:grpSpPr>
              <a:xfrm>
                <a:off x="3377730" y="919968"/>
                <a:ext cx="408804" cy="692511"/>
                <a:chOff x="3377730" y="919968"/>
                <a:chExt cx="408804" cy="692511"/>
              </a:xfrm>
            </p:grpSpPr>
            <p:sp>
              <p:nvSpPr>
                <p:cNvPr id="7491" name="Google Shape;7491;p21"/>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1"/>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1"/>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1"/>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1"/>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1"/>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1"/>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1"/>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1"/>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1"/>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1"/>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1"/>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21"/>
              <p:cNvGrpSpPr/>
              <p:nvPr/>
            </p:nvGrpSpPr>
            <p:grpSpPr>
              <a:xfrm>
                <a:off x="3487239" y="1131104"/>
                <a:ext cx="361530" cy="649334"/>
                <a:chOff x="1266852" y="1150479"/>
                <a:chExt cx="361530" cy="649334"/>
              </a:xfrm>
            </p:grpSpPr>
            <p:sp>
              <p:nvSpPr>
                <p:cNvPr id="7504" name="Google Shape;7504;p21"/>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1"/>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1"/>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1"/>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1"/>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1"/>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1"/>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1"/>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21"/>
            <p:cNvGrpSpPr/>
            <p:nvPr/>
          </p:nvGrpSpPr>
          <p:grpSpPr>
            <a:xfrm>
              <a:off x="3517102" y="2473933"/>
              <a:ext cx="590853" cy="538858"/>
              <a:chOff x="2374102" y="2397733"/>
              <a:chExt cx="590853" cy="538858"/>
            </a:xfrm>
          </p:grpSpPr>
          <p:grpSp>
            <p:nvGrpSpPr>
              <p:cNvPr id="7513" name="Google Shape;7513;p21"/>
              <p:cNvGrpSpPr/>
              <p:nvPr/>
            </p:nvGrpSpPr>
            <p:grpSpPr>
              <a:xfrm>
                <a:off x="2374102" y="2397733"/>
                <a:ext cx="590853" cy="538858"/>
                <a:chOff x="1993102" y="2397733"/>
                <a:chExt cx="590853" cy="538858"/>
              </a:xfrm>
            </p:grpSpPr>
            <p:sp>
              <p:nvSpPr>
                <p:cNvPr id="7514" name="Google Shape;7514;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0" name="Google Shape;7530;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21"/>
              <p:cNvGrpSpPr/>
              <p:nvPr/>
            </p:nvGrpSpPr>
            <p:grpSpPr>
              <a:xfrm>
                <a:off x="2672051" y="2466803"/>
                <a:ext cx="88776" cy="97630"/>
                <a:chOff x="2291051" y="2466803"/>
                <a:chExt cx="88776" cy="97630"/>
              </a:xfrm>
            </p:grpSpPr>
            <p:sp>
              <p:nvSpPr>
                <p:cNvPr id="7534" name="Google Shape;7534;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3" name="Google Shape;7563;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21"/>
            <p:cNvGrpSpPr/>
            <p:nvPr/>
          </p:nvGrpSpPr>
          <p:grpSpPr>
            <a:xfrm rot="352659">
              <a:off x="3394332" y="1622136"/>
              <a:ext cx="676583" cy="547330"/>
              <a:chOff x="1981897" y="1546050"/>
              <a:chExt cx="676612" cy="547354"/>
            </a:xfrm>
          </p:grpSpPr>
          <p:grpSp>
            <p:nvGrpSpPr>
              <p:cNvPr id="7571" name="Google Shape;7571;p21"/>
              <p:cNvGrpSpPr/>
              <p:nvPr/>
            </p:nvGrpSpPr>
            <p:grpSpPr>
              <a:xfrm>
                <a:off x="2240847" y="1546050"/>
                <a:ext cx="258712" cy="250429"/>
                <a:chOff x="1490538" y="753834"/>
                <a:chExt cx="470985" cy="455906"/>
              </a:xfrm>
            </p:grpSpPr>
            <p:sp>
              <p:nvSpPr>
                <p:cNvPr id="7572" name="Google Shape;7572;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21"/>
              <p:cNvGrpSpPr/>
              <p:nvPr/>
            </p:nvGrpSpPr>
            <p:grpSpPr>
              <a:xfrm>
                <a:off x="2399797" y="1673288"/>
                <a:ext cx="258712" cy="250429"/>
                <a:chOff x="1490538" y="753834"/>
                <a:chExt cx="470985" cy="455906"/>
              </a:xfrm>
            </p:grpSpPr>
            <p:sp>
              <p:nvSpPr>
                <p:cNvPr id="7583" name="Google Shape;758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21"/>
              <p:cNvGrpSpPr/>
              <p:nvPr/>
            </p:nvGrpSpPr>
            <p:grpSpPr>
              <a:xfrm>
                <a:off x="2159535" y="1742038"/>
                <a:ext cx="258712" cy="250429"/>
                <a:chOff x="1490538" y="753834"/>
                <a:chExt cx="470985" cy="455906"/>
              </a:xfrm>
            </p:grpSpPr>
            <p:sp>
              <p:nvSpPr>
                <p:cNvPr id="7594" name="Google Shape;759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21"/>
              <p:cNvGrpSpPr/>
              <p:nvPr/>
            </p:nvGrpSpPr>
            <p:grpSpPr>
              <a:xfrm>
                <a:off x="2323985" y="1842975"/>
                <a:ext cx="258712" cy="250429"/>
                <a:chOff x="1490538" y="753834"/>
                <a:chExt cx="470985" cy="455906"/>
              </a:xfrm>
            </p:grpSpPr>
            <p:sp>
              <p:nvSpPr>
                <p:cNvPr id="7605" name="Google Shape;7605;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1"/>
              <p:cNvGrpSpPr/>
              <p:nvPr/>
            </p:nvGrpSpPr>
            <p:grpSpPr>
              <a:xfrm>
                <a:off x="1981897" y="1804075"/>
                <a:ext cx="258712" cy="250429"/>
                <a:chOff x="1490538" y="753834"/>
                <a:chExt cx="470985" cy="455906"/>
              </a:xfrm>
            </p:grpSpPr>
            <p:sp>
              <p:nvSpPr>
                <p:cNvPr id="7616" name="Google Shape;7616;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21"/>
            <p:cNvGrpSpPr/>
            <p:nvPr/>
          </p:nvGrpSpPr>
          <p:grpSpPr>
            <a:xfrm flipH="1">
              <a:off x="3270102" y="2806996"/>
              <a:ext cx="590853" cy="538858"/>
              <a:chOff x="2374102" y="2397733"/>
              <a:chExt cx="590853" cy="538858"/>
            </a:xfrm>
          </p:grpSpPr>
          <p:grpSp>
            <p:nvGrpSpPr>
              <p:cNvPr id="7627" name="Google Shape;7627;p21"/>
              <p:cNvGrpSpPr/>
              <p:nvPr/>
            </p:nvGrpSpPr>
            <p:grpSpPr>
              <a:xfrm>
                <a:off x="2374102" y="2397733"/>
                <a:ext cx="590853" cy="538858"/>
                <a:chOff x="1993102" y="2397733"/>
                <a:chExt cx="590853" cy="538858"/>
              </a:xfrm>
            </p:grpSpPr>
            <p:sp>
              <p:nvSpPr>
                <p:cNvPr id="7628" name="Google Shape;7628;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21"/>
              <p:cNvGrpSpPr/>
              <p:nvPr/>
            </p:nvGrpSpPr>
            <p:grpSpPr>
              <a:xfrm>
                <a:off x="2672051" y="2466803"/>
                <a:ext cx="88776" cy="97630"/>
                <a:chOff x="2291051" y="2466803"/>
                <a:chExt cx="88776" cy="97630"/>
              </a:xfrm>
            </p:grpSpPr>
            <p:sp>
              <p:nvSpPr>
                <p:cNvPr id="7648" name="Google Shape;7648;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7" name="Google Shape;7677;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21"/>
            <p:cNvGrpSpPr/>
            <p:nvPr/>
          </p:nvGrpSpPr>
          <p:grpSpPr>
            <a:xfrm>
              <a:off x="3446433" y="3091192"/>
              <a:ext cx="1319021" cy="1203001"/>
              <a:chOff x="2374102" y="2397733"/>
              <a:chExt cx="590853" cy="538858"/>
            </a:xfrm>
          </p:grpSpPr>
          <p:grpSp>
            <p:nvGrpSpPr>
              <p:cNvPr id="7685" name="Google Shape;7685;p21"/>
              <p:cNvGrpSpPr/>
              <p:nvPr/>
            </p:nvGrpSpPr>
            <p:grpSpPr>
              <a:xfrm>
                <a:off x="2374102" y="2397733"/>
                <a:ext cx="590853" cy="538858"/>
                <a:chOff x="1993102" y="2397733"/>
                <a:chExt cx="590853" cy="538858"/>
              </a:xfrm>
            </p:grpSpPr>
            <p:sp>
              <p:nvSpPr>
                <p:cNvPr id="7686" name="Google Shape;7686;p21"/>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1"/>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1"/>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1"/>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1"/>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1"/>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1"/>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1"/>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1"/>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1"/>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1"/>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1"/>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1"/>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1"/>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1"/>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1"/>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21"/>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1"/>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1"/>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21"/>
              <p:cNvGrpSpPr/>
              <p:nvPr/>
            </p:nvGrpSpPr>
            <p:grpSpPr>
              <a:xfrm>
                <a:off x="2672051" y="2466803"/>
                <a:ext cx="88776" cy="97630"/>
                <a:chOff x="2291051" y="2466803"/>
                <a:chExt cx="88776" cy="97630"/>
              </a:xfrm>
            </p:grpSpPr>
            <p:sp>
              <p:nvSpPr>
                <p:cNvPr id="7706" name="Google Shape;7706;p21"/>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1"/>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1"/>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1"/>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1"/>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1"/>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1"/>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1"/>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1"/>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1"/>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1"/>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1"/>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1"/>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1"/>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1"/>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1"/>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1"/>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1"/>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1"/>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1"/>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1"/>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1"/>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1"/>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1"/>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1"/>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1"/>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1"/>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1"/>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1"/>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1"/>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1"/>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1"/>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1"/>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1"/>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1"/>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1"/>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21"/>
            <p:cNvGrpSpPr/>
            <p:nvPr/>
          </p:nvGrpSpPr>
          <p:grpSpPr>
            <a:xfrm>
              <a:off x="4490110" y="3659885"/>
              <a:ext cx="365767" cy="351686"/>
              <a:chOff x="1490538" y="753834"/>
              <a:chExt cx="470985" cy="455906"/>
            </a:xfrm>
          </p:grpSpPr>
          <p:sp>
            <p:nvSpPr>
              <p:cNvPr id="7743" name="Google Shape;7743;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21"/>
            <p:cNvGrpSpPr/>
            <p:nvPr/>
          </p:nvGrpSpPr>
          <p:grpSpPr>
            <a:xfrm rot="-975329">
              <a:off x="4865699" y="3543897"/>
              <a:ext cx="365789" cy="351698"/>
              <a:chOff x="1490538" y="753834"/>
              <a:chExt cx="470985" cy="455906"/>
            </a:xfrm>
          </p:grpSpPr>
          <p:sp>
            <p:nvSpPr>
              <p:cNvPr id="7754" name="Google Shape;7754;p21"/>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1"/>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1"/>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1"/>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1"/>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1"/>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1"/>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1"/>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1"/>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1"/>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64" name="Google Shape;7764;p21"/>
          <p:cNvSpPr/>
          <p:nvPr/>
        </p:nvSpPr>
        <p:spPr>
          <a:xfrm>
            <a:off x="3013125" y="4815625"/>
            <a:ext cx="1143175" cy="77275"/>
          </a:xfrm>
          <a:custGeom>
            <a:rect b="b" l="l" r="r" t="t"/>
            <a:pathLst>
              <a:path extrusionOk="0" h="3091" w="45727">
                <a:moveTo>
                  <a:pt x="12301" y="0"/>
                </a:moveTo>
                <a:cubicBezTo>
                  <a:pt x="11605" y="0"/>
                  <a:pt x="10910" y="27"/>
                  <a:pt x="10216" y="96"/>
                </a:cubicBezTo>
                <a:cubicBezTo>
                  <a:pt x="9584" y="161"/>
                  <a:pt x="8947" y="258"/>
                  <a:pt x="8364" y="509"/>
                </a:cubicBezTo>
                <a:cubicBezTo>
                  <a:pt x="7838" y="734"/>
                  <a:pt x="7370" y="1077"/>
                  <a:pt x="6843" y="1302"/>
                </a:cubicBezTo>
                <a:cubicBezTo>
                  <a:pt x="6041" y="1648"/>
                  <a:pt x="5148" y="1701"/>
                  <a:pt x="4277" y="1750"/>
                </a:cubicBezTo>
                <a:cubicBezTo>
                  <a:pt x="2850" y="1830"/>
                  <a:pt x="1427" y="1910"/>
                  <a:pt x="0" y="1993"/>
                </a:cubicBezTo>
                <a:cubicBezTo>
                  <a:pt x="1204" y="2167"/>
                  <a:pt x="2439" y="2339"/>
                  <a:pt x="3655" y="2339"/>
                </a:cubicBezTo>
                <a:cubicBezTo>
                  <a:pt x="4654" y="2339"/>
                  <a:pt x="5641" y="2223"/>
                  <a:pt x="6587" y="1895"/>
                </a:cubicBezTo>
                <a:cubicBezTo>
                  <a:pt x="7526" y="1568"/>
                  <a:pt x="8393" y="1045"/>
                  <a:pt x="9347" y="769"/>
                </a:cubicBezTo>
                <a:cubicBezTo>
                  <a:pt x="9970" y="589"/>
                  <a:pt x="10606" y="520"/>
                  <a:pt x="11248" y="520"/>
                </a:cubicBezTo>
                <a:cubicBezTo>
                  <a:pt x="12649" y="520"/>
                  <a:pt x="14081" y="849"/>
                  <a:pt x="15481" y="1065"/>
                </a:cubicBezTo>
                <a:cubicBezTo>
                  <a:pt x="18871" y="1591"/>
                  <a:pt x="22324" y="1447"/>
                  <a:pt x="25755" y="1494"/>
                </a:cubicBezTo>
                <a:cubicBezTo>
                  <a:pt x="29885" y="1550"/>
                  <a:pt x="34006" y="1887"/>
                  <a:pt x="38110" y="2320"/>
                </a:cubicBezTo>
                <a:cubicBezTo>
                  <a:pt x="40025" y="2523"/>
                  <a:pt x="41933" y="2776"/>
                  <a:pt x="43845" y="2985"/>
                </a:cubicBezTo>
                <a:cubicBezTo>
                  <a:pt x="44031" y="3006"/>
                  <a:pt x="44400" y="3090"/>
                  <a:pt x="44729" y="3090"/>
                </a:cubicBezTo>
                <a:cubicBezTo>
                  <a:pt x="44991" y="3090"/>
                  <a:pt x="45227" y="3036"/>
                  <a:pt x="45323" y="2852"/>
                </a:cubicBezTo>
                <a:cubicBezTo>
                  <a:pt x="45727" y="2076"/>
                  <a:pt x="44595" y="1932"/>
                  <a:pt x="44037" y="1932"/>
                </a:cubicBezTo>
                <a:cubicBezTo>
                  <a:pt x="43965" y="1932"/>
                  <a:pt x="43902" y="1934"/>
                  <a:pt x="43853" y="1938"/>
                </a:cubicBezTo>
                <a:cubicBezTo>
                  <a:pt x="43700" y="1950"/>
                  <a:pt x="43547" y="1956"/>
                  <a:pt x="43395" y="1956"/>
                </a:cubicBezTo>
                <a:cubicBezTo>
                  <a:pt x="41633" y="1956"/>
                  <a:pt x="39931" y="1198"/>
                  <a:pt x="38171" y="944"/>
                </a:cubicBezTo>
                <a:cubicBezTo>
                  <a:pt x="37404" y="832"/>
                  <a:pt x="36629" y="819"/>
                  <a:pt x="35852" y="819"/>
                </a:cubicBezTo>
                <a:cubicBezTo>
                  <a:pt x="35687" y="819"/>
                  <a:pt x="35522" y="820"/>
                  <a:pt x="35356" y="820"/>
                </a:cubicBezTo>
                <a:cubicBezTo>
                  <a:pt x="35082" y="821"/>
                  <a:pt x="34808" y="822"/>
                  <a:pt x="34534" y="822"/>
                </a:cubicBezTo>
                <a:cubicBezTo>
                  <a:pt x="28501" y="822"/>
                  <a:pt x="22471" y="615"/>
                  <a:pt x="16454" y="202"/>
                </a:cubicBezTo>
                <a:cubicBezTo>
                  <a:pt x="15072" y="107"/>
                  <a:pt x="13685" y="0"/>
                  <a:pt x="12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1"/>
          <p:cNvSpPr/>
          <p:nvPr/>
        </p:nvSpPr>
        <p:spPr>
          <a:xfrm>
            <a:off x="6909950" y="3197825"/>
            <a:ext cx="2233875" cy="830250"/>
          </a:xfrm>
          <a:custGeom>
            <a:rect b="b" l="l" r="r" t="t"/>
            <a:pathLst>
              <a:path extrusionOk="0" h="33210" w="89355">
                <a:moveTo>
                  <a:pt x="85343" y="1"/>
                </a:moveTo>
                <a:cubicBezTo>
                  <a:pt x="85205" y="1"/>
                  <a:pt x="85068" y="14"/>
                  <a:pt x="84931" y="46"/>
                </a:cubicBezTo>
                <a:cubicBezTo>
                  <a:pt x="82870" y="516"/>
                  <a:pt x="82515" y="4325"/>
                  <a:pt x="80613" y="4325"/>
                </a:cubicBezTo>
                <a:cubicBezTo>
                  <a:pt x="80513" y="4325"/>
                  <a:pt x="80410" y="4315"/>
                  <a:pt x="80302" y="4293"/>
                </a:cubicBezTo>
                <a:cubicBezTo>
                  <a:pt x="79687" y="4172"/>
                  <a:pt x="79237" y="3665"/>
                  <a:pt x="78695" y="3351"/>
                </a:cubicBezTo>
                <a:cubicBezTo>
                  <a:pt x="78354" y="3156"/>
                  <a:pt x="77986" y="3068"/>
                  <a:pt x="77616" y="3068"/>
                </a:cubicBezTo>
                <a:cubicBezTo>
                  <a:pt x="75937" y="3068"/>
                  <a:pt x="74218" y="4873"/>
                  <a:pt x="74794" y="6564"/>
                </a:cubicBezTo>
                <a:cubicBezTo>
                  <a:pt x="74554" y="6390"/>
                  <a:pt x="74300" y="6314"/>
                  <a:pt x="74043" y="6314"/>
                </a:cubicBezTo>
                <a:cubicBezTo>
                  <a:pt x="73087" y="6314"/>
                  <a:pt x="72088" y="7369"/>
                  <a:pt x="71613" y="8362"/>
                </a:cubicBezTo>
                <a:cubicBezTo>
                  <a:pt x="71045" y="9554"/>
                  <a:pt x="70250" y="11044"/>
                  <a:pt x="68996" y="11044"/>
                </a:cubicBezTo>
                <a:cubicBezTo>
                  <a:pt x="68924" y="11044"/>
                  <a:pt x="68849" y="11039"/>
                  <a:pt x="68773" y="11028"/>
                </a:cubicBezTo>
                <a:cubicBezTo>
                  <a:pt x="67256" y="10823"/>
                  <a:pt x="66620" y="8523"/>
                  <a:pt x="65087" y="8507"/>
                </a:cubicBezTo>
                <a:cubicBezTo>
                  <a:pt x="65081" y="8507"/>
                  <a:pt x="65075" y="8507"/>
                  <a:pt x="65069" y="8507"/>
                </a:cubicBezTo>
                <a:cubicBezTo>
                  <a:pt x="63949" y="8507"/>
                  <a:pt x="63291" y="9730"/>
                  <a:pt x="62680" y="10676"/>
                </a:cubicBezTo>
                <a:cubicBezTo>
                  <a:pt x="62242" y="11359"/>
                  <a:pt x="61409" y="11989"/>
                  <a:pt x="60687" y="11989"/>
                </a:cubicBezTo>
                <a:cubicBezTo>
                  <a:pt x="60400" y="11989"/>
                  <a:pt x="60130" y="11889"/>
                  <a:pt x="59910" y="11653"/>
                </a:cubicBezTo>
                <a:cubicBezTo>
                  <a:pt x="59201" y="10889"/>
                  <a:pt x="59744" y="9296"/>
                  <a:pt x="58802" y="8854"/>
                </a:cubicBezTo>
                <a:cubicBezTo>
                  <a:pt x="58675" y="8794"/>
                  <a:pt x="58549" y="8768"/>
                  <a:pt x="58424" y="8768"/>
                </a:cubicBezTo>
                <a:cubicBezTo>
                  <a:pt x="57736" y="8768"/>
                  <a:pt x="57080" y="9563"/>
                  <a:pt x="56348" y="9828"/>
                </a:cubicBezTo>
                <a:cubicBezTo>
                  <a:pt x="56132" y="9907"/>
                  <a:pt x="55907" y="9938"/>
                  <a:pt x="55675" y="9938"/>
                </a:cubicBezTo>
                <a:cubicBezTo>
                  <a:pt x="54673" y="9938"/>
                  <a:pt x="53559" y="9342"/>
                  <a:pt x="52649" y="9342"/>
                </a:cubicBezTo>
                <a:cubicBezTo>
                  <a:pt x="52261" y="9342"/>
                  <a:pt x="51910" y="9451"/>
                  <a:pt x="51621" y="9762"/>
                </a:cubicBezTo>
                <a:cubicBezTo>
                  <a:pt x="51155" y="10263"/>
                  <a:pt x="51116" y="11136"/>
                  <a:pt x="50505" y="11449"/>
                </a:cubicBezTo>
                <a:cubicBezTo>
                  <a:pt x="50360" y="11523"/>
                  <a:pt x="50212" y="11553"/>
                  <a:pt x="50060" y="11553"/>
                </a:cubicBezTo>
                <a:cubicBezTo>
                  <a:pt x="49549" y="11553"/>
                  <a:pt x="49005" y="11215"/>
                  <a:pt x="48475" y="11087"/>
                </a:cubicBezTo>
                <a:cubicBezTo>
                  <a:pt x="48311" y="11047"/>
                  <a:pt x="48148" y="11029"/>
                  <a:pt x="47986" y="11029"/>
                </a:cubicBezTo>
                <a:cubicBezTo>
                  <a:pt x="46817" y="11029"/>
                  <a:pt x="45739" y="12006"/>
                  <a:pt x="45146" y="13072"/>
                </a:cubicBezTo>
                <a:cubicBezTo>
                  <a:pt x="44627" y="14002"/>
                  <a:pt x="44394" y="15197"/>
                  <a:pt x="43678" y="15978"/>
                </a:cubicBezTo>
                <a:cubicBezTo>
                  <a:pt x="43210" y="16485"/>
                  <a:pt x="42466" y="17572"/>
                  <a:pt x="41742" y="17697"/>
                </a:cubicBezTo>
                <a:cubicBezTo>
                  <a:pt x="41680" y="17707"/>
                  <a:pt x="41619" y="17712"/>
                  <a:pt x="41559" y="17712"/>
                </a:cubicBezTo>
                <a:cubicBezTo>
                  <a:pt x="41031" y="17712"/>
                  <a:pt x="40543" y="17344"/>
                  <a:pt x="40039" y="17135"/>
                </a:cubicBezTo>
                <a:cubicBezTo>
                  <a:pt x="39842" y="17055"/>
                  <a:pt x="39624" y="17000"/>
                  <a:pt x="39412" y="17000"/>
                </a:cubicBezTo>
                <a:cubicBezTo>
                  <a:pt x="39229" y="17000"/>
                  <a:pt x="39050" y="17041"/>
                  <a:pt x="38896" y="17143"/>
                </a:cubicBezTo>
                <a:cubicBezTo>
                  <a:pt x="38594" y="17341"/>
                  <a:pt x="38463" y="17740"/>
                  <a:pt x="38520" y="18098"/>
                </a:cubicBezTo>
                <a:cubicBezTo>
                  <a:pt x="38575" y="18455"/>
                  <a:pt x="38794" y="18770"/>
                  <a:pt x="39062" y="19012"/>
                </a:cubicBezTo>
                <a:cubicBezTo>
                  <a:pt x="39297" y="19224"/>
                  <a:pt x="39606" y="19478"/>
                  <a:pt x="39512" y="19778"/>
                </a:cubicBezTo>
                <a:cubicBezTo>
                  <a:pt x="39405" y="20128"/>
                  <a:pt x="38845" y="20148"/>
                  <a:pt x="38710" y="20490"/>
                </a:cubicBezTo>
                <a:cubicBezTo>
                  <a:pt x="38643" y="20662"/>
                  <a:pt x="38712" y="20854"/>
                  <a:pt x="38708" y="21040"/>
                </a:cubicBezTo>
                <a:cubicBezTo>
                  <a:pt x="38690" y="21647"/>
                  <a:pt x="38271" y="21857"/>
                  <a:pt x="37792" y="21857"/>
                </a:cubicBezTo>
                <a:cubicBezTo>
                  <a:pt x="37363" y="21857"/>
                  <a:pt x="36887" y="21689"/>
                  <a:pt x="36610" y="21486"/>
                </a:cubicBezTo>
                <a:cubicBezTo>
                  <a:pt x="35862" y="20940"/>
                  <a:pt x="35228" y="19934"/>
                  <a:pt x="34210" y="19903"/>
                </a:cubicBezTo>
                <a:cubicBezTo>
                  <a:pt x="34193" y="19902"/>
                  <a:pt x="34175" y="19902"/>
                  <a:pt x="34158" y="19902"/>
                </a:cubicBezTo>
                <a:cubicBezTo>
                  <a:pt x="33088" y="19902"/>
                  <a:pt x="32392" y="21039"/>
                  <a:pt x="31469" y="21606"/>
                </a:cubicBezTo>
                <a:cubicBezTo>
                  <a:pt x="30964" y="21917"/>
                  <a:pt x="30427" y="22046"/>
                  <a:pt x="29875" y="22046"/>
                </a:cubicBezTo>
                <a:cubicBezTo>
                  <a:pt x="28298" y="22046"/>
                  <a:pt x="26598" y="20990"/>
                  <a:pt x="25157" y="20099"/>
                </a:cubicBezTo>
                <a:cubicBezTo>
                  <a:pt x="24103" y="19447"/>
                  <a:pt x="22722" y="18950"/>
                  <a:pt x="21504" y="18950"/>
                </a:cubicBezTo>
                <a:cubicBezTo>
                  <a:pt x="20471" y="18950"/>
                  <a:pt x="19555" y="19308"/>
                  <a:pt x="19056" y="20232"/>
                </a:cubicBezTo>
                <a:cubicBezTo>
                  <a:pt x="18825" y="20655"/>
                  <a:pt x="18713" y="21175"/>
                  <a:pt x="18324" y="21461"/>
                </a:cubicBezTo>
                <a:cubicBezTo>
                  <a:pt x="17944" y="21743"/>
                  <a:pt x="17423" y="21710"/>
                  <a:pt x="16961" y="21809"/>
                </a:cubicBezTo>
                <a:cubicBezTo>
                  <a:pt x="15636" y="22095"/>
                  <a:pt x="14787" y="23493"/>
                  <a:pt x="13475" y="23829"/>
                </a:cubicBezTo>
                <a:cubicBezTo>
                  <a:pt x="13251" y="23887"/>
                  <a:pt x="13024" y="23911"/>
                  <a:pt x="12796" y="23911"/>
                </a:cubicBezTo>
                <a:cubicBezTo>
                  <a:pt x="11653" y="23911"/>
                  <a:pt x="10474" y="23305"/>
                  <a:pt x="9344" y="23305"/>
                </a:cubicBezTo>
                <a:cubicBezTo>
                  <a:pt x="9065" y="23305"/>
                  <a:pt x="8789" y="23342"/>
                  <a:pt x="8517" y="23434"/>
                </a:cubicBezTo>
                <a:cubicBezTo>
                  <a:pt x="7122" y="23906"/>
                  <a:pt x="6384" y="25675"/>
                  <a:pt x="4930" y="25900"/>
                </a:cubicBezTo>
                <a:cubicBezTo>
                  <a:pt x="4825" y="25916"/>
                  <a:pt x="4721" y="25924"/>
                  <a:pt x="4618" y="25924"/>
                </a:cubicBezTo>
                <a:cubicBezTo>
                  <a:pt x="3856" y="25924"/>
                  <a:pt x="3121" y="25522"/>
                  <a:pt x="2381" y="25276"/>
                </a:cubicBezTo>
                <a:cubicBezTo>
                  <a:pt x="2077" y="25176"/>
                  <a:pt x="1737" y="25115"/>
                  <a:pt x="1406" y="25115"/>
                </a:cubicBezTo>
                <a:cubicBezTo>
                  <a:pt x="821" y="25115"/>
                  <a:pt x="266" y="25305"/>
                  <a:pt x="1" y="25804"/>
                </a:cubicBezTo>
                <a:cubicBezTo>
                  <a:pt x="2164" y="26292"/>
                  <a:pt x="4329" y="26779"/>
                  <a:pt x="6492" y="27265"/>
                </a:cubicBezTo>
                <a:cubicBezTo>
                  <a:pt x="7594" y="27514"/>
                  <a:pt x="8712" y="27764"/>
                  <a:pt x="9841" y="27764"/>
                </a:cubicBezTo>
                <a:cubicBezTo>
                  <a:pt x="9924" y="27764"/>
                  <a:pt x="10008" y="27763"/>
                  <a:pt x="10091" y="27760"/>
                </a:cubicBezTo>
                <a:cubicBezTo>
                  <a:pt x="11938" y="27698"/>
                  <a:pt x="13890" y="26949"/>
                  <a:pt x="15672" y="26949"/>
                </a:cubicBezTo>
                <a:cubicBezTo>
                  <a:pt x="16480" y="26949"/>
                  <a:pt x="17253" y="27103"/>
                  <a:pt x="17966" y="27545"/>
                </a:cubicBezTo>
                <a:cubicBezTo>
                  <a:pt x="18688" y="27989"/>
                  <a:pt x="19244" y="28693"/>
                  <a:pt x="20021" y="29030"/>
                </a:cubicBezTo>
                <a:cubicBezTo>
                  <a:pt x="20388" y="29187"/>
                  <a:pt x="20761" y="29250"/>
                  <a:pt x="21140" y="29250"/>
                </a:cubicBezTo>
                <a:cubicBezTo>
                  <a:pt x="22620" y="29250"/>
                  <a:pt x="24180" y="28291"/>
                  <a:pt x="25738" y="28232"/>
                </a:cubicBezTo>
                <a:cubicBezTo>
                  <a:pt x="25790" y="28230"/>
                  <a:pt x="25841" y="28229"/>
                  <a:pt x="25892" y="28229"/>
                </a:cubicBezTo>
                <a:cubicBezTo>
                  <a:pt x="28067" y="28229"/>
                  <a:pt x="30112" y="29925"/>
                  <a:pt x="32198" y="29925"/>
                </a:cubicBezTo>
                <a:cubicBezTo>
                  <a:pt x="32517" y="29925"/>
                  <a:pt x="32837" y="29885"/>
                  <a:pt x="33159" y="29794"/>
                </a:cubicBezTo>
                <a:cubicBezTo>
                  <a:pt x="34126" y="29516"/>
                  <a:pt x="34940" y="28791"/>
                  <a:pt x="35936" y="28650"/>
                </a:cubicBezTo>
                <a:cubicBezTo>
                  <a:pt x="36062" y="28633"/>
                  <a:pt x="36188" y="28624"/>
                  <a:pt x="36314" y="28624"/>
                </a:cubicBezTo>
                <a:cubicBezTo>
                  <a:pt x="37719" y="28624"/>
                  <a:pt x="39119" y="29646"/>
                  <a:pt x="40462" y="29646"/>
                </a:cubicBezTo>
                <a:cubicBezTo>
                  <a:pt x="40751" y="29646"/>
                  <a:pt x="41038" y="29599"/>
                  <a:pt x="41321" y="29484"/>
                </a:cubicBezTo>
                <a:cubicBezTo>
                  <a:pt x="41887" y="29255"/>
                  <a:pt x="42313" y="28785"/>
                  <a:pt x="42789" y="28400"/>
                </a:cubicBezTo>
                <a:cubicBezTo>
                  <a:pt x="43812" y="27572"/>
                  <a:pt x="45129" y="27148"/>
                  <a:pt x="46444" y="27148"/>
                </a:cubicBezTo>
                <a:cubicBezTo>
                  <a:pt x="47516" y="27148"/>
                  <a:pt x="48586" y="27429"/>
                  <a:pt x="49495" y="28003"/>
                </a:cubicBezTo>
                <a:cubicBezTo>
                  <a:pt x="50720" y="28773"/>
                  <a:pt x="52025" y="30056"/>
                  <a:pt x="53311" y="30056"/>
                </a:cubicBezTo>
                <a:cubicBezTo>
                  <a:pt x="53609" y="30056"/>
                  <a:pt x="53906" y="29987"/>
                  <a:pt x="54200" y="29827"/>
                </a:cubicBezTo>
                <a:cubicBezTo>
                  <a:pt x="54688" y="29563"/>
                  <a:pt x="55026" y="29083"/>
                  <a:pt x="55502" y="28797"/>
                </a:cubicBezTo>
                <a:cubicBezTo>
                  <a:pt x="55848" y="28590"/>
                  <a:pt x="56206" y="28503"/>
                  <a:pt x="56572" y="28503"/>
                </a:cubicBezTo>
                <a:cubicBezTo>
                  <a:pt x="58431" y="28503"/>
                  <a:pt x="60501" y="30742"/>
                  <a:pt x="62371" y="30742"/>
                </a:cubicBezTo>
                <a:cubicBezTo>
                  <a:pt x="62729" y="30742"/>
                  <a:pt x="63081" y="30659"/>
                  <a:pt x="63422" y="30463"/>
                </a:cubicBezTo>
                <a:cubicBezTo>
                  <a:pt x="64138" y="30050"/>
                  <a:pt x="64510" y="29245"/>
                  <a:pt x="65048" y="28613"/>
                </a:cubicBezTo>
                <a:cubicBezTo>
                  <a:pt x="65844" y="27679"/>
                  <a:pt x="67072" y="27193"/>
                  <a:pt x="68294" y="27193"/>
                </a:cubicBezTo>
                <a:cubicBezTo>
                  <a:pt x="69250" y="27193"/>
                  <a:pt x="70201" y="27490"/>
                  <a:pt x="70940" y="28102"/>
                </a:cubicBezTo>
                <a:cubicBezTo>
                  <a:pt x="71331" y="28425"/>
                  <a:pt x="71670" y="28825"/>
                  <a:pt x="72124" y="29054"/>
                </a:cubicBezTo>
                <a:cubicBezTo>
                  <a:pt x="72486" y="29236"/>
                  <a:pt x="72887" y="29299"/>
                  <a:pt x="73306" y="29299"/>
                </a:cubicBezTo>
                <a:cubicBezTo>
                  <a:pt x="74237" y="29299"/>
                  <a:pt x="75256" y="28989"/>
                  <a:pt x="76122" y="28989"/>
                </a:cubicBezTo>
                <a:cubicBezTo>
                  <a:pt x="76715" y="28989"/>
                  <a:pt x="77237" y="29134"/>
                  <a:pt x="77610" y="29621"/>
                </a:cubicBezTo>
                <a:cubicBezTo>
                  <a:pt x="78133" y="30306"/>
                  <a:pt x="78131" y="31506"/>
                  <a:pt x="78969" y="31723"/>
                </a:cubicBezTo>
                <a:cubicBezTo>
                  <a:pt x="79045" y="31743"/>
                  <a:pt x="79121" y="31752"/>
                  <a:pt x="79197" y="31752"/>
                </a:cubicBezTo>
                <a:cubicBezTo>
                  <a:pt x="79576" y="31752"/>
                  <a:pt x="79951" y="31533"/>
                  <a:pt x="80312" y="31371"/>
                </a:cubicBezTo>
                <a:cubicBezTo>
                  <a:pt x="80931" y="31092"/>
                  <a:pt x="81575" y="30976"/>
                  <a:pt x="82231" y="30976"/>
                </a:cubicBezTo>
                <a:cubicBezTo>
                  <a:pt x="83943" y="30976"/>
                  <a:pt x="85732" y="31765"/>
                  <a:pt x="87360" y="32477"/>
                </a:cubicBezTo>
                <a:cubicBezTo>
                  <a:pt x="87992" y="32753"/>
                  <a:pt x="88668" y="33009"/>
                  <a:pt x="89355" y="33209"/>
                </a:cubicBezTo>
                <a:lnTo>
                  <a:pt x="89355" y="1790"/>
                </a:lnTo>
                <a:cubicBezTo>
                  <a:pt x="88570" y="1286"/>
                  <a:pt x="87761" y="817"/>
                  <a:pt x="86898" y="427"/>
                </a:cubicBezTo>
                <a:cubicBezTo>
                  <a:pt x="86404" y="206"/>
                  <a:pt x="85873" y="1"/>
                  <a:pt x="85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1"/>
          <p:cNvSpPr/>
          <p:nvPr/>
        </p:nvSpPr>
        <p:spPr>
          <a:xfrm>
            <a:off x="298600" y="4781400"/>
            <a:ext cx="1679775" cy="359250"/>
          </a:xfrm>
          <a:custGeom>
            <a:rect b="b" l="l" r="r" t="t"/>
            <a:pathLst>
              <a:path extrusionOk="0" h="14370" w="67191">
                <a:moveTo>
                  <a:pt x="1029" y="1"/>
                </a:moveTo>
                <a:cubicBezTo>
                  <a:pt x="936" y="1"/>
                  <a:pt x="843" y="16"/>
                  <a:pt x="752" y="52"/>
                </a:cubicBezTo>
                <a:cubicBezTo>
                  <a:pt x="0" y="347"/>
                  <a:pt x="380" y="1389"/>
                  <a:pt x="625" y="1935"/>
                </a:cubicBezTo>
                <a:cubicBezTo>
                  <a:pt x="1580" y="4070"/>
                  <a:pt x="2774" y="6100"/>
                  <a:pt x="4177" y="7969"/>
                </a:cubicBezTo>
                <a:cubicBezTo>
                  <a:pt x="5125" y="9232"/>
                  <a:pt x="6176" y="10430"/>
                  <a:pt x="7442" y="11375"/>
                </a:cubicBezTo>
                <a:cubicBezTo>
                  <a:pt x="8900" y="12461"/>
                  <a:pt x="10594" y="13176"/>
                  <a:pt x="12269" y="13881"/>
                </a:cubicBezTo>
                <a:cubicBezTo>
                  <a:pt x="12659" y="14043"/>
                  <a:pt x="13048" y="14207"/>
                  <a:pt x="13440" y="14370"/>
                </a:cubicBezTo>
                <a:lnTo>
                  <a:pt x="67191" y="14370"/>
                </a:lnTo>
                <a:cubicBezTo>
                  <a:pt x="66887" y="14237"/>
                  <a:pt x="66519" y="14166"/>
                  <a:pt x="66134" y="14166"/>
                </a:cubicBezTo>
                <a:cubicBezTo>
                  <a:pt x="65870" y="14170"/>
                  <a:pt x="65600" y="14189"/>
                  <a:pt x="65334" y="14189"/>
                </a:cubicBezTo>
                <a:cubicBezTo>
                  <a:pt x="64967" y="14189"/>
                  <a:pt x="64608" y="14152"/>
                  <a:pt x="64286" y="13984"/>
                </a:cubicBezTo>
                <a:cubicBezTo>
                  <a:pt x="64077" y="13877"/>
                  <a:pt x="63891" y="13716"/>
                  <a:pt x="63662" y="13652"/>
                </a:cubicBezTo>
                <a:cubicBezTo>
                  <a:pt x="63462" y="13597"/>
                  <a:pt x="63247" y="13622"/>
                  <a:pt x="63039" y="13607"/>
                </a:cubicBezTo>
                <a:cubicBezTo>
                  <a:pt x="62485" y="13560"/>
                  <a:pt x="62006" y="13215"/>
                  <a:pt x="61475" y="13051"/>
                </a:cubicBezTo>
                <a:cubicBezTo>
                  <a:pt x="61078" y="12927"/>
                  <a:pt x="60661" y="12906"/>
                  <a:pt x="60246" y="12886"/>
                </a:cubicBezTo>
                <a:cubicBezTo>
                  <a:pt x="58931" y="12824"/>
                  <a:pt x="57617" y="12761"/>
                  <a:pt x="56300" y="12698"/>
                </a:cubicBezTo>
                <a:cubicBezTo>
                  <a:pt x="55840" y="12677"/>
                  <a:pt x="55378" y="12653"/>
                  <a:pt x="54918" y="12630"/>
                </a:cubicBezTo>
                <a:cubicBezTo>
                  <a:pt x="49363" y="12328"/>
                  <a:pt x="43834" y="11600"/>
                  <a:pt x="38396" y="10447"/>
                </a:cubicBezTo>
                <a:cubicBezTo>
                  <a:pt x="37535" y="10265"/>
                  <a:pt x="36666" y="10070"/>
                  <a:pt x="35787" y="10066"/>
                </a:cubicBezTo>
                <a:cubicBezTo>
                  <a:pt x="35775" y="10066"/>
                  <a:pt x="35763" y="10066"/>
                  <a:pt x="35751" y="10066"/>
                </a:cubicBezTo>
                <a:cubicBezTo>
                  <a:pt x="34938" y="10066"/>
                  <a:pt x="34126" y="10222"/>
                  <a:pt x="33317" y="10222"/>
                </a:cubicBezTo>
                <a:cubicBezTo>
                  <a:pt x="33108" y="10222"/>
                  <a:pt x="32899" y="10211"/>
                  <a:pt x="32690" y="10185"/>
                </a:cubicBezTo>
                <a:cubicBezTo>
                  <a:pt x="31698" y="10058"/>
                  <a:pt x="30803" y="9594"/>
                  <a:pt x="29858" y="9304"/>
                </a:cubicBezTo>
                <a:cubicBezTo>
                  <a:pt x="29388" y="9159"/>
                  <a:pt x="28934" y="9085"/>
                  <a:pt x="28445" y="9060"/>
                </a:cubicBezTo>
                <a:cubicBezTo>
                  <a:pt x="28438" y="9059"/>
                  <a:pt x="28430" y="9059"/>
                  <a:pt x="28423" y="9059"/>
                </a:cubicBezTo>
                <a:cubicBezTo>
                  <a:pt x="28313" y="9059"/>
                  <a:pt x="28192" y="9093"/>
                  <a:pt x="28080" y="9093"/>
                </a:cubicBezTo>
                <a:cubicBezTo>
                  <a:pt x="28016" y="9093"/>
                  <a:pt x="27954" y="9082"/>
                  <a:pt x="27901" y="9046"/>
                </a:cubicBezTo>
                <a:cubicBezTo>
                  <a:pt x="27762" y="8950"/>
                  <a:pt x="27879" y="8660"/>
                  <a:pt x="27685" y="8568"/>
                </a:cubicBezTo>
                <a:cubicBezTo>
                  <a:pt x="27656" y="8553"/>
                  <a:pt x="27627" y="8547"/>
                  <a:pt x="27600" y="8547"/>
                </a:cubicBezTo>
                <a:cubicBezTo>
                  <a:pt x="27424" y="8547"/>
                  <a:pt x="27287" y="8818"/>
                  <a:pt x="27131" y="8962"/>
                </a:cubicBezTo>
                <a:cubicBezTo>
                  <a:pt x="27036" y="9050"/>
                  <a:pt x="26917" y="9088"/>
                  <a:pt x="26793" y="9088"/>
                </a:cubicBezTo>
                <a:cubicBezTo>
                  <a:pt x="26561" y="9088"/>
                  <a:pt x="26308" y="8957"/>
                  <a:pt x="26143" y="8782"/>
                </a:cubicBezTo>
                <a:cubicBezTo>
                  <a:pt x="25888" y="8510"/>
                  <a:pt x="25738" y="8149"/>
                  <a:pt x="25468" y="7897"/>
                </a:cubicBezTo>
                <a:cubicBezTo>
                  <a:pt x="24914" y="7388"/>
                  <a:pt x="24052" y="7474"/>
                  <a:pt x="23344" y="7227"/>
                </a:cubicBezTo>
                <a:cubicBezTo>
                  <a:pt x="22543" y="6946"/>
                  <a:pt x="21892" y="6219"/>
                  <a:pt x="21046" y="6198"/>
                </a:cubicBezTo>
                <a:cubicBezTo>
                  <a:pt x="21033" y="6198"/>
                  <a:pt x="21019" y="6197"/>
                  <a:pt x="21006" y="6197"/>
                </a:cubicBezTo>
                <a:cubicBezTo>
                  <a:pt x="20652" y="6197"/>
                  <a:pt x="20311" y="6320"/>
                  <a:pt x="19964" y="6388"/>
                </a:cubicBezTo>
                <a:cubicBezTo>
                  <a:pt x="19703" y="6440"/>
                  <a:pt x="19439" y="6462"/>
                  <a:pt x="19173" y="6462"/>
                </a:cubicBezTo>
                <a:cubicBezTo>
                  <a:pt x="18660" y="6462"/>
                  <a:pt x="18143" y="6379"/>
                  <a:pt x="17640" y="6272"/>
                </a:cubicBezTo>
                <a:cubicBezTo>
                  <a:pt x="16935" y="6124"/>
                  <a:pt x="16241" y="5928"/>
                  <a:pt x="15563" y="5685"/>
                </a:cubicBezTo>
                <a:cubicBezTo>
                  <a:pt x="15128" y="5532"/>
                  <a:pt x="14685" y="5357"/>
                  <a:pt x="14227" y="5357"/>
                </a:cubicBezTo>
                <a:cubicBezTo>
                  <a:pt x="14203" y="5357"/>
                  <a:pt x="14180" y="5357"/>
                  <a:pt x="14156" y="5358"/>
                </a:cubicBezTo>
                <a:cubicBezTo>
                  <a:pt x="14065" y="5362"/>
                  <a:pt x="13970" y="5372"/>
                  <a:pt x="13877" y="5372"/>
                </a:cubicBezTo>
                <a:cubicBezTo>
                  <a:pt x="13769" y="5372"/>
                  <a:pt x="13663" y="5358"/>
                  <a:pt x="13571" y="5303"/>
                </a:cubicBezTo>
                <a:cubicBezTo>
                  <a:pt x="13363" y="5182"/>
                  <a:pt x="13307" y="4912"/>
                  <a:pt x="13181" y="4706"/>
                </a:cubicBezTo>
                <a:cubicBezTo>
                  <a:pt x="12940" y="4311"/>
                  <a:pt x="12424" y="4145"/>
                  <a:pt x="12197" y="3743"/>
                </a:cubicBezTo>
                <a:cubicBezTo>
                  <a:pt x="12095" y="3565"/>
                  <a:pt x="12062" y="3356"/>
                  <a:pt x="11974" y="3170"/>
                </a:cubicBezTo>
                <a:cubicBezTo>
                  <a:pt x="11690" y="2563"/>
                  <a:pt x="10936" y="2356"/>
                  <a:pt x="10269" y="2297"/>
                </a:cubicBezTo>
                <a:cubicBezTo>
                  <a:pt x="9603" y="2236"/>
                  <a:pt x="8875" y="2234"/>
                  <a:pt x="8350" y="1819"/>
                </a:cubicBezTo>
                <a:cubicBezTo>
                  <a:pt x="8206" y="1706"/>
                  <a:pt x="8076" y="1561"/>
                  <a:pt x="7896" y="1512"/>
                </a:cubicBezTo>
                <a:cubicBezTo>
                  <a:pt x="7850" y="1499"/>
                  <a:pt x="7804" y="1494"/>
                  <a:pt x="7757" y="1494"/>
                </a:cubicBezTo>
                <a:cubicBezTo>
                  <a:pt x="7604" y="1494"/>
                  <a:pt x="7448" y="1550"/>
                  <a:pt x="7297" y="1582"/>
                </a:cubicBezTo>
                <a:cubicBezTo>
                  <a:pt x="7167" y="1612"/>
                  <a:pt x="7034" y="1627"/>
                  <a:pt x="6900" y="1627"/>
                </a:cubicBezTo>
                <a:cubicBezTo>
                  <a:pt x="6467" y="1627"/>
                  <a:pt x="6033" y="1474"/>
                  <a:pt x="5702" y="1191"/>
                </a:cubicBezTo>
                <a:cubicBezTo>
                  <a:pt x="5542" y="1053"/>
                  <a:pt x="5373" y="874"/>
                  <a:pt x="5166" y="874"/>
                </a:cubicBezTo>
                <a:cubicBezTo>
                  <a:pt x="5156" y="874"/>
                  <a:pt x="5145" y="875"/>
                  <a:pt x="5135" y="876"/>
                </a:cubicBezTo>
                <a:cubicBezTo>
                  <a:pt x="4999" y="888"/>
                  <a:pt x="4882" y="976"/>
                  <a:pt x="4751" y="997"/>
                </a:cubicBezTo>
                <a:cubicBezTo>
                  <a:pt x="4729" y="1001"/>
                  <a:pt x="4706" y="1003"/>
                  <a:pt x="4684" y="1003"/>
                </a:cubicBezTo>
                <a:cubicBezTo>
                  <a:pt x="4552" y="1003"/>
                  <a:pt x="4421" y="943"/>
                  <a:pt x="4301" y="888"/>
                </a:cubicBezTo>
                <a:cubicBezTo>
                  <a:pt x="4252" y="866"/>
                  <a:pt x="4205" y="846"/>
                  <a:pt x="4156" y="829"/>
                </a:cubicBezTo>
                <a:cubicBezTo>
                  <a:pt x="3498" y="572"/>
                  <a:pt x="2829" y="533"/>
                  <a:pt x="2151" y="347"/>
                </a:cubicBezTo>
                <a:cubicBezTo>
                  <a:pt x="1810" y="254"/>
                  <a:pt x="1414"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1"/>
          <p:cNvSpPr/>
          <p:nvPr/>
        </p:nvSpPr>
        <p:spPr>
          <a:xfrm>
            <a:off x="-759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1"/>
          <p:cNvSpPr/>
          <p:nvPr/>
        </p:nvSpPr>
        <p:spPr>
          <a:xfrm>
            <a:off x="1418800" y="4747150"/>
            <a:ext cx="466800" cy="92200"/>
          </a:xfrm>
          <a:custGeom>
            <a:rect b="b" l="l" r="r" t="t"/>
            <a:pathLst>
              <a:path extrusionOk="0" h="3688" w="18672">
                <a:moveTo>
                  <a:pt x="18" y="1"/>
                </a:moveTo>
                <a:lnTo>
                  <a:pt x="18" y="1"/>
                </a:lnTo>
                <a:cubicBezTo>
                  <a:pt x="0" y="754"/>
                  <a:pt x="1275" y="1590"/>
                  <a:pt x="1991" y="2070"/>
                </a:cubicBezTo>
                <a:cubicBezTo>
                  <a:pt x="2318" y="2287"/>
                  <a:pt x="2709" y="2391"/>
                  <a:pt x="3095" y="2449"/>
                </a:cubicBezTo>
                <a:cubicBezTo>
                  <a:pt x="3456" y="2504"/>
                  <a:pt x="3818" y="2523"/>
                  <a:pt x="4182" y="2523"/>
                </a:cubicBezTo>
                <a:cubicBezTo>
                  <a:pt x="5091" y="2523"/>
                  <a:pt x="6007" y="2400"/>
                  <a:pt x="6920" y="2385"/>
                </a:cubicBezTo>
                <a:cubicBezTo>
                  <a:pt x="6984" y="2384"/>
                  <a:pt x="7047" y="2383"/>
                  <a:pt x="7111" y="2383"/>
                </a:cubicBezTo>
                <a:cubicBezTo>
                  <a:pt x="10337" y="2383"/>
                  <a:pt x="13540" y="3688"/>
                  <a:pt x="16714" y="3688"/>
                </a:cubicBezTo>
                <a:cubicBezTo>
                  <a:pt x="17367" y="3688"/>
                  <a:pt x="18020" y="3632"/>
                  <a:pt x="18672" y="3499"/>
                </a:cubicBezTo>
                <a:cubicBezTo>
                  <a:pt x="18032" y="2635"/>
                  <a:pt x="16767" y="2661"/>
                  <a:pt x="15698" y="2561"/>
                </a:cubicBezTo>
                <a:cubicBezTo>
                  <a:pt x="14113" y="2412"/>
                  <a:pt x="12600" y="1805"/>
                  <a:pt x="11020" y="1592"/>
                </a:cubicBezTo>
                <a:cubicBezTo>
                  <a:pt x="10431" y="1513"/>
                  <a:pt x="9832" y="1488"/>
                  <a:pt x="9229" y="1488"/>
                </a:cubicBezTo>
                <a:cubicBezTo>
                  <a:pt x="8236" y="1488"/>
                  <a:pt x="7234" y="1555"/>
                  <a:pt x="6250" y="1555"/>
                </a:cubicBezTo>
                <a:cubicBezTo>
                  <a:pt x="4938" y="1555"/>
                  <a:pt x="3659" y="1436"/>
                  <a:pt x="2476" y="882"/>
                </a:cubicBezTo>
                <a:cubicBezTo>
                  <a:pt x="1627" y="484"/>
                  <a:pt x="958" y="2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1"/>
          <p:cNvSpPr/>
          <p:nvPr/>
        </p:nvSpPr>
        <p:spPr>
          <a:xfrm>
            <a:off x="7277450" y="3358125"/>
            <a:ext cx="1866325" cy="669600"/>
          </a:xfrm>
          <a:custGeom>
            <a:rect b="b" l="l" r="r" t="t"/>
            <a:pathLst>
              <a:path extrusionOk="0" h="26784" w="74653">
                <a:moveTo>
                  <a:pt x="74182" y="1"/>
                </a:moveTo>
                <a:cubicBezTo>
                  <a:pt x="73253" y="1"/>
                  <a:pt x="72327" y="367"/>
                  <a:pt x="71791" y="1167"/>
                </a:cubicBezTo>
                <a:cubicBezTo>
                  <a:pt x="71705" y="1148"/>
                  <a:pt x="71620" y="1138"/>
                  <a:pt x="71536" y="1138"/>
                </a:cubicBezTo>
                <a:cubicBezTo>
                  <a:pt x="70734" y="1138"/>
                  <a:pt x="70040" y="1988"/>
                  <a:pt x="69994" y="2829"/>
                </a:cubicBezTo>
                <a:cubicBezTo>
                  <a:pt x="69939" y="3755"/>
                  <a:pt x="70419" y="4622"/>
                  <a:pt x="70885" y="5429"/>
                </a:cubicBezTo>
                <a:cubicBezTo>
                  <a:pt x="70782" y="5341"/>
                  <a:pt x="70671" y="5303"/>
                  <a:pt x="70560" y="5303"/>
                </a:cubicBezTo>
                <a:cubicBezTo>
                  <a:pt x="70112" y="5303"/>
                  <a:pt x="69652" y="5926"/>
                  <a:pt x="69607" y="6470"/>
                </a:cubicBezTo>
                <a:cubicBezTo>
                  <a:pt x="69550" y="7147"/>
                  <a:pt x="69609" y="8003"/>
                  <a:pt x="69008" y="8316"/>
                </a:cubicBezTo>
                <a:cubicBezTo>
                  <a:pt x="68879" y="8383"/>
                  <a:pt x="68754" y="8413"/>
                  <a:pt x="68631" y="8413"/>
                </a:cubicBezTo>
                <a:cubicBezTo>
                  <a:pt x="67579" y="8413"/>
                  <a:pt x="66713" y="6214"/>
                  <a:pt x="65715" y="6214"/>
                </a:cubicBezTo>
                <a:cubicBezTo>
                  <a:pt x="65580" y="6214"/>
                  <a:pt x="65443" y="6254"/>
                  <a:pt x="65302" y="6345"/>
                </a:cubicBezTo>
                <a:cubicBezTo>
                  <a:pt x="64985" y="6550"/>
                  <a:pt x="64870" y="6953"/>
                  <a:pt x="64791" y="7325"/>
                </a:cubicBezTo>
                <a:cubicBezTo>
                  <a:pt x="64302" y="9643"/>
                  <a:pt x="64339" y="12072"/>
                  <a:pt x="64899" y="14372"/>
                </a:cubicBezTo>
                <a:cubicBezTo>
                  <a:pt x="65077" y="15106"/>
                  <a:pt x="65204" y="16086"/>
                  <a:pt x="64529" y="16423"/>
                </a:cubicBezTo>
                <a:cubicBezTo>
                  <a:pt x="64288" y="16544"/>
                  <a:pt x="64005" y="16535"/>
                  <a:pt x="63735" y="16564"/>
                </a:cubicBezTo>
                <a:cubicBezTo>
                  <a:pt x="62754" y="16678"/>
                  <a:pt x="61926" y="17347"/>
                  <a:pt x="60981" y="17627"/>
                </a:cubicBezTo>
                <a:cubicBezTo>
                  <a:pt x="60786" y="17684"/>
                  <a:pt x="60575" y="17712"/>
                  <a:pt x="60362" y="17712"/>
                </a:cubicBezTo>
                <a:cubicBezTo>
                  <a:pt x="59541" y="17712"/>
                  <a:pt x="58696" y="17293"/>
                  <a:pt x="58675" y="16507"/>
                </a:cubicBezTo>
                <a:cubicBezTo>
                  <a:pt x="58661" y="15959"/>
                  <a:pt x="59072" y="15439"/>
                  <a:pt x="58947" y="14906"/>
                </a:cubicBezTo>
                <a:cubicBezTo>
                  <a:pt x="58839" y="14438"/>
                  <a:pt x="58369" y="14164"/>
                  <a:pt x="57943" y="13943"/>
                </a:cubicBezTo>
                <a:cubicBezTo>
                  <a:pt x="57189" y="13552"/>
                  <a:pt x="56259" y="13192"/>
                  <a:pt x="55437" y="13192"/>
                </a:cubicBezTo>
                <a:cubicBezTo>
                  <a:pt x="54867" y="13192"/>
                  <a:pt x="54349" y="13365"/>
                  <a:pt x="53977" y="13822"/>
                </a:cubicBezTo>
                <a:cubicBezTo>
                  <a:pt x="53141" y="12733"/>
                  <a:pt x="53053" y="11248"/>
                  <a:pt x="52419" y="10032"/>
                </a:cubicBezTo>
                <a:cubicBezTo>
                  <a:pt x="51983" y="9199"/>
                  <a:pt x="51001" y="8532"/>
                  <a:pt x="50141" y="8532"/>
                </a:cubicBezTo>
                <a:cubicBezTo>
                  <a:pt x="49744" y="8532"/>
                  <a:pt x="49374" y="8673"/>
                  <a:pt x="49095" y="9005"/>
                </a:cubicBezTo>
                <a:cubicBezTo>
                  <a:pt x="48825" y="7444"/>
                  <a:pt x="47212" y="6424"/>
                  <a:pt x="45666" y="6424"/>
                </a:cubicBezTo>
                <a:cubicBezTo>
                  <a:pt x="44937" y="6424"/>
                  <a:pt x="44223" y="6651"/>
                  <a:pt x="43672" y="7155"/>
                </a:cubicBezTo>
                <a:cubicBezTo>
                  <a:pt x="43231" y="7558"/>
                  <a:pt x="42908" y="8075"/>
                  <a:pt x="42611" y="8594"/>
                </a:cubicBezTo>
                <a:cubicBezTo>
                  <a:pt x="41751" y="10077"/>
                  <a:pt x="41221" y="12364"/>
                  <a:pt x="42724" y="13193"/>
                </a:cubicBezTo>
                <a:cubicBezTo>
                  <a:pt x="42644" y="13173"/>
                  <a:pt x="42565" y="13163"/>
                  <a:pt x="42488" y="13163"/>
                </a:cubicBezTo>
                <a:cubicBezTo>
                  <a:pt x="41786" y="13163"/>
                  <a:pt x="41238" y="13974"/>
                  <a:pt x="41039" y="14706"/>
                </a:cubicBezTo>
                <a:cubicBezTo>
                  <a:pt x="40820" y="15517"/>
                  <a:pt x="40683" y="16482"/>
                  <a:pt x="39954" y="16903"/>
                </a:cubicBezTo>
                <a:cubicBezTo>
                  <a:pt x="39729" y="17033"/>
                  <a:pt x="39485" y="17087"/>
                  <a:pt x="39235" y="17087"/>
                </a:cubicBezTo>
                <a:cubicBezTo>
                  <a:pt x="38671" y="17087"/>
                  <a:pt x="38073" y="16811"/>
                  <a:pt x="37574" y="16501"/>
                </a:cubicBezTo>
                <a:cubicBezTo>
                  <a:pt x="36928" y="16100"/>
                  <a:pt x="36237" y="15624"/>
                  <a:pt x="35493" y="15624"/>
                </a:cubicBezTo>
                <a:cubicBezTo>
                  <a:pt x="35411" y="15624"/>
                  <a:pt x="35327" y="15630"/>
                  <a:pt x="35243" y="15642"/>
                </a:cubicBezTo>
                <a:cubicBezTo>
                  <a:pt x="34405" y="15767"/>
                  <a:pt x="33846" y="17046"/>
                  <a:pt x="34585" y="17460"/>
                </a:cubicBezTo>
                <a:cubicBezTo>
                  <a:pt x="34353" y="17944"/>
                  <a:pt x="33824" y="18163"/>
                  <a:pt x="33275" y="18163"/>
                </a:cubicBezTo>
                <a:cubicBezTo>
                  <a:pt x="32960" y="18163"/>
                  <a:pt x="32640" y="18091"/>
                  <a:pt x="32364" y="17956"/>
                </a:cubicBezTo>
                <a:cubicBezTo>
                  <a:pt x="31604" y="17584"/>
                  <a:pt x="31064" y="16889"/>
                  <a:pt x="30432" y="16329"/>
                </a:cubicBezTo>
                <a:cubicBezTo>
                  <a:pt x="29925" y="15879"/>
                  <a:pt x="29268" y="15493"/>
                  <a:pt x="28612" y="15493"/>
                </a:cubicBezTo>
                <a:cubicBezTo>
                  <a:pt x="28452" y="15493"/>
                  <a:pt x="28293" y="15516"/>
                  <a:pt x="28136" y="15566"/>
                </a:cubicBezTo>
                <a:cubicBezTo>
                  <a:pt x="27329" y="15822"/>
                  <a:pt x="26973" y="17118"/>
                  <a:pt x="27719" y="17513"/>
                </a:cubicBezTo>
                <a:cubicBezTo>
                  <a:pt x="27011" y="17885"/>
                  <a:pt x="26216" y="18080"/>
                  <a:pt x="25416" y="18080"/>
                </a:cubicBezTo>
                <a:cubicBezTo>
                  <a:pt x="25378" y="18080"/>
                  <a:pt x="25340" y="18080"/>
                  <a:pt x="25302" y="18079"/>
                </a:cubicBezTo>
                <a:lnTo>
                  <a:pt x="25302" y="18079"/>
                </a:lnTo>
                <a:cubicBezTo>
                  <a:pt x="25358" y="18705"/>
                  <a:pt x="25411" y="19332"/>
                  <a:pt x="25468" y="19960"/>
                </a:cubicBezTo>
                <a:cubicBezTo>
                  <a:pt x="24881" y="20046"/>
                  <a:pt x="24249" y="20112"/>
                  <a:pt x="23628" y="20112"/>
                </a:cubicBezTo>
                <a:cubicBezTo>
                  <a:pt x="22294" y="20112"/>
                  <a:pt x="21012" y="19806"/>
                  <a:pt x="20332" y="18725"/>
                </a:cubicBezTo>
                <a:cubicBezTo>
                  <a:pt x="19911" y="18057"/>
                  <a:pt x="19743" y="17118"/>
                  <a:pt x="19007" y="16836"/>
                </a:cubicBezTo>
                <a:cubicBezTo>
                  <a:pt x="18880" y="16788"/>
                  <a:pt x="18753" y="16766"/>
                  <a:pt x="18628" y="16766"/>
                </a:cubicBezTo>
                <a:cubicBezTo>
                  <a:pt x="17959" y="16766"/>
                  <a:pt x="17325" y="17393"/>
                  <a:pt x="17012" y="18042"/>
                </a:cubicBezTo>
                <a:cubicBezTo>
                  <a:pt x="16640" y="18813"/>
                  <a:pt x="16435" y="19721"/>
                  <a:pt x="15767" y="20254"/>
                </a:cubicBezTo>
                <a:cubicBezTo>
                  <a:pt x="15451" y="20506"/>
                  <a:pt x="15050" y="20629"/>
                  <a:pt x="14647" y="20629"/>
                </a:cubicBezTo>
                <a:cubicBezTo>
                  <a:pt x="14149" y="20629"/>
                  <a:pt x="13648" y="20440"/>
                  <a:pt x="13305" y="20076"/>
                </a:cubicBezTo>
                <a:cubicBezTo>
                  <a:pt x="12686" y="19414"/>
                  <a:pt x="12679" y="18277"/>
                  <a:pt x="13289" y="17609"/>
                </a:cubicBezTo>
                <a:cubicBezTo>
                  <a:pt x="13187" y="17309"/>
                  <a:pt x="12927" y="17186"/>
                  <a:pt x="12623" y="17186"/>
                </a:cubicBezTo>
                <a:cubicBezTo>
                  <a:pt x="12229" y="17186"/>
                  <a:pt x="11761" y="17393"/>
                  <a:pt x="11473" y="17686"/>
                </a:cubicBezTo>
                <a:cubicBezTo>
                  <a:pt x="10994" y="18172"/>
                  <a:pt x="10507" y="18842"/>
                  <a:pt x="9853" y="18842"/>
                </a:cubicBezTo>
                <a:cubicBezTo>
                  <a:pt x="9809" y="18842"/>
                  <a:pt x="9766" y="18839"/>
                  <a:pt x="9721" y="18833"/>
                </a:cubicBezTo>
                <a:cubicBezTo>
                  <a:pt x="8778" y="18705"/>
                  <a:pt x="8476" y="17257"/>
                  <a:pt x="7535" y="17114"/>
                </a:cubicBezTo>
                <a:cubicBezTo>
                  <a:pt x="7481" y="17106"/>
                  <a:pt x="7430" y="17102"/>
                  <a:pt x="7380" y="17102"/>
                </a:cubicBezTo>
                <a:cubicBezTo>
                  <a:pt x="6441" y="17102"/>
                  <a:pt x="6028" y="18461"/>
                  <a:pt x="5270" y="19126"/>
                </a:cubicBezTo>
                <a:cubicBezTo>
                  <a:pt x="3868" y="20359"/>
                  <a:pt x="1203" y="19107"/>
                  <a:pt x="28" y="20557"/>
                </a:cubicBezTo>
                <a:cubicBezTo>
                  <a:pt x="18" y="20569"/>
                  <a:pt x="11" y="20582"/>
                  <a:pt x="1" y="20594"/>
                </a:cubicBezTo>
                <a:cubicBezTo>
                  <a:pt x="334" y="20553"/>
                  <a:pt x="663" y="20527"/>
                  <a:pt x="987" y="20527"/>
                </a:cubicBezTo>
                <a:cubicBezTo>
                  <a:pt x="1788" y="20527"/>
                  <a:pt x="2557" y="20682"/>
                  <a:pt x="3264" y="21121"/>
                </a:cubicBezTo>
                <a:cubicBezTo>
                  <a:pt x="3986" y="21565"/>
                  <a:pt x="4542" y="22270"/>
                  <a:pt x="5319" y="22604"/>
                </a:cubicBezTo>
                <a:cubicBezTo>
                  <a:pt x="5686" y="22762"/>
                  <a:pt x="6060" y="22825"/>
                  <a:pt x="6439" y="22825"/>
                </a:cubicBezTo>
                <a:cubicBezTo>
                  <a:pt x="7918" y="22825"/>
                  <a:pt x="9476" y="21865"/>
                  <a:pt x="11034" y="21808"/>
                </a:cubicBezTo>
                <a:cubicBezTo>
                  <a:pt x="11086" y="21806"/>
                  <a:pt x="11137" y="21805"/>
                  <a:pt x="11188" y="21805"/>
                </a:cubicBezTo>
                <a:cubicBezTo>
                  <a:pt x="13364" y="21805"/>
                  <a:pt x="15410" y="23499"/>
                  <a:pt x="17495" y="23499"/>
                </a:cubicBezTo>
                <a:cubicBezTo>
                  <a:pt x="17814" y="23499"/>
                  <a:pt x="18135" y="23460"/>
                  <a:pt x="18457" y="23368"/>
                </a:cubicBezTo>
                <a:cubicBezTo>
                  <a:pt x="19422" y="23092"/>
                  <a:pt x="20238" y="22368"/>
                  <a:pt x="21232" y="22227"/>
                </a:cubicBezTo>
                <a:cubicBezTo>
                  <a:pt x="21358" y="22209"/>
                  <a:pt x="21484" y="22201"/>
                  <a:pt x="21610" y="22201"/>
                </a:cubicBezTo>
                <a:cubicBezTo>
                  <a:pt x="23017" y="22201"/>
                  <a:pt x="24417" y="23223"/>
                  <a:pt x="25760" y="23223"/>
                </a:cubicBezTo>
                <a:cubicBezTo>
                  <a:pt x="26049" y="23223"/>
                  <a:pt x="26336" y="23175"/>
                  <a:pt x="26619" y="23061"/>
                </a:cubicBezTo>
                <a:cubicBezTo>
                  <a:pt x="27183" y="22830"/>
                  <a:pt x="27611" y="22360"/>
                  <a:pt x="28087" y="21976"/>
                </a:cubicBezTo>
                <a:cubicBezTo>
                  <a:pt x="29109" y="21147"/>
                  <a:pt x="30426" y="20723"/>
                  <a:pt x="31742" y="20723"/>
                </a:cubicBezTo>
                <a:cubicBezTo>
                  <a:pt x="32813" y="20723"/>
                  <a:pt x="33884" y="21005"/>
                  <a:pt x="34793" y="21577"/>
                </a:cubicBezTo>
                <a:cubicBezTo>
                  <a:pt x="36018" y="22348"/>
                  <a:pt x="37324" y="23632"/>
                  <a:pt x="38609" y="23632"/>
                </a:cubicBezTo>
                <a:cubicBezTo>
                  <a:pt x="38907" y="23632"/>
                  <a:pt x="39204" y="23563"/>
                  <a:pt x="39498" y="23403"/>
                </a:cubicBezTo>
                <a:cubicBezTo>
                  <a:pt x="39984" y="23139"/>
                  <a:pt x="40324" y="22659"/>
                  <a:pt x="40800" y="22373"/>
                </a:cubicBezTo>
                <a:cubicBezTo>
                  <a:pt x="41146" y="22166"/>
                  <a:pt x="41504" y="22079"/>
                  <a:pt x="41870" y="22079"/>
                </a:cubicBezTo>
                <a:cubicBezTo>
                  <a:pt x="43728" y="22079"/>
                  <a:pt x="45799" y="24318"/>
                  <a:pt x="47669" y="24318"/>
                </a:cubicBezTo>
                <a:cubicBezTo>
                  <a:pt x="48027" y="24318"/>
                  <a:pt x="48379" y="24235"/>
                  <a:pt x="48720" y="24039"/>
                </a:cubicBezTo>
                <a:cubicBezTo>
                  <a:pt x="49436" y="23624"/>
                  <a:pt x="49808" y="22820"/>
                  <a:pt x="50346" y="22189"/>
                </a:cubicBezTo>
                <a:cubicBezTo>
                  <a:pt x="51142" y="21255"/>
                  <a:pt x="52371" y="20769"/>
                  <a:pt x="53594" y="20769"/>
                </a:cubicBezTo>
                <a:cubicBezTo>
                  <a:pt x="54549" y="20769"/>
                  <a:pt x="55500" y="21066"/>
                  <a:pt x="56238" y="21677"/>
                </a:cubicBezTo>
                <a:cubicBezTo>
                  <a:pt x="56629" y="22000"/>
                  <a:pt x="56968" y="22399"/>
                  <a:pt x="57422" y="22630"/>
                </a:cubicBezTo>
                <a:cubicBezTo>
                  <a:pt x="57783" y="22812"/>
                  <a:pt x="58184" y="22875"/>
                  <a:pt x="58603" y="22875"/>
                </a:cubicBezTo>
                <a:cubicBezTo>
                  <a:pt x="59533" y="22875"/>
                  <a:pt x="60552" y="22565"/>
                  <a:pt x="61419" y="22565"/>
                </a:cubicBezTo>
                <a:cubicBezTo>
                  <a:pt x="62012" y="22565"/>
                  <a:pt x="62534" y="22710"/>
                  <a:pt x="62909" y="23198"/>
                </a:cubicBezTo>
                <a:cubicBezTo>
                  <a:pt x="63431" y="23883"/>
                  <a:pt x="63429" y="25081"/>
                  <a:pt x="64265" y="25298"/>
                </a:cubicBezTo>
                <a:cubicBezTo>
                  <a:pt x="64342" y="25318"/>
                  <a:pt x="64419" y="25327"/>
                  <a:pt x="64496" y="25327"/>
                </a:cubicBezTo>
                <a:cubicBezTo>
                  <a:pt x="64875" y="25327"/>
                  <a:pt x="65248" y="25107"/>
                  <a:pt x="65610" y="24945"/>
                </a:cubicBezTo>
                <a:cubicBezTo>
                  <a:pt x="66228" y="24666"/>
                  <a:pt x="66872" y="24551"/>
                  <a:pt x="67527" y="24551"/>
                </a:cubicBezTo>
                <a:cubicBezTo>
                  <a:pt x="69239" y="24551"/>
                  <a:pt x="71030" y="25341"/>
                  <a:pt x="72658" y="26051"/>
                </a:cubicBezTo>
                <a:cubicBezTo>
                  <a:pt x="73288" y="26329"/>
                  <a:pt x="73964" y="26586"/>
                  <a:pt x="74653" y="26783"/>
                </a:cubicBezTo>
                <a:lnTo>
                  <a:pt x="74653" y="32"/>
                </a:lnTo>
                <a:cubicBezTo>
                  <a:pt x="74497" y="11"/>
                  <a:pt x="74340" y="1"/>
                  <a:pt x="74182"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1"/>
          <p:cNvSpPr/>
          <p:nvPr/>
        </p:nvSpPr>
        <p:spPr>
          <a:xfrm>
            <a:off x="1958925" y="4321625"/>
            <a:ext cx="867525" cy="241275"/>
          </a:xfrm>
          <a:custGeom>
            <a:rect b="b" l="l" r="r" t="t"/>
            <a:pathLst>
              <a:path extrusionOk="0" h="9651" w="34701">
                <a:moveTo>
                  <a:pt x="1" y="1"/>
                </a:moveTo>
                <a:cubicBezTo>
                  <a:pt x="412" y="333"/>
                  <a:pt x="848" y="637"/>
                  <a:pt x="1287" y="928"/>
                </a:cubicBezTo>
                <a:cubicBezTo>
                  <a:pt x="1641" y="1175"/>
                  <a:pt x="2011" y="1406"/>
                  <a:pt x="2377" y="1643"/>
                </a:cubicBezTo>
                <a:cubicBezTo>
                  <a:pt x="2747" y="1883"/>
                  <a:pt x="2884" y="2259"/>
                  <a:pt x="3242" y="2494"/>
                </a:cubicBezTo>
                <a:cubicBezTo>
                  <a:pt x="3324" y="2549"/>
                  <a:pt x="3410" y="2594"/>
                  <a:pt x="3502" y="2637"/>
                </a:cubicBezTo>
                <a:cubicBezTo>
                  <a:pt x="3857" y="2790"/>
                  <a:pt x="4264" y="2843"/>
                  <a:pt x="4638" y="2886"/>
                </a:cubicBezTo>
                <a:cubicBezTo>
                  <a:pt x="4754" y="2898"/>
                  <a:pt x="4870" y="2912"/>
                  <a:pt x="4985" y="2912"/>
                </a:cubicBezTo>
                <a:cubicBezTo>
                  <a:pt x="5070" y="2912"/>
                  <a:pt x="5154" y="2904"/>
                  <a:pt x="5237" y="2884"/>
                </a:cubicBezTo>
                <a:cubicBezTo>
                  <a:pt x="5793" y="2749"/>
                  <a:pt x="6004" y="2287"/>
                  <a:pt x="6303" y="1850"/>
                </a:cubicBezTo>
                <a:cubicBezTo>
                  <a:pt x="6337" y="1801"/>
                  <a:pt x="6374" y="1752"/>
                  <a:pt x="6427" y="1729"/>
                </a:cubicBezTo>
                <a:cubicBezTo>
                  <a:pt x="6455" y="1717"/>
                  <a:pt x="6486" y="1713"/>
                  <a:pt x="6517" y="1713"/>
                </a:cubicBezTo>
                <a:cubicBezTo>
                  <a:pt x="6537" y="1713"/>
                  <a:pt x="6557" y="1715"/>
                  <a:pt x="6578" y="1717"/>
                </a:cubicBezTo>
                <a:cubicBezTo>
                  <a:pt x="6848" y="1741"/>
                  <a:pt x="7114" y="1762"/>
                  <a:pt x="7384" y="1788"/>
                </a:cubicBezTo>
                <a:cubicBezTo>
                  <a:pt x="7417" y="1790"/>
                  <a:pt x="7454" y="1795"/>
                  <a:pt x="7482" y="1817"/>
                </a:cubicBezTo>
                <a:cubicBezTo>
                  <a:pt x="7505" y="1837"/>
                  <a:pt x="7517" y="1866"/>
                  <a:pt x="7527" y="1895"/>
                </a:cubicBezTo>
                <a:cubicBezTo>
                  <a:pt x="7576" y="2022"/>
                  <a:pt x="7631" y="2144"/>
                  <a:pt x="7693" y="2265"/>
                </a:cubicBezTo>
                <a:cubicBezTo>
                  <a:pt x="7775" y="2422"/>
                  <a:pt x="7873" y="2578"/>
                  <a:pt x="8026" y="2663"/>
                </a:cubicBezTo>
                <a:cubicBezTo>
                  <a:pt x="8197" y="2761"/>
                  <a:pt x="8431" y="2790"/>
                  <a:pt x="8669" y="2790"/>
                </a:cubicBezTo>
                <a:cubicBezTo>
                  <a:pt x="8901" y="2790"/>
                  <a:pt x="9137" y="2762"/>
                  <a:pt x="9324" y="2745"/>
                </a:cubicBezTo>
                <a:cubicBezTo>
                  <a:pt x="9866" y="2692"/>
                  <a:pt x="10392" y="2580"/>
                  <a:pt x="10923" y="2451"/>
                </a:cubicBezTo>
                <a:cubicBezTo>
                  <a:pt x="11528" y="2300"/>
                  <a:pt x="12133" y="2152"/>
                  <a:pt x="12737" y="2005"/>
                </a:cubicBezTo>
                <a:cubicBezTo>
                  <a:pt x="12817" y="1985"/>
                  <a:pt x="12900" y="1966"/>
                  <a:pt x="12982" y="1966"/>
                </a:cubicBezTo>
                <a:cubicBezTo>
                  <a:pt x="13014" y="1966"/>
                  <a:pt x="13045" y="1969"/>
                  <a:pt x="13076" y="1975"/>
                </a:cubicBezTo>
                <a:cubicBezTo>
                  <a:pt x="13164" y="1995"/>
                  <a:pt x="13240" y="2044"/>
                  <a:pt x="13319" y="2091"/>
                </a:cubicBezTo>
                <a:cubicBezTo>
                  <a:pt x="13884" y="2437"/>
                  <a:pt x="14509" y="2690"/>
                  <a:pt x="15157" y="2833"/>
                </a:cubicBezTo>
                <a:cubicBezTo>
                  <a:pt x="15411" y="2888"/>
                  <a:pt x="15699" y="2946"/>
                  <a:pt x="15842" y="3166"/>
                </a:cubicBezTo>
                <a:cubicBezTo>
                  <a:pt x="15938" y="3308"/>
                  <a:pt x="15944" y="3490"/>
                  <a:pt x="15949" y="3661"/>
                </a:cubicBezTo>
                <a:cubicBezTo>
                  <a:pt x="15959" y="3997"/>
                  <a:pt x="15969" y="4334"/>
                  <a:pt x="15979" y="4669"/>
                </a:cubicBezTo>
                <a:cubicBezTo>
                  <a:pt x="15981" y="4780"/>
                  <a:pt x="15990" y="4904"/>
                  <a:pt x="16077" y="4978"/>
                </a:cubicBezTo>
                <a:cubicBezTo>
                  <a:pt x="16120" y="5014"/>
                  <a:pt x="16172" y="5028"/>
                  <a:pt x="16227" y="5028"/>
                </a:cubicBezTo>
                <a:cubicBezTo>
                  <a:pt x="16313" y="5028"/>
                  <a:pt x="16407" y="4995"/>
                  <a:pt x="16488" y="4960"/>
                </a:cubicBezTo>
                <a:cubicBezTo>
                  <a:pt x="17043" y="4727"/>
                  <a:pt x="17587" y="4590"/>
                  <a:pt x="18114" y="4590"/>
                </a:cubicBezTo>
                <a:cubicBezTo>
                  <a:pt x="18777" y="4590"/>
                  <a:pt x="19413" y="4807"/>
                  <a:pt x="20013" y="5325"/>
                </a:cubicBezTo>
                <a:cubicBezTo>
                  <a:pt x="20275" y="5550"/>
                  <a:pt x="20508" y="5818"/>
                  <a:pt x="20806" y="5994"/>
                </a:cubicBezTo>
                <a:cubicBezTo>
                  <a:pt x="21200" y="6224"/>
                  <a:pt x="21658" y="6271"/>
                  <a:pt x="22122" y="6271"/>
                </a:cubicBezTo>
                <a:cubicBezTo>
                  <a:pt x="22340" y="6271"/>
                  <a:pt x="22559" y="6261"/>
                  <a:pt x="22773" y="6254"/>
                </a:cubicBezTo>
                <a:cubicBezTo>
                  <a:pt x="22913" y="6250"/>
                  <a:pt x="23053" y="6248"/>
                  <a:pt x="23193" y="6248"/>
                </a:cubicBezTo>
                <a:cubicBezTo>
                  <a:pt x="27214" y="6248"/>
                  <a:pt x="31039" y="7906"/>
                  <a:pt x="34701" y="9650"/>
                </a:cubicBezTo>
                <a:cubicBezTo>
                  <a:pt x="33127" y="8221"/>
                  <a:pt x="30379" y="7184"/>
                  <a:pt x="28833" y="6313"/>
                </a:cubicBezTo>
                <a:cubicBezTo>
                  <a:pt x="26139" y="4800"/>
                  <a:pt x="23411" y="3346"/>
                  <a:pt x="20651" y="1956"/>
                </a:cubicBezTo>
                <a:cubicBezTo>
                  <a:pt x="18900" y="1075"/>
                  <a:pt x="17031" y="200"/>
                  <a:pt x="15093" y="200"/>
                </a:cubicBezTo>
                <a:cubicBezTo>
                  <a:pt x="14903" y="200"/>
                  <a:pt x="14712" y="208"/>
                  <a:pt x="14521" y="226"/>
                </a:cubicBezTo>
                <a:cubicBezTo>
                  <a:pt x="13354" y="333"/>
                  <a:pt x="12244" y="783"/>
                  <a:pt x="11095" y="1014"/>
                </a:cubicBezTo>
                <a:cubicBezTo>
                  <a:pt x="10390" y="1154"/>
                  <a:pt x="9678" y="1211"/>
                  <a:pt x="8963" y="1211"/>
                </a:cubicBezTo>
                <a:cubicBezTo>
                  <a:pt x="7508" y="1211"/>
                  <a:pt x="6040" y="978"/>
                  <a:pt x="4597" y="744"/>
                </a:cubicBezTo>
                <a:cubicBezTo>
                  <a:pt x="3064" y="498"/>
                  <a:pt x="1533" y="251"/>
                  <a:pt x="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1"/>
          <p:cNvSpPr/>
          <p:nvPr/>
        </p:nvSpPr>
        <p:spPr>
          <a:xfrm>
            <a:off x="500"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1"/>
          <p:cNvSpPr/>
          <p:nvPr/>
        </p:nvSpPr>
        <p:spPr>
          <a:xfrm>
            <a:off x="1729775" y="4365325"/>
            <a:ext cx="684050" cy="273675"/>
          </a:xfrm>
          <a:custGeom>
            <a:rect b="b" l="l" r="r" t="t"/>
            <a:pathLst>
              <a:path extrusionOk="0" h="10947" w="27362">
                <a:moveTo>
                  <a:pt x="6610" y="0"/>
                </a:moveTo>
                <a:lnTo>
                  <a:pt x="6610" y="0"/>
                </a:lnTo>
                <a:cubicBezTo>
                  <a:pt x="6624" y="856"/>
                  <a:pt x="5769" y="1420"/>
                  <a:pt x="5078" y="1923"/>
                </a:cubicBezTo>
                <a:cubicBezTo>
                  <a:pt x="4387" y="2428"/>
                  <a:pt x="3717" y="3349"/>
                  <a:pt x="4189" y="4062"/>
                </a:cubicBezTo>
                <a:cubicBezTo>
                  <a:pt x="3175" y="4142"/>
                  <a:pt x="1970" y="4356"/>
                  <a:pt x="1574" y="5293"/>
                </a:cubicBezTo>
                <a:cubicBezTo>
                  <a:pt x="1427" y="5640"/>
                  <a:pt x="1427" y="6027"/>
                  <a:pt x="1361" y="6399"/>
                </a:cubicBezTo>
                <a:cubicBezTo>
                  <a:pt x="1189" y="7362"/>
                  <a:pt x="588" y="8186"/>
                  <a:pt x="0" y="8973"/>
                </a:cubicBezTo>
                <a:cubicBezTo>
                  <a:pt x="668" y="9486"/>
                  <a:pt x="1576" y="9505"/>
                  <a:pt x="2412" y="9613"/>
                </a:cubicBezTo>
                <a:cubicBezTo>
                  <a:pt x="3854" y="9799"/>
                  <a:pt x="5236" y="10306"/>
                  <a:pt x="6659" y="10590"/>
                </a:cubicBezTo>
                <a:cubicBezTo>
                  <a:pt x="8143" y="10884"/>
                  <a:pt x="9657" y="10936"/>
                  <a:pt x="11170" y="10936"/>
                </a:cubicBezTo>
                <a:cubicBezTo>
                  <a:pt x="11577" y="10936"/>
                  <a:pt x="11984" y="10932"/>
                  <a:pt x="12391" y="10928"/>
                </a:cubicBezTo>
                <a:cubicBezTo>
                  <a:pt x="15131" y="10903"/>
                  <a:pt x="17871" y="10878"/>
                  <a:pt x="20611" y="10850"/>
                </a:cubicBezTo>
                <a:cubicBezTo>
                  <a:pt x="20631" y="10850"/>
                  <a:pt x="20651" y="10850"/>
                  <a:pt x="20671" y="10850"/>
                </a:cubicBezTo>
                <a:cubicBezTo>
                  <a:pt x="21337" y="10850"/>
                  <a:pt x="22196" y="10947"/>
                  <a:pt x="23043" y="10947"/>
                </a:cubicBezTo>
                <a:cubicBezTo>
                  <a:pt x="24377" y="10947"/>
                  <a:pt x="25679" y="10706"/>
                  <a:pt x="26143" y="9468"/>
                </a:cubicBezTo>
                <a:cubicBezTo>
                  <a:pt x="27361" y="6225"/>
                  <a:pt x="24090" y="5130"/>
                  <a:pt x="21226" y="5130"/>
                </a:cubicBezTo>
                <a:cubicBezTo>
                  <a:pt x="20109" y="5130"/>
                  <a:pt x="19054" y="5296"/>
                  <a:pt x="18351" y="5567"/>
                </a:cubicBezTo>
                <a:cubicBezTo>
                  <a:pt x="17906" y="5737"/>
                  <a:pt x="17412" y="5925"/>
                  <a:pt x="16952" y="5925"/>
                </a:cubicBezTo>
                <a:cubicBezTo>
                  <a:pt x="16707" y="5925"/>
                  <a:pt x="16473" y="5872"/>
                  <a:pt x="16260" y="5736"/>
                </a:cubicBezTo>
                <a:cubicBezTo>
                  <a:pt x="16043" y="5597"/>
                  <a:pt x="15882" y="5383"/>
                  <a:pt x="15663" y="5246"/>
                </a:cubicBezTo>
                <a:cubicBezTo>
                  <a:pt x="15390" y="5072"/>
                  <a:pt x="15075" y="5035"/>
                  <a:pt x="14748" y="5035"/>
                </a:cubicBezTo>
                <a:cubicBezTo>
                  <a:pt x="14504" y="5035"/>
                  <a:pt x="14253" y="5056"/>
                  <a:pt x="14008" y="5056"/>
                </a:cubicBezTo>
                <a:cubicBezTo>
                  <a:pt x="13952" y="5056"/>
                  <a:pt x="13897" y="5055"/>
                  <a:pt x="13843" y="5052"/>
                </a:cubicBezTo>
                <a:cubicBezTo>
                  <a:pt x="12657" y="5000"/>
                  <a:pt x="11655" y="4201"/>
                  <a:pt x="10740" y="3440"/>
                </a:cubicBezTo>
                <a:cubicBezTo>
                  <a:pt x="9364" y="2293"/>
                  <a:pt x="7986" y="1145"/>
                  <a:pt x="661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1"/>
          <p:cNvSpPr/>
          <p:nvPr/>
        </p:nvSpPr>
        <p:spPr>
          <a:xfrm>
            <a:off x="1079675" y="4095400"/>
            <a:ext cx="352200" cy="513275"/>
          </a:xfrm>
          <a:custGeom>
            <a:rect b="b" l="l" r="r" t="t"/>
            <a:pathLst>
              <a:path extrusionOk="0" h="20531" w="14088">
                <a:moveTo>
                  <a:pt x="236" y="1"/>
                </a:moveTo>
                <a:cubicBezTo>
                  <a:pt x="1" y="412"/>
                  <a:pt x="67" y="924"/>
                  <a:pt x="179" y="1384"/>
                </a:cubicBezTo>
                <a:cubicBezTo>
                  <a:pt x="521" y="2792"/>
                  <a:pt x="1232" y="4107"/>
                  <a:pt x="2220" y="5168"/>
                </a:cubicBezTo>
                <a:cubicBezTo>
                  <a:pt x="1972" y="5168"/>
                  <a:pt x="1755" y="5419"/>
                  <a:pt x="1792" y="5663"/>
                </a:cubicBezTo>
                <a:cubicBezTo>
                  <a:pt x="1815" y="5828"/>
                  <a:pt x="1933" y="5963"/>
                  <a:pt x="2044" y="6088"/>
                </a:cubicBezTo>
                <a:cubicBezTo>
                  <a:pt x="2624" y="6736"/>
                  <a:pt x="3201" y="7382"/>
                  <a:pt x="3780" y="8030"/>
                </a:cubicBezTo>
                <a:cubicBezTo>
                  <a:pt x="4123" y="8411"/>
                  <a:pt x="4468" y="8799"/>
                  <a:pt x="4708" y="9253"/>
                </a:cubicBezTo>
                <a:cubicBezTo>
                  <a:pt x="5200" y="10183"/>
                  <a:pt x="5196" y="11287"/>
                  <a:pt x="5178" y="12336"/>
                </a:cubicBezTo>
                <a:cubicBezTo>
                  <a:pt x="5003" y="12294"/>
                  <a:pt x="4823" y="12252"/>
                  <a:pt x="4645" y="12252"/>
                </a:cubicBezTo>
                <a:cubicBezTo>
                  <a:pt x="4576" y="12252"/>
                  <a:pt x="4507" y="12259"/>
                  <a:pt x="4438" y="12273"/>
                </a:cubicBezTo>
                <a:cubicBezTo>
                  <a:pt x="4193" y="12324"/>
                  <a:pt x="3964" y="12520"/>
                  <a:pt x="3955" y="12768"/>
                </a:cubicBezTo>
                <a:cubicBezTo>
                  <a:pt x="3949" y="12960"/>
                  <a:pt x="4070" y="13129"/>
                  <a:pt x="4193" y="13272"/>
                </a:cubicBezTo>
                <a:cubicBezTo>
                  <a:pt x="4507" y="13634"/>
                  <a:pt x="4906" y="13976"/>
                  <a:pt x="4976" y="14448"/>
                </a:cubicBezTo>
                <a:cubicBezTo>
                  <a:pt x="5082" y="15151"/>
                  <a:pt x="4415" y="15783"/>
                  <a:pt x="4477" y="16487"/>
                </a:cubicBezTo>
                <a:cubicBezTo>
                  <a:pt x="4501" y="16732"/>
                  <a:pt x="4612" y="16973"/>
                  <a:pt x="4579" y="17218"/>
                </a:cubicBezTo>
                <a:cubicBezTo>
                  <a:pt x="4554" y="17384"/>
                  <a:pt x="4466" y="17533"/>
                  <a:pt x="4393" y="17681"/>
                </a:cubicBezTo>
                <a:cubicBezTo>
                  <a:pt x="4193" y="18091"/>
                  <a:pt x="4101" y="18549"/>
                  <a:pt x="4123" y="19001"/>
                </a:cubicBezTo>
                <a:cubicBezTo>
                  <a:pt x="4250" y="18995"/>
                  <a:pt x="4378" y="18992"/>
                  <a:pt x="4505" y="18992"/>
                </a:cubicBezTo>
                <a:cubicBezTo>
                  <a:pt x="5627" y="18992"/>
                  <a:pt x="6748" y="19223"/>
                  <a:pt x="7781" y="19664"/>
                </a:cubicBezTo>
                <a:cubicBezTo>
                  <a:pt x="8300" y="19887"/>
                  <a:pt x="8799" y="20163"/>
                  <a:pt x="9339" y="20324"/>
                </a:cubicBezTo>
                <a:cubicBezTo>
                  <a:pt x="9900" y="20493"/>
                  <a:pt x="10488" y="20530"/>
                  <a:pt x="11076" y="20530"/>
                </a:cubicBezTo>
                <a:cubicBezTo>
                  <a:pt x="11320" y="20530"/>
                  <a:pt x="11564" y="20524"/>
                  <a:pt x="11806" y="20518"/>
                </a:cubicBezTo>
                <a:cubicBezTo>
                  <a:pt x="12385" y="20500"/>
                  <a:pt x="13006" y="20475"/>
                  <a:pt x="13471" y="20132"/>
                </a:cubicBezTo>
                <a:cubicBezTo>
                  <a:pt x="14088" y="19678"/>
                  <a:pt x="13859" y="19183"/>
                  <a:pt x="13745" y="18590"/>
                </a:cubicBezTo>
                <a:cubicBezTo>
                  <a:pt x="13593" y="17777"/>
                  <a:pt x="13681" y="16867"/>
                  <a:pt x="13820" y="16061"/>
                </a:cubicBezTo>
                <a:cubicBezTo>
                  <a:pt x="13877" y="15738"/>
                  <a:pt x="13941" y="15372"/>
                  <a:pt x="13753" y="15104"/>
                </a:cubicBezTo>
                <a:cubicBezTo>
                  <a:pt x="13628" y="14926"/>
                  <a:pt x="13421" y="14830"/>
                  <a:pt x="13235" y="14714"/>
                </a:cubicBezTo>
                <a:cubicBezTo>
                  <a:pt x="12565" y="14303"/>
                  <a:pt x="12119" y="13546"/>
                  <a:pt x="12090" y="12759"/>
                </a:cubicBezTo>
                <a:cubicBezTo>
                  <a:pt x="12066" y="12111"/>
                  <a:pt x="12301" y="11436"/>
                  <a:pt x="12080" y="10825"/>
                </a:cubicBezTo>
                <a:cubicBezTo>
                  <a:pt x="11847" y="10179"/>
                  <a:pt x="11187" y="9811"/>
                  <a:pt x="10590" y="9470"/>
                </a:cubicBezTo>
                <a:cubicBezTo>
                  <a:pt x="9052" y="8595"/>
                  <a:pt x="7615" y="7542"/>
                  <a:pt x="6317" y="6342"/>
                </a:cubicBezTo>
                <a:cubicBezTo>
                  <a:pt x="5789" y="5853"/>
                  <a:pt x="5278" y="5334"/>
                  <a:pt x="4671" y="4945"/>
                </a:cubicBezTo>
                <a:cubicBezTo>
                  <a:pt x="4229" y="4661"/>
                  <a:pt x="3734" y="4450"/>
                  <a:pt x="3326" y="4121"/>
                </a:cubicBezTo>
                <a:cubicBezTo>
                  <a:pt x="2504" y="3457"/>
                  <a:pt x="2115" y="2410"/>
                  <a:pt x="1526" y="1533"/>
                </a:cubicBezTo>
                <a:cubicBezTo>
                  <a:pt x="1150" y="979"/>
                  <a:pt x="694" y="486"/>
                  <a:pt x="236"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1"/>
          <p:cNvSpPr/>
          <p:nvPr/>
        </p:nvSpPr>
        <p:spPr>
          <a:xfrm>
            <a:off x="1108400" y="3973350"/>
            <a:ext cx="544925" cy="433150"/>
          </a:xfrm>
          <a:custGeom>
            <a:rect b="b" l="l" r="r" t="t"/>
            <a:pathLst>
              <a:path extrusionOk="0" h="17326" w="21797">
                <a:moveTo>
                  <a:pt x="400" y="1"/>
                </a:moveTo>
                <a:lnTo>
                  <a:pt x="400" y="1"/>
                </a:lnTo>
                <a:cubicBezTo>
                  <a:pt x="441" y="298"/>
                  <a:pt x="371" y="635"/>
                  <a:pt x="157" y="1001"/>
                </a:cubicBezTo>
                <a:cubicBezTo>
                  <a:pt x="87" y="1121"/>
                  <a:pt x="1" y="1265"/>
                  <a:pt x="65" y="1391"/>
                </a:cubicBezTo>
                <a:cubicBezTo>
                  <a:pt x="99" y="1459"/>
                  <a:pt x="173" y="1498"/>
                  <a:pt x="242" y="1532"/>
                </a:cubicBezTo>
                <a:cubicBezTo>
                  <a:pt x="422" y="1626"/>
                  <a:pt x="606" y="1718"/>
                  <a:pt x="786" y="1813"/>
                </a:cubicBezTo>
                <a:cubicBezTo>
                  <a:pt x="936" y="1890"/>
                  <a:pt x="1085" y="1968"/>
                  <a:pt x="1234" y="2044"/>
                </a:cubicBezTo>
                <a:cubicBezTo>
                  <a:pt x="1299" y="2076"/>
                  <a:pt x="1367" y="2115"/>
                  <a:pt x="1396" y="2178"/>
                </a:cubicBezTo>
                <a:cubicBezTo>
                  <a:pt x="1436" y="2262"/>
                  <a:pt x="1398" y="2358"/>
                  <a:pt x="1391" y="2448"/>
                </a:cubicBezTo>
                <a:cubicBezTo>
                  <a:pt x="1371" y="2671"/>
                  <a:pt x="1535" y="2876"/>
                  <a:pt x="1731" y="2988"/>
                </a:cubicBezTo>
                <a:cubicBezTo>
                  <a:pt x="1927" y="3101"/>
                  <a:pt x="2152" y="3143"/>
                  <a:pt x="2365" y="3213"/>
                </a:cubicBezTo>
                <a:cubicBezTo>
                  <a:pt x="3041" y="3430"/>
                  <a:pt x="3598" y="3914"/>
                  <a:pt x="4058" y="4454"/>
                </a:cubicBezTo>
                <a:cubicBezTo>
                  <a:pt x="4516" y="4994"/>
                  <a:pt x="4892" y="5599"/>
                  <a:pt x="5325" y="6161"/>
                </a:cubicBezTo>
                <a:cubicBezTo>
                  <a:pt x="5423" y="6288"/>
                  <a:pt x="5526" y="6413"/>
                  <a:pt x="5658" y="6503"/>
                </a:cubicBezTo>
                <a:cubicBezTo>
                  <a:pt x="5752" y="6568"/>
                  <a:pt x="5857" y="6611"/>
                  <a:pt x="5939" y="6687"/>
                </a:cubicBezTo>
                <a:cubicBezTo>
                  <a:pt x="6026" y="6768"/>
                  <a:pt x="6078" y="6879"/>
                  <a:pt x="6125" y="6987"/>
                </a:cubicBezTo>
                <a:cubicBezTo>
                  <a:pt x="6356" y="7492"/>
                  <a:pt x="6548" y="8016"/>
                  <a:pt x="6705" y="8553"/>
                </a:cubicBezTo>
                <a:cubicBezTo>
                  <a:pt x="6812" y="8921"/>
                  <a:pt x="6828" y="9502"/>
                  <a:pt x="7192" y="9729"/>
                </a:cubicBezTo>
                <a:cubicBezTo>
                  <a:pt x="7276" y="9780"/>
                  <a:pt x="7378" y="9786"/>
                  <a:pt x="7476" y="9792"/>
                </a:cubicBezTo>
                <a:cubicBezTo>
                  <a:pt x="8190" y="9837"/>
                  <a:pt x="8895" y="10007"/>
                  <a:pt x="9549" y="10295"/>
                </a:cubicBezTo>
                <a:cubicBezTo>
                  <a:pt x="9780" y="10397"/>
                  <a:pt x="10015" y="10518"/>
                  <a:pt x="10185" y="10708"/>
                </a:cubicBezTo>
                <a:cubicBezTo>
                  <a:pt x="10279" y="10815"/>
                  <a:pt x="10355" y="10943"/>
                  <a:pt x="10471" y="11029"/>
                </a:cubicBezTo>
                <a:cubicBezTo>
                  <a:pt x="10613" y="11134"/>
                  <a:pt x="10787" y="11159"/>
                  <a:pt x="10970" y="11159"/>
                </a:cubicBezTo>
                <a:cubicBezTo>
                  <a:pt x="11123" y="11159"/>
                  <a:pt x="11282" y="11142"/>
                  <a:pt x="11434" y="11142"/>
                </a:cubicBezTo>
                <a:cubicBezTo>
                  <a:pt x="11625" y="11142"/>
                  <a:pt x="11806" y="11168"/>
                  <a:pt x="11949" y="11289"/>
                </a:cubicBezTo>
                <a:cubicBezTo>
                  <a:pt x="12195" y="11500"/>
                  <a:pt x="12185" y="11872"/>
                  <a:pt x="12225" y="12195"/>
                </a:cubicBezTo>
                <a:cubicBezTo>
                  <a:pt x="12293" y="12753"/>
                  <a:pt x="12557" y="13262"/>
                  <a:pt x="12759" y="13787"/>
                </a:cubicBezTo>
                <a:cubicBezTo>
                  <a:pt x="13133" y="14771"/>
                  <a:pt x="12751" y="15918"/>
                  <a:pt x="13368" y="16834"/>
                </a:cubicBezTo>
                <a:cubicBezTo>
                  <a:pt x="13567" y="17130"/>
                  <a:pt x="13945" y="17325"/>
                  <a:pt x="14289" y="17325"/>
                </a:cubicBezTo>
                <a:cubicBezTo>
                  <a:pt x="14504" y="17325"/>
                  <a:pt x="14707" y="17248"/>
                  <a:pt x="14843" y="17071"/>
                </a:cubicBezTo>
                <a:cubicBezTo>
                  <a:pt x="14975" y="16899"/>
                  <a:pt x="15014" y="16674"/>
                  <a:pt x="15037" y="16458"/>
                </a:cubicBezTo>
                <a:cubicBezTo>
                  <a:pt x="15131" y="15493"/>
                  <a:pt x="14926" y="14499"/>
                  <a:pt x="14456" y="13654"/>
                </a:cubicBezTo>
                <a:cubicBezTo>
                  <a:pt x="14666" y="13588"/>
                  <a:pt x="14872" y="13559"/>
                  <a:pt x="15073" y="13559"/>
                </a:cubicBezTo>
                <a:cubicBezTo>
                  <a:pt x="16880" y="13559"/>
                  <a:pt x="18370" y="15937"/>
                  <a:pt x="20334" y="16141"/>
                </a:cubicBezTo>
                <a:cubicBezTo>
                  <a:pt x="20745" y="14975"/>
                  <a:pt x="21156" y="13804"/>
                  <a:pt x="21567" y="12638"/>
                </a:cubicBezTo>
                <a:cubicBezTo>
                  <a:pt x="21659" y="12373"/>
                  <a:pt x="21751" y="12101"/>
                  <a:pt x="21796" y="11827"/>
                </a:cubicBezTo>
                <a:cubicBezTo>
                  <a:pt x="20189" y="11407"/>
                  <a:pt x="18641" y="10827"/>
                  <a:pt x="17249" y="9921"/>
                </a:cubicBezTo>
                <a:cubicBezTo>
                  <a:pt x="15689" y="8909"/>
                  <a:pt x="14405" y="7539"/>
                  <a:pt x="13011" y="6308"/>
                </a:cubicBezTo>
                <a:cubicBezTo>
                  <a:pt x="9435" y="3156"/>
                  <a:pt x="5045" y="1036"/>
                  <a:pt x="400"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1"/>
          <p:cNvSpPr/>
          <p:nvPr/>
        </p:nvSpPr>
        <p:spPr>
          <a:xfrm>
            <a:off x="19125"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1"/>
          <p:cNvSpPr/>
          <p:nvPr/>
        </p:nvSpPr>
        <p:spPr>
          <a:xfrm>
            <a:off x="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1"/>
          <p:cNvSpPr/>
          <p:nvPr/>
        </p:nvSpPr>
        <p:spPr>
          <a:xfrm>
            <a:off x="3981726" y="4670900"/>
            <a:ext cx="828384" cy="28025"/>
          </a:xfrm>
          <a:custGeom>
            <a:rect b="b" l="l" r="r" t="t"/>
            <a:pathLst>
              <a:path extrusionOk="0" h="1121" w="22863">
                <a:moveTo>
                  <a:pt x="2977" y="1"/>
                </a:moveTo>
                <a:cubicBezTo>
                  <a:pt x="1350" y="1"/>
                  <a:pt x="100" y="99"/>
                  <a:pt x="1" y="404"/>
                </a:cubicBezTo>
                <a:cubicBezTo>
                  <a:pt x="1581" y="972"/>
                  <a:pt x="3405" y="1121"/>
                  <a:pt x="5236" y="1121"/>
                </a:cubicBezTo>
                <a:cubicBezTo>
                  <a:pt x="6891" y="1121"/>
                  <a:pt x="8552" y="999"/>
                  <a:pt x="10044" y="954"/>
                </a:cubicBezTo>
                <a:cubicBezTo>
                  <a:pt x="14074" y="835"/>
                  <a:pt x="18106" y="718"/>
                  <a:pt x="22137" y="598"/>
                </a:cubicBezTo>
                <a:cubicBezTo>
                  <a:pt x="22442" y="588"/>
                  <a:pt x="22863" y="281"/>
                  <a:pt x="22618" y="99"/>
                </a:cubicBezTo>
                <a:lnTo>
                  <a:pt x="22618" y="99"/>
                </a:lnTo>
                <a:cubicBezTo>
                  <a:pt x="18856" y="244"/>
                  <a:pt x="15094" y="319"/>
                  <a:pt x="11332" y="319"/>
                </a:cubicBezTo>
                <a:cubicBezTo>
                  <a:pt x="11189" y="319"/>
                  <a:pt x="11046" y="318"/>
                  <a:pt x="10903" y="318"/>
                </a:cubicBezTo>
                <a:cubicBezTo>
                  <a:pt x="10031" y="317"/>
                  <a:pt x="5897" y="1"/>
                  <a:pt x="2977"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1"/>
          <p:cNvSpPr/>
          <p:nvPr/>
        </p:nvSpPr>
        <p:spPr>
          <a:xfrm>
            <a:off x="4145547" y="4804700"/>
            <a:ext cx="4998443" cy="336050"/>
          </a:xfrm>
          <a:custGeom>
            <a:rect b="b" l="l" r="r" t="t"/>
            <a:pathLst>
              <a:path extrusionOk="0" h="13442" w="91421">
                <a:moveTo>
                  <a:pt x="91421" y="1"/>
                </a:moveTo>
                <a:cubicBezTo>
                  <a:pt x="89696" y="531"/>
                  <a:pt x="87892" y="807"/>
                  <a:pt x="86085" y="807"/>
                </a:cubicBezTo>
                <a:cubicBezTo>
                  <a:pt x="86328" y="1537"/>
                  <a:pt x="87179" y="1882"/>
                  <a:pt x="87946" y="1913"/>
                </a:cubicBezTo>
                <a:cubicBezTo>
                  <a:pt x="88009" y="1915"/>
                  <a:pt x="88071" y="1917"/>
                  <a:pt x="88133" y="1917"/>
                </a:cubicBezTo>
                <a:cubicBezTo>
                  <a:pt x="88680" y="1917"/>
                  <a:pt x="89227" y="1829"/>
                  <a:pt x="89771" y="1829"/>
                </a:cubicBezTo>
                <a:cubicBezTo>
                  <a:pt x="89931" y="1829"/>
                  <a:pt x="90091" y="1837"/>
                  <a:pt x="90250" y="1856"/>
                </a:cubicBezTo>
                <a:cubicBezTo>
                  <a:pt x="90419" y="1878"/>
                  <a:pt x="90595" y="1919"/>
                  <a:pt x="90716" y="2036"/>
                </a:cubicBezTo>
                <a:cubicBezTo>
                  <a:pt x="91113" y="2422"/>
                  <a:pt x="90554" y="3056"/>
                  <a:pt x="90021" y="3215"/>
                </a:cubicBezTo>
                <a:cubicBezTo>
                  <a:pt x="89631" y="3332"/>
                  <a:pt x="89237" y="3382"/>
                  <a:pt x="88841" y="3382"/>
                </a:cubicBezTo>
                <a:cubicBezTo>
                  <a:pt x="87445" y="3382"/>
                  <a:pt x="86026" y="2766"/>
                  <a:pt x="84658" y="2322"/>
                </a:cubicBezTo>
                <a:cubicBezTo>
                  <a:pt x="81869" y="1414"/>
                  <a:pt x="78909" y="1214"/>
                  <a:pt x="75983" y="1018"/>
                </a:cubicBezTo>
                <a:cubicBezTo>
                  <a:pt x="72413" y="780"/>
                  <a:pt x="68846" y="541"/>
                  <a:pt x="65276" y="304"/>
                </a:cubicBezTo>
                <a:cubicBezTo>
                  <a:pt x="64949" y="282"/>
                  <a:pt x="64618" y="260"/>
                  <a:pt x="64289" y="260"/>
                </a:cubicBezTo>
                <a:cubicBezTo>
                  <a:pt x="63839" y="260"/>
                  <a:pt x="63392" y="301"/>
                  <a:pt x="62965" y="435"/>
                </a:cubicBezTo>
                <a:cubicBezTo>
                  <a:pt x="62223" y="668"/>
                  <a:pt x="61538" y="1247"/>
                  <a:pt x="61418" y="2017"/>
                </a:cubicBezTo>
                <a:cubicBezTo>
                  <a:pt x="67703" y="2072"/>
                  <a:pt x="73988" y="2130"/>
                  <a:pt x="80278" y="2187"/>
                </a:cubicBezTo>
                <a:cubicBezTo>
                  <a:pt x="81025" y="2195"/>
                  <a:pt x="81794" y="2205"/>
                  <a:pt x="82489" y="2488"/>
                </a:cubicBezTo>
                <a:cubicBezTo>
                  <a:pt x="83180" y="2772"/>
                  <a:pt x="83787" y="3397"/>
                  <a:pt x="83820" y="4144"/>
                </a:cubicBezTo>
                <a:cubicBezTo>
                  <a:pt x="81393" y="4152"/>
                  <a:pt x="78962" y="4156"/>
                  <a:pt x="76535" y="4164"/>
                </a:cubicBezTo>
                <a:cubicBezTo>
                  <a:pt x="76151" y="4683"/>
                  <a:pt x="77024" y="5203"/>
                  <a:pt x="77666" y="5268"/>
                </a:cubicBezTo>
                <a:cubicBezTo>
                  <a:pt x="78907" y="5393"/>
                  <a:pt x="80146" y="5515"/>
                  <a:pt x="81387" y="5640"/>
                </a:cubicBezTo>
                <a:cubicBezTo>
                  <a:pt x="81603" y="5661"/>
                  <a:pt x="81845" y="5697"/>
                  <a:pt x="81980" y="5865"/>
                </a:cubicBezTo>
                <a:cubicBezTo>
                  <a:pt x="82319" y="6290"/>
                  <a:pt x="81650" y="6789"/>
                  <a:pt x="81121" y="6914"/>
                </a:cubicBezTo>
                <a:cubicBezTo>
                  <a:pt x="77944" y="7665"/>
                  <a:pt x="74839" y="7808"/>
                  <a:pt x="71701" y="7808"/>
                </a:cubicBezTo>
                <a:cubicBezTo>
                  <a:pt x="69951" y="7808"/>
                  <a:pt x="68190" y="7763"/>
                  <a:pt x="66402" y="7756"/>
                </a:cubicBezTo>
                <a:cubicBezTo>
                  <a:pt x="60974" y="7734"/>
                  <a:pt x="55546" y="7625"/>
                  <a:pt x="50118" y="7558"/>
                </a:cubicBezTo>
                <a:cubicBezTo>
                  <a:pt x="50062" y="7557"/>
                  <a:pt x="50006" y="7557"/>
                  <a:pt x="49949" y="7557"/>
                </a:cubicBezTo>
                <a:cubicBezTo>
                  <a:pt x="48705" y="7557"/>
                  <a:pt x="47264" y="7737"/>
                  <a:pt x="46732" y="8836"/>
                </a:cubicBezTo>
                <a:cubicBezTo>
                  <a:pt x="46775" y="8836"/>
                  <a:pt x="46818" y="8836"/>
                  <a:pt x="46862" y="8836"/>
                </a:cubicBezTo>
                <a:cubicBezTo>
                  <a:pt x="50990" y="8836"/>
                  <a:pt x="55118" y="9392"/>
                  <a:pt x="59101" y="10478"/>
                </a:cubicBezTo>
                <a:cubicBezTo>
                  <a:pt x="54493" y="12390"/>
                  <a:pt x="49582" y="12954"/>
                  <a:pt x="44580" y="12954"/>
                </a:cubicBezTo>
                <a:cubicBezTo>
                  <a:pt x="39680" y="12954"/>
                  <a:pt x="34693" y="12413"/>
                  <a:pt x="29821" y="12064"/>
                </a:cubicBezTo>
                <a:cubicBezTo>
                  <a:pt x="25780" y="11776"/>
                  <a:pt x="21730" y="11633"/>
                  <a:pt x="17679" y="11633"/>
                </a:cubicBezTo>
                <a:cubicBezTo>
                  <a:pt x="12990" y="11633"/>
                  <a:pt x="8301" y="11825"/>
                  <a:pt x="3627" y="12211"/>
                </a:cubicBezTo>
                <a:cubicBezTo>
                  <a:pt x="2670" y="12289"/>
                  <a:pt x="1678" y="12387"/>
                  <a:pt x="840" y="12853"/>
                </a:cubicBezTo>
                <a:cubicBezTo>
                  <a:pt x="538" y="13019"/>
                  <a:pt x="266" y="13227"/>
                  <a:pt x="0" y="13442"/>
                </a:cubicBezTo>
                <a:lnTo>
                  <a:pt x="88500" y="13442"/>
                </a:lnTo>
                <a:cubicBezTo>
                  <a:pt x="90113" y="13442"/>
                  <a:pt x="91421" y="12132"/>
                  <a:pt x="91421" y="10521"/>
                </a:cubicBezTo>
                <a:lnTo>
                  <a:pt x="91421" y="1"/>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1"/>
          <p:cNvSpPr/>
          <p:nvPr/>
        </p:nvSpPr>
        <p:spPr>
          <a:xfrm>
            <a:off x="8574328" y="4710900"/>
            <a:ext cx="569495" cy="68350"/>
          </a:xfrm>
          <a:custGeom>
            <a:rect b="b" l="l" r="r" t="t"/>
            <a:pathLst>
              <a:path extrusionOk="0" h="2734" w="10416">
                <a:moveTo>
                  <a:pt x="3984" y="0"/>
                </a:moveTo>
                <a:cubicBezTo>
                  <a:pt x="3013" y="0"/>
                  <a:pt x="2053" y="76"/>
                  <a:pt x="1116" y="300"/>
                </a:cubicBezTo>
                <a:cubicBezTo>
                  <a:pt x="668" y="407"/>
                  <a:pt x="155" y="625"/>
                  <a:pt x="67" y="1077"/>
                </a:cubicBezTo>
                <a:cubicBezTo>
                  <a:pt x="1" y="1425"/>
                  <a:pt x="228" y="1768"/>
                  <a:pt x="500" y="1995"/>
                </a:cubicBezTo>
                <a:cubicBezTo>
                  <a:pt x="1187" y="2572"/>
                  <a:pt x="2146" y="2680"/>
                  <a:pt x="3042" y="2715"/>
                </a:cubicBezTo>
                <a:cubicBezTo>
                  <a:pt x="3372" y="2728"/>
                  <a:pt x="3702" y="2734"/>
                  <a:pt x="4031" y="2734"/>
                </a:cubicBezTo>
                <a:cubicBezTo>
                  <a:pt x="5406" y="2734"/>
                  <a:pt x="6780" y="2625"/>
                  <a:pt x="8137" y="2404"/>
                </a:cubicBezTo>
                <a:cubicBezTo>
                  <a:pt x="8559" y="2335"/>
                  <a:pt x="9028" y="2281"/>
                  <a:pt x="9483" y="2281"/>
                </a:cubicBezTo>
                <a:cubicBezTo>
                  <a:pt x="9808" y="2281"/>
                  <a:pt x="10126" y="2309"/>
                  <a:pt x="10416" y="2379"/>
                </a:cubicBezTo>
                <a:lnTo>
                  <a:pt x="10416" y="343"/>
                </a:lnTo>
                <a:cubicBezTo>
                  <a:pt x="10342" y="344"/>
                  <a:pt x="10268" y="344"/>
                  <a:pt x="10194" y="344"/>
                </a:cubicBezTo>
                <a:cubicBezTo>
                  <a:pt x="8160" y="344"/>
                  <a:pt x="6049" y="0"/>
                  <a:pt x="39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1"/>
          <p:cNvSpPr/>
          <p:nvPr/>
        </p:nvSpPr>
        <p:spPr>
          <a:xfrm>
            <a:off x="8892587" y="4599825"/>
            <a:ext cx="251341" cy="47975"/>
          </a:xfrm>
          <a:custGeom>
            <a:rect b="b" l="l" r="r" t="t"/>
            <a:pathLst>
              <a:path extrusionOk="0" h="1919" w="4597">
                <a:moveTo>
                  <a:pt x="4597" y="0"/>
                </a:moveTo>
                <a:cubicBezTo>
                  <a:pt x="3996" y="206"/>
                  <a:pt x="3361" y="316"/>
                  <a:pt x="2727" y="316"/>
                </a:cubicBezTo>
                <a:cubicBezTo>
                  <a:pt x="2549" y="316"/>
                  <a:pt x="2370" y="307"/>
                  <a:pt x="2193" y="290"/>
                </a:cubicBezTo>
                <a:cubicBezTo>
                  <a:pt x="1906" y="260"/>
                  <a:pt x="1613" y="211"/>
                  <a:pt x="1327" y="211"/>
                </a:cubicBezTo>
                <a:cubicBezTo>
                  <a:pt x="1156" y="211"/>
                  <a:pt x="987" y="228"/>
                  <a:pt x="823" y="278"/>
                </a:cubicBezTo>
                <a:cubicBezTo>
                  <a:pt x="383" y="409"/>
                  <a:pt x="1" y="889"/>
                  <a:pt x="171" y="1317"/>
                </a:cubicBezTo>
                <a:cubicBezTo>
                  <a:pt x="1637" y="1425"/>
                  <a:pt x="3166" y="1562"/>
                  <a:pt x="4597" y="1918"/>
                </a:cubicBezTo>
                <a:lnTo>
                  <a:pt x="4597" y="0"/>
                </a:ln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1"/>
          <p:cNvSpPr/>
          <p:nvPr/>
        </p:nvSpPr>
        <p:spPr>
          <a:xfrm>
            <a:off x="178550" y="4565350"/>
            <a:ext cx="3991590" cy="575450"/>
          </a:xfrm>
          <a:custGeom>
            <a:rect b="b" l="l" r="r" t="t"/>
            <a:pathLst>
              <a:path extrusionOk="0" h="23018" w="110166">
                <a:moveTo>
                  <a:pt x="52849" y="1"/>
                </a:moveTo>
                <a:cubicBezTo>
                  <a:pt x="45619" y="1"/>
                  <a:pt x="38376" y="66"/>
                  <a:pt x="31102" y="254"/>
                </a:cubicBezTo>
                <a:cubicBezTo>
                  <a:pt x="28597" y="318"/>
                  <a:pt x="26076" y="341"/>
                  <a:pt x="23546" y="341"/>
                </a:cubicBezTo>
                <a:cubicBezTo>
                  <a:pt x="17517" y="341"/>
                  <a:pt x="11435" y="208"/>
                  <a:pt x="5384" y="173"/>
                </a:cubicBezTo>
                <a:cubicBezTo>
                  <a:pt x="4877" y="371"/>
                  <a:pt x="4368" y="569"/>
                  <a:pt x="3867" y="778"/>
                </a:cubicBezTo>
                <a:cubicBezTo>
                  <a:pt x="2381" y="1393"/>
                  <a:pt x="764" y="2219"/>
                  <a:pt x="273" y="3748"/>
                </a:cubicBezTo>
                <a:cubicBezTo>
                  <a:pt x="1" y="4589"/>
                  <a:pt x="130" y="5505"/>
                  <a:pt x="338" y="6363"/>
                </a:cubicBezTo>
                <a:cubicBezTo>
                  <a:pt x="1483" y="11056"/>
                  <a:pt x="4967" y="14926"/>
                  <a:pt x="9087" y="17447"/>
                </a:cubicBezTo>
                <a:cubicBezTo>
                  <a:pt x="13207" y="19966"/>
                  <a:pt x="17944" y="21286"/>
                  <a:pt x="22665" y="22303"/>
                </a:cubicBezTo>
                <a:cubicBezTo>
                  <a:pt x="23865" y="22564"/>
                  <a:pt x="25077" y="22804"/>
                  <a:pt x="26292" y="23018"/>
                </a:cubicBezTo>
                <a:lnTo>
                  <a:pt x="42879" y="23018"/>
                </a:lnTo>
                <a:cubicBezTo>
                  <a:pt x="43703" y="22703"/>
                  <a:pt x="44496" y="22067"/>
                  <a:pt x="44177" y="21309"/>
                </a:cubicBezTo>
                <a:cubicBezTo>
                  <a:pt x="44020" y="20939"/>
                  <a:pt x="43635" y="20726"/>
                  <a:pt x="43270" y="20559"/>
                </a:cubicBezTo>
                <a:cubicBezTo>
                  <a:pt x="40511" y="19309"/>
                  <a:pt x="37394" y="19205"/>
                  <a:pt x="34421" y="18629"/>
                </a:cubicBezTo>
                <a:cubicBezTo>
                  <a:pt x="30275" y="17829"/>
                  <a:pt x="26371" y="16106"/>
                  <a:pt x="22577" y="14262"/>
                </a:cubicBezTo>
                <a:cubicBezTo>
                  <a:pt x="18721" y="12387"/>
                  <a:pt x="14936" y="10375"/>
                  <a:pt x="11150" y="8365"/>
                </a:cubicBezTo>
                <a:cubicBezTo>
                  <a:pt x="10880" y="8223"/>
                  <a:pt x="10695" y="7721"/>
                  <a:pt x="10958" y="7710"/>
                </a:cubicBezTo>
                <a:lnTo>
                  <a:pt x="10958" y="7710"/>
                </a:lnTo>
                <a:cubicBezTo>
                  <a:pt x="10970" y="7710"/>
                  <a:pt x="10983" y="7711"/>
                  <a:pt x="10995" y="7711"/>
                </a:cubicBezTo>
                <a:cubicBezTo>
                  <a:pt x="10985" y="7710"/>
                  <a:pt x="10976" y="7710"/>
                  <a:pt x="10967" y="7710"/>
                </a:cubicBezTo>
                <a:cubicBezTo>
                  <a:pt x="10964" y="7710"/>
                  <a:pt x="10961" y="7710"/>
                  <a:pt x="10958" y="7710"/>
                </a:cubicBezTo>
                <a:lnTo>
                  <a:pt x="10958" y="7710"/>
                </a:lnTo>
                <a:cubicBezTo>
                  <a:pt x="9946" y="7671"/>
                  <a:pt x="8932" y="7632"/>
                  <a:pt x="7918" y="7594"/>
                </a:cubicBezTo>
                <a:cubicBezTo>
                  <a:pt x="7604" y="6230"/>
                  <a:pt x="9216" y="5163"/>
                  <a:pt x="10625" y="5163"/>
                </a:cubicBezTo>
                <a:cubicBezTo>
                  <a:pt x="10654" y="5163"/>
                  <a:pt x="10683" y="5164"/>
                  <a:pt x="10712" y="5165"/>
                </a:cubicBezTo>
                <a:cubicBezTo>
                  <a:pt x="12102" y="5209"/>
                  <a:pt x="13431" y="5847"/>
                  <a:pt x="14819" y="5847"/>
                </a:cubicBezTo>
                <a:cubicBezTo>
                  <a:pt x="14855" y="5847"/>
                  <a:pt x="14891" y="5847"/>
                  <a:pt x="14928" y="5846"/>
                </a:cubicBezTo>
                <a:cubicBezTo>
                  <a:pt x="15973" y="5818"/>
                  <a:pt x="16963" y="5413"/>
                  <a:pt x="17979" y="5165"/>
                </a:cubicBezTo>
                <a:cubicBezTo>
                  <a:pt x="19168" y="4873"/>
                  <a:pt x="20388" y="4795"/>
                  <a:pt x="21618" y="4795"/>
                </a:cubicBezTo>
                <a:cubicBezTo>
                  <a:pt x="23019" y="4795"/>
                  <a:pt x="24433" y="4896"/>
                  <a:pt x="25831" y="4896"/>
                </a:cubicBezTo>
                <a:cubicBezTo>
                  <a:pt x="27241" y="4896"/>
                  <a:pt x="28633" y="4793"/>
                  <a:pt x="29978" y="4382"/>
                </a:cubicBezTo>
                <a:cubicBezTo>
                  <a:pt x="30753" y="4145"/>
                  <a:pt x="31499" y="3806"/>
                  <a:pt x="32299" y="3667"/>
                </a:cubicBezTo>
                <a:cubicBezTo>
                  <a:pt x="32601" y="3615"/>
                  <a:pt x="32904" y="3591"/>
                  <a:pt x="33208" y="3591"/>
                </a:cubicBezTo>
                <a:cubicBezTo>
                  <a:pt x="34216" y="3591"/>
                  <a:pt x="35229" y="3849"/>
                  <a:pt x="36197" y="4155"/>
                </a:cubicBezTo>
                <a:cubicBezTo>
                  <a:pt x="42741" y="6209"/>
                  <a:pt x="48969" y="10476"/>
                  <a:pt x="55670" y="10476"/>
                </a:cubicBezTo>
                <a:cubicBezTo>
                  <a:pt x="56324" y="10476"/>
                  <a:pt x="56983" y="10435"/>
                  <a:pt x="57647" y="10348"/>
                </a:cubicBezTo>
                <a:cubicBezTo>
                  <a:pt x="53603" y="9627"/>
                  <a:pt x="49595" y="8707"/>
                  <a:pt x="45641" y="7598"/>
                </a:cubicBezTo>
                <a:cubicBezTo>
                  <a:pt x="47304" y="6913"/>
                  <a:pt x="49104" y="6559"/>
                  <a:pt x="50901" y="6559"/>
                </a:cubicBezTo>
                <a:cubicBezTo>
                  <a:pt x="51307" y="6559"/>
                  <a:pt x="51713" y="6577"/>
                  <a:pt x="52118" y="6613"/>
                </a:cubicBezTo>
                <a:cubicBezTo>
                  <a:pt x="50317" y="6194"/>
                  <a:pt x="48518" y="5773"/>
                  <a:pt x="46717" y="5356"/>
                </a:cubicBezTo>
                <a:cubicBezTo>
                  <a:pt x="48619" y="4373"/>
                  <a:pt x="50761" y="3862"/>
                  <a:pt x="52902" y="3862"/>
                </a:cubicBezTo>
                <a:cubicBezTo>
                  <a:pt x="53658" y="3862"/>
                  <a:pt x="54414" y="3926"/>
                  <a:pt x="55159" y="4055"/>
                </a:cubicBezTo>
                <a:cubicBezTo>
                  <a:pt x="54414" y="3597"/>
                  <a:pt x="53664" y="3141"/>
                  <a:pt x="52918" y="2685"/>
                </a:cubicBezTo>
                <a:cubicBezTo>
                  <a:pt x="53834" y="2642"/>
                  <a:pt x="54750" y="2621"/>
                  <a:pt x="55667" y="2621"/>
                </a:cubicBezTo>
                <a:cubicBezTo>
                  <a:pt x="61298" y="2621"/>
                  <a:pt x="66930" y="3420"/>
                  <a:pt x="72335" y="4994"/>
                </a:cubicBezTo>
                <a:cubicBezTo>
                  <a:pt x="71770" y="4198"/>
                  <a:pt x="70848" y="3669"/>
                  <a:pt x="69877" y="3585"/>
                </a:cubicBezTo>
                <a:cubicBezTo>
                  <a:pt x="71029" y="3254"/>
                  <a:pt x="72223" y="3163"/>
                  <a:pt x="73425" y="3163"/>
                </a:cubicBezTo>
                <a:cubicBezTo>
                  <a:pt x="74142" y="3163"/>
                  <a:pt x="74862" y="3196"/>
                  <a:pt x="75577" y="3229"/>
                </a:cubicBezTo>
                <a:cubicBezTo>
                  <a:pt x="84941" y="3663"/>
                  <a:pt x="94307" y="4094"/>
                  <a:pt x="103671" y="4527"/>
                </a:cubicBezTo>
                <a:cubicBezTo>
                  <a:pt x="100637" y="3932"/>
                  <a:pt x="97603" y="3336"/>
                  <a:pt x="94571" y="2743"/>
                </a:cubicBezTo>
                <a:cubicBezTo>
                  <a:pt x="99351" y="678"/>
                  <a:pt x="105532" y="2434"/>
                  <a:pt x="110165" y="350"/>
                </a:cubicBezTo>
                <a:lnTo>
                  <a:pt x="110165" y="350"/>
                </a:lnTo>
                <a:cubicBezTo>
                  <a:pt x="109613" y="352"/>
                  <a:pt x="109059" y="352"/>
                  <a:pt x="108508" y="355"/>
                </a:cubicBezTo>
                <a:cubicBezTo>
                  <a:pt x="106973" y="362"/>
                  <a:pt x="105439" y="365"/>
                  <a:pt x="103907" y="365"/>
                </a:cubicBezTo>
                <a:cubicBezTo>
                  <a:pt x="86808" y="365"/>
                  <a:pt x="69866" y="1"/>
                  <a:pt x="52849"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1"/>
          <p:cNvSpPr/>
          <p:nvPr/>
        </p:nvSpPr>
        <p:spPr>
          <a:xfrm>
            <a:off x="2244311" y="4673250"/>
            <a:ext cx="1921808" cy="162825"/>
          </a:xfrm>
          <a:custGeom>
            <a:rect b="b" l="l" r="r" t="t"/>
            <a:pathLst>
              <a:path extrusionOk="0" h="6513" w="53041">
                <a:moveTo>
                  <a:pt x="22765" y="3794"/>
                </a:moveTo>
                <a:cubicBezTo>
                  <a:pt x="23297" y="3821"/>
                  <a:pt x="23829" y="3842"/>
                  <a:pt x="24361" y="3859"/>
                </a:cubicBezTo>
                <a:lnTo>
                  <a:pt x="24361" y="3859"/>
                </a:lnTo>
                <a:cubicBezTo>
                  <a:pt x="23830" y="3816"/>
                  <a:pt x="23298" y="3798"/>
                  <a:pt x="22765" y="3794"/>
                </a:cubicBezTo>
                <a:close/>
                <a:moveTo>
                  <a:pt x="322" y="1"/>
                </a:moveTo>
                <a:cubicBezTo>
                  <a:pt x="225" y="1"/>
                  <a:pt x="128" y="8"/>
                  <a:pt x="31" y="23"/>
                </a:cubicBezTo>
                <a:cubicBezTo>
                  <a:pt x="0" y="1661"/>
                  <a:pt x="6988" y="2792"/>
                  <a:pt x="8346" y="3060"/>
                </a:cubicBezTo>
                <a:cubicBezTo>
                  <a:pt x="11278" y="3641"/>
                  <a:pt x="14268" y="3938"/>
                  <a:pt x="17258" y="3938"/>
                </a:cubicBezTo>
                <a:cubicBezTo>
                  <a:pt x="17634" y="3938"/>
                  <a:pt x="18010" y="3933"/>
                  <a:pt x="18386" y="3924"/>
                </a:cubicBezTo>
                <a:cubicBezTo>
                  <a:pt x="19782" y="3891"/>
                  <a:pt x="21184" y="3794"/>
                  <a:pt x="22580" y="3794"/>
                </a:cubicBezTo>
                <a:cubicBezTo>
                  <a:pt x="22642" y="3794"/>
                  <a:pt x="22704" y="3794"/>
                  <a:pt x="22765" y="3794"/>
                </a:cubicBezTo>
                <a:lnTo>
                  <a:pt x="22765" y="3794"/>
                </a:lnTo>
                <a:cubicBezTo>
                  <a:pt x="17449" y="3531"/>
                  <a:pt x="12156" y="2821"/>
                  <a:pt x="6876" y="2113"/>
                </a:cubicBezTo>
                <a:cubicBezTo>
                  <a:pt x="5804" y="1970"/>
                  <a:pt x="4717" y="1823"/>
                  <a:pt x="3719" y="1412"/>
                </a:cubicBezTo>
                <a:cubicBezTo>
                  <a:pt x="2690" y="990"/>
                  <a:pt x="1482" y="1"/>
                  <a:pt x="322" y="1"/>
                </a:cubicBezTo>
                <a:close/>
                <a:moveTo>
                  <a:pt x="24361" y="3859"/>
                </a:moveTo>
                <a:cubicBezTo>
                  <a:pt x="24719" y="3888"/>
                  <a:pt x="25076" y="3928"/>
                  <a:pt x="25432" y="3982"/>
                </a:cubicBezTo>
                <a:cubicBezTo>
                  <a:pt x="26977" y="4217"/>
                  <a:pt x="28470" y="4707"/>
                  <a:pt x="30007" y="4987"/>
                </a:cubicBezTo>
                <a:cubicBezTo>
                  <a:pt x="32121" y="5368"/>
                  <a:pt x="34283" y="5343"/>
                  <a:pt x="36423" y="5533"/>
                </a:cubicBezTo>
                <a:cubicBezTo>
                  <a:pt x="38844" y="5748"/>
                  <a:pt x="41236" y="6237"/>
                  <a:pt x="43659" y="6425"/>
                </a:cubicBezTo>
                <a:cubicBezTo>
                  <a:pt x="44408" y="6484"/>
                  <a:pt x="45160" y="6513"/>
                  <a:pt x="45912" y="6513"/>
                </a:cubicBezTo>
                <a:cubicBezTo>
                  <a:pt x="48313" y="6513"/>
                  <a:pt x="50714" y="6216"/>
                  <a:pt x="53041" y="5631"/>
                </a:cubicBezTo>
                <a:cubicBezTo>
                  <a:pt x="52377" y="5349"/>
                  <a:pt x="51668" y="5262"/>
                  <a:pt x="50945" y="5262"/>
                </a:cubicBezTo>
                <a:cubicBezTo>
                  <a:pt x="50275" y="5262"/>
                  <a:pt x="49593" y="5337"/>
                  <a:pt x="48926" y="5401"/>
                </a:cubicBezTo>
                <a:cubicBezTo>
                  <a:pt x="47195" y="5571"/>
                  <a:pt x="45456" y="5655"/>
                  <a:pt x="43717" y="5655"/>
                </a:cubicBezTo>
                <a:cubicBezTo>
                  <a:pt x="40126" y="5655"/>
                  <a:pt x="36535" y="5295"/>
                  <a:pt x="33017" y="4579"/>
                </a:cubicBezTo>
                <a:cubicBezTo>
                  <a:pt x="32060" y="4388"/>
                  <a:pt x="31105" y="4164"/>
                  <a:pt x="30136" y="4045"/>
                </a:cubicBezTo>
                <a:cubicBezTo>
                  <a:pt x="28858" y="3888"/>
                  <a:pt x="27562" y="3906"/>
                  <a:pt x="26274" y="3898"/>
                </a:cubicBezTo>
                <a:cubicBezTo>
                  <a:pt x="25636" y="3893"/>
                  <a:pt x="24998" y="3880"/>
                  <a:pt x="24361" y="3859"/>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1"/>
          <p:cNvSpPr/>
          <p:nvPr/>
        </p:nvSpPr>
        <p:spPr>
          <a:xfrm>
            <a:off x="923200" y="4724475"/>
            <a:ext cx="527225" cy="129350"/>
          </a:xfrm>
          <a:custGeom>
            <a:rect b="b" l="l" r="r" t="t"/>
            <a:pathLst>
              <a:path extrusionOk="0" h="5174" w="21089">
                <a:moveTo>
                  <a:pt x="1174" y="0"/>
                </a:moveTo>
                <a:cubicBezTo>
                  <a:pt x="1132" y="0"/>
                  <a:pt x="1094" y="5"/>
                  <a:pt x="1061" y="15"/>
                </a:cubicBezTo>
                <a:cubicBezTo>
                  <a:pt x="0" y="344"/>
                  <a:pt x="2005" y="1853"/>
                  <a:pt x="2533" y="2037"/>
                </a:cubicBezTo>
                <a:cubicBezTo>
                  <a:pt x="3249" y="2284"/>
                  <a:pt x="4030" y="2252"/>
                  <a:pt x="4780" y="2382"/>
                </a:cubicBezTo>
                <a:cubicBezTo>
                  <a:pt x="6154" y="2622"/>
                  <a:pt x="7387" y="3396"/>
                  <a:pt x="8753" y="3683"/>
                </a:cubicBezTo>
                <a:cubicBezTo>
                  <a:pt x="10071" y="3961"/>
                  <a:pt x="11447" y="3771"/>
                  <a:pt x="12786" y="3926"/>
                </a:cubicBezTo>
                <a:cubicBezTo>
                  <a:pt x="14201" y="4088"/>
                  <a:pt x="15542" y="4633"/>
                  <a:pt x="16931" y="4948"/>
                </a:cubicBezTo>
                <a:cubicBezTo>
                  <a:pt x="17530" y="5084"/>
                  <a:pt x="18157" y="5173"/>
                  <a:pt x="18775" y="5173"/>
                </a:cubicBezTo>
                <a:cubicBezTo>
                  <a:pt x="19591" y="5173"/>
                  <a:pt x="20391" y="5017"/>
                  <a:pt x="21089" y="4603"/>
                </a:cubicBezTo>
                <a:cubicBezTo>
                  <a:pt x="18579" y="3908"/>
                  <a:pt x="15921" y="4087"/>
                  <a:pt x="13324" y="3897"/>
                </a:cubicBezTo>
                <a:cubicBezTo>
                  <a:pt x="10390" y="3681"/>
                  <a:pt x="7493" y="2977"/>
                  <a:pt x="4784" y="1830"/>
                </a:cubicBezTo>
                <a:cubicBezTo>
                  <a:pt x="4142" y="1557"/>
                  <a:pt x="1934" y="0"/>
                  <a:pt x="117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1"/>
          <p:cNvSpPr/>
          <p:nvPr/>
        </p:nvSpPr>
        <p:spPr>
          <a:xfrm>
            <a:off x="3952875" y="4953025"/>
            <a:ext cx="5191118" cy="147000"/>
          </a:xfrm>
          <a:custGeom>
            <a:rect b="b" l="l" r="r" t="t"/>
            <a:pathLst>
              <a:path extrusionOk="0" h="5880" w="94945">
                <a:moveTo>
                  <a:pt x="94943" y="762"/>
                </a:moveTo>
                <a:lnTo>
                  <a:pt x="94943" y="762"/>
                </a:lnTo>
                <a:lnTo>
                  <a:pt x="94943" y="762"/>
                </a:lnTo>
                <a:cubicBezTo>
                  <a:pt x="94943" y="762"/>
                  <a:pt x="94944" y="762"/>
                  <a:pt x="94945" y="762"/>
                </a:cubicBezTo>
                <a:close/>
                <a:moveTo>
                  <a:pt x="20999" y="1"/>
                </a:moveTo>
                <a:cubicBezTo>
                  <a:pt x="18619" y="1"/>
                  <a:pt x="16225" y="189"/>
                  <a:pt x="13847" y="308"/>
                </a:cubicBezTo>
                <a:cubicBezTo>
                  <a:pt x="11930" y="404"/>
                  <a:pt x="10009" y="453"/>
                  <a:pt x="8089" y="453"/>
                </a:cubicBezTo>
                <a:cubicBezTo>
                  <a:pt x="5390" y="453"/>
                  <a:pt x="2691" y="356"/>
                  <a:pt x="1" y="153"/>
                </a:cubicBezTo>
                <a:lnTo>
                  <a:pt x="1" y="153"/>
                </a:lnTo>
                <a:cubicBezTo>
                  <a:pt x="2583" y="578"/>
                  <a:pt x="5166" y="977"/>
                  <a:pt x="7762" y="1300"/>
                </a:cubicBezTo>
                <a:cubicBezTo>
                  <a:pt x="9895" y="1566"/>
                  <a:pt x="12037" y="1780"/>
                  <a:pt x="14176" y="1993"/>
                </a:cubicBezTo>
                <a:cubicBezTo>
                  <a:pt x="18469" y="2426"/>
                  <a:pt x="22763" y="2854"/>
                  <a:pt x="27054" y="3283"/>
                </a:cubicBezTo>
                <a:cubicBezTo>
                  <a:pt x="29508" y="3528"/>
                  <a:pt x="31989" y="3773"/>
                  <a:pt x="34454" y="3773"/>
                </a:cubicBezTo>
                <a:cubicBezTo>
                  <a:pt x="36311" y="3773"/>
                  <a:pt x="38159" y="3634"/>
                  <a:pt x="39978" y="3252"/>
                </a:cubicBezTo>
                <a:cubicBezTo>
                  <a:pt x="40856" y="3068"/>
                  <a:pt x="41740" y="2824"/>
                  <a:pt x="42633" y="2824"/>
                </a:cubicBezTo>
                <a:cubicBezTo>
                  <a:pt x="42737" y="2824"/>
                  <a:pt x="42842" y="2827"/>
                  <a:pt x="42947" y="2835"/>
                </a:cubicBezTo>
                <a:cubicBezTo>
                  <a:pt x="43928" y="2901"/>
                  <a:pt x="44854" y="3299"/>
                  <a:pt x="45803" y="3557"/>
                </a:cubicBezTo>
                <a:cubicBezTo>
                  <a:pt x="46995" y="3883"/>
                  <a:pt x="48209" y="3992"/>
                  <a:pt x="49436" y="3992"/>
                </a:cubicBezTo>
                <a:cubicBezTo>
                  <a:pt x="51949" y="3992"/>
                  <a:pt x="54515" y="3533"/>
                  <a:pt x="57048" y="3533"/>
                </a:cubicBezTo>
                <a:cubicBezTo>
                  <a:pt x="57150" y="3533"/>
                  <a:pt x="57252" y="3534"/>
                  <a:pt x="57354" y="3535"/>
                </a:cubicBezTo>
                <a:cubicBezTo>
                  <a:pt x="62165" y="3606"/>
                  <a:pt x="66825" y="5477"/>
                  <a:pt x="71630" y="5477"/>
                </a:cubicBezTo>
                <a:cubicBezTo>
                  <a:pt x="71722" y="5477"/>
                  <a:pt x="71814" y="5477"/>
                  <a:pt x="71907" y="5475"/>
                </a:cubicBezTo>
                <a:cubicBezTo>
                  <a:pt x="75299" y="5426"/>
                  <a:pt x="78814" y="4433"/>
                  <a:pt x="82146" y="4433"/>
                </a:cubicBezTo>
                <a:cubicBezTo>
                  <a:pt x="83767" y="4433"/>
                  <a:pt x="85344" y="4668"/>
                  <a:pt x="86843" y="5362"/>
                </a:cubicBezTo>
                <a:cubicBezTo>
                  <a:pt x="87317" y="5579"/>
                  <a:pt x="87789" y="5845"/>
                  <a:pt x="88307" y="5876"/>
                </a:cubicBezTo>
                <a:cubicBezTo>
                  <a:pt x="88344" y="5879"/>
                  <a:pt x="88381" y="5880"/>
                  <a:pt x="88418" y="5880"/>
                </a:cubicBezTo>
                <a:cubicBezTo>
                  <a:pt x="89089" y="5880"/>
                  <a:pt x="89706" y="5504"/>
                  <a:pt x="90331" y="5238"/>
                </a:cubicBezTo>
                <a:cubicBezTo>
                  <a:pt x="91088" y="4917"/>
                  <a:pt x="91909" y="4760"/>
                  <a:pt x="92731" y="4760"/>
                </a:cubicBezTo>
                <a:cubicBezTo>
                  <a:pt x="93465" y="4760"/>
                  <a:pt x="94200" y="4885"/>
                  <a:pt x="94892" y="5129"/>
                </a:cubicBezTo>
                <a:cubicBezTo>
                  <a:pt x="94923" y="4953"/>
                  <a:pt x="94943" y="4774"/>
                  <a:pt x="94943" y="4586"/>
                </a:cubicBezTo>
                <a:lnTo>
                  <a:pt x="94943" y="762"/>
                </a:lnTo>
                <a:lnTo>
                  <a:pt x="94943" y="762"/>
                </a:lnTo>
                <a:cubicBezTo>
                  <a:pt x="93802" y="1011"/>
                  <a:pt x="92668" y="1294"/>
                  <a:pt x="91523" y="1519"/>
                </a:cubicBezTo>
                <a:cubicBezTo>
                  <a:pt x="88157" y="2177"/>
                  <a:pt x="84708" y="2302"/>
                  <a:pt x="81280" y="2428"/>
                </a:cubicBezTo>
                <a:cubicBezTo>
                  <a:pt x="70478" y="2817"/>
                  <a:pt x="59679" y="3209"/>
                  <a:pt x="48876" y="3596"/>
                </a:cubicBezTo>
                <a:cubicBezTo>
                  <a:pt x="48495" y="3610"/>
                  <a:pt x="48109" y="3624"/>
                  <a:pt x="47724" y="3624"/>
                </a:cubicBezTo>
                <a:cubicBezTo>
                  <a:pt x="46689" y="3624"/>
                  <a:pt x="45658" y="3527"/>
                  <a:pt x="44727" y="3095"/>
                </a:cubicBezTo>
                <a:cubicBezTo>
                  <a:pt x="44042" y="2778"/>
                  <a:pt x="43433" y="2285"/>
                  <a:pt x="42701" y="2097"/>
                </a:cubicBezTo>
                <a:cubicBezTo>
                  <a:pt x="42449" y="2031"/>
                  <a:pt x="42195" y="2004"/>
                  <a:pt x="41940" y="2004"/>
                </a:cubicBezTo>
                <a:cubicBezTo>
                  <a:pt x="41071" y="2004"/>
                  <a:pt x="40188" y="2318"/>
                  <a:pt x="39322" y="2506"/>
                </a:cubicBezTo>
                <a:cubicBezTo>
                  <a:pt x="38588" y="2665"/>
                  <a:pt x="37854" y="2734"/>
                  <a:pt x="37120" y="2734"/>
                </a:cubicBezTo>
                <a:cubicBezTo>
                  <a:pt x="33605" y="2734"/>
                  <a:pt x="30092" y="1161"/>
                  <a:pt x="26560" y="474"/>
                </a:cubicBezTo>
                <a:cubicBezTo>
                  <a:pt x="24725" y="117"/>
                  <a:pt x="22866" y="1"/>
                  <a:pt x="20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1"/>
          <p:cNvSpPr/>
          <p:nvPr/>
        </p:nvSpPr>
        <p:spPr>
          <a:xfrm>
            <a:off x="269575" y="4710950"/>
            <a:ext cx="1420525" cy="429800"/>
          </a:xfrm>
          <a:custGeom>
            <a:rect b="b" l="l" r="r" t="t"/>
            <a:pathLst>
              <a:path extrusionOk="0" h="17192" w="56821">
                <a:moveTo>
                  <a:pt x="600" y="0"/>
                </a:moveTo>
                <a:cubicBezTo>
                  <a:pt x="236" y="351"/>
                  <a:pt x="1" y="779"/>
                  <a:pt x="81" y="1269"/>
                </a:cubicBezTo>
                <a:cubicBezTo>
                  <a:pt x="147" y="1672"/>
                  <a:pt x="429" y="2005"/>
                  <a:pt x="707" y="2300"/>
                </a:cubicBezTo>
                <a:cubicBezTo>
                  <a:pt x="3093" y="4825"/>
                  <a:pt x="6307" y="6368"/>
                  <a:pt x="9447" y="7855"/>
                </a:cubicBezTo>
                <a:cubicBezTo>
                  <a:pt x="14430" y="10220"/>
                  <a:pt x="19426" y="12582"/>
                  <a:pt x="24599" y="14493"/>
                </a:cubicBezTo>
                <a:cubicBezTo>
                  <a:pt x="27337" y="15505"/>
                  <a:pt x="30123" y="16381"/>
                  <a:pt x="32925" y="17192"/>
                </a:cubicBezTo>
                <a:lnTo>
                  <a:pt x="56821" y="17192"/>
                </a:lnTo>
                <a:cubicBezTo>
                  <a:pt x="55652" y="17004"/>
                  <a:pt x="54484" y="16832"/>
                  <a:pt x="53308" y="16687"/>
                </a:cubicBezTo>
                <a:cubicBezTo>
                  <a:pt x="48663" y="16121"/>
                  <a:pt x="43973" y="15945"/>
                  <a:pt x="39344" y="15248"/>
                </a:cubicBezTo>
                <a:cubicBezTo>
                  <a:pt x="29555" y="13780"/>
                  <a:pt x="20273" y="10040"/>
                  <a:pt x="11099" y="6330"/>
                </a:cubicBezTo>
                <a:lnTo>
                  <a:pt x="2569" y="2882"/>
                </a:lnTo>
                <a:cubicBezTo>
                  <a:pt x="1698" y="2529"/>
                  <a:pt x="725" y="2063"/>
                  <a:pt x="472" y="1161"/>
                </a:cubicBezTo>
                <a:cubicBezTo>
                  <a:pt x="351" y="725"/>
                  <a:pt x="412" y="339"/>
                  <a:pt x="600"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1"/>
          <p:cNvSpPr/>
          <p:nvPr/>
        </p:nvSpPr>
        <p:spPr>
          <a:xfrm flipH="1">
            <a:off x="6361500" y="4565250"/>
            <a:ext cx="2858400" cy="575550"/>
          </a:xfrm>
          <a:custGeom>
            <a:rect b="b" l="l" r="r" t="t"/>
            <a:pathLst>
              <a:path extrusionOk="0" h="23022" w="114336">
                <a:moveTo>
                  <a:pt x="60088" y="1"/>
                </a:moveTo>
                <a:cubicBezTo>
                  <a:pt x="52820" y="1"/>
                  <a:pt x="45539" y="67"/>
                  <a:pt x="38226" y="256"/>
                </a:cubicBezTo>
                <a:cubicBezTo>
                  <a:pt x="35709" y="321"/>
                  <a:pt x="33175" y="345"/>
                  <a:pt x="30633" y="345"/>
                </a:cubicBezTo>
                <a:cubicBezTo>
                  <a:pt x="23743" y="345"/>
                  <a:pt x="16782" y="170"/>
                  <a:pt x="9878" y="170"/>
                </a:cubicBezTo>
                <a:cubicBezTo>
                  <a:pt x="6845" y="170"/>
                  <a:pt x="3822" y="204"/>
                  <a:pt x="822" y="301"/>
                </a:cubicBezTo>
                <a:cubicBezTo>
                  <a:pt x="539" y="393"/>
                  <a:pt x="264" y="502"/>
                  <a:pt x="0" y="630"/>
                </a:cubicBezTo>
                <a:lnTo>
                  <a:pt x="0" y="20101"/>
                </a:lnTo>
                <a:cubicBezTo>
                  <a:pt x="0" y="21716"/>
                  <a:pt x="1310" y="23022"/>
                  <a:pt x="2923" y="23022"/>
                </a:cubicBezTo>
                <a:lnTo>
                  <a:pt x="67594" y="23022"/>
                </a:lnTo>
                <a:cubicBezTo>
                  <a:pt x="66425" y="22834"/>
                  <a:pt x="65257" y="22664"/>
                  <a:pt x="64080" y="22519"/>
                </a:cubicBezTo>
                <a:cubicBezTo>
                  <a:pt x="59434" y="21949"/>
                  <a:pt x="54744" y="21773"/>
                  <a:pt x="50117" y="21080"/>
                </a:cubicBezTo>
                <a:cubicBezTo>
                  <a:pt x="40328" y="19612"/>
                  <a:pt x="31048" y="15872"/>
                  <a:pt x="21872" y="12162"/>
                </a:cubicBezTo>
                <a:lnTo>
                  <a:pt x="13344" y="8711"/>
                </a:lnTo>
                <a:cubicBezTo>
                  <a:pt x="12473" y="8359"/>
                  <a:pt x="11498" y="7895"/>
                  <a:pt x="11245" y="6991"/>
                </a:cubicBezTo>
                <a:cubicBezTo>
                  <a:pt x="10756" y="5239"/>
                  <a:pt x="13210" y="4276"/>
                  <a:pt x="15023" y="4143"/>
                </a:cubicBezTo>
                <a:cubicBezTo>
                  <a:pt x="30959" y="2979"/>
                  <a:pt x="46914" y="1810"/>
                  <a:pt x="62889" y="1810"/>
                </a:cubicBezTo>
                <a:cubicBezTo>
                  <a:pt x="64185" y="1810"/>
                  <a:pt x="65480" y="1817"/>
                  <a:pt x="66776" y="1833"/>
                </a:cubicBezTo>
                <a:cubicBezTo>
                  <a:pt x="74517" y="1929"/>
                  <a:pt x="82257" y="2319"/>
                  <a:pt x="89994" y="2319"/>
                </a:cubicBezTo>
                <a:cubicBezTo>
                  <a:pt x="92245" y="2319"/>
                  <a:pt x="94495" y="2286"/>
                  <a:pt x="96745" y="2203"/>
                </a:cubicBezTo>
                <a:cubicBezTo>
                  <a:pt x="102635" y="1988"/>
                  <a:pt x="108513" y="1256"/>
                  <a:pt x="114336" y="361"/>
                </a:cubicBezTo>
                <a:cubicBezTo>
                  <a:pt x="114211" y="348"/>
                  <a:pt x="114086" y="343"/>
                  <a:pt x="113961" y="343"/>
                </a:cubicBezTo>
                <a:cubicBezTo>
                  <a:pt x="113637" y="343"/>
                  <a:pt x="113313" y="376"/>
                  <a:pt x="112990" y="376"/>
                </a:cubicBezTo>
                <a:cubicBezTo>
                  <a:pt x="112878" y="376"/>
                  <a:pt x="112766" y="372"/>
                  <a:pt x="112654" y="361"/>
                </a:cubicBezTo>
                <a:cubicBezTo>
                  <a:pt x="112131" y="362"/>
                  <a:pt x="111609" y="362"/>
                  <a:pt x="111086" y="362"/>
                </a:cubicBezTo>
                <a:cubicBezTo>
                  <a:pt x="94007" y="362"/>
                  <a:pt x="77085" y="1"/>
                  <a:pt x="600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1"/>
          <p:cNvSpPr/>
          <p:nvPr/>
        </p:nvSpPr>
        <p:spPr>
          <a:xfrm flipH="1">
            <a:off x="7153825" y="3991750"/>
            <a:ext cx="1989675" cy="783600"/>
          </a:xfrm>
          <a:custGeom>
            <a:rect b="b" l="l" r="r" t="t"/>
            <a:pathLst>
              <a:path extrusionOk="0" h="31344" w="79587">
                <a:moveTo>
                  <a:pt x="28881" y="1"/>
                </a:moveTo>
                <a:lnTo>
                  <a:pt x="28881" y="1"/>
                </a:lnTo>
                <a:cubicBezTo>
                  <a:pt x="27258" y="539"/>
                  <a:pt x="25683" y="1222"/>
                  <a:pt x="24185" y="2060"/>
                </a:cubicBezTo>
                <a:cubicBezTo>
                  <a:pt x="23134" y="2651"/>
                  <a:pt x="22107" y="3313"/>
                  <a:pt x="20952" y="3661"/>
                </a:cubicBezTo>
                <a:cubicBezTo>
                  <a:pt x="19824" y="4003"/>
                  <a:pt x="18634" y="4028"/>
                  <a:pt x="17451" y="4028"/>
                </a:cubicBezTo>
                <a:cubicBezTo>
                  <a:pt x="17253" y="4028"/>
                  <a:pt x="17055" y="4027"/>
                  <a:pt x="16858" y="4027"/>
                </a:cubicBezTo>
                <a:cubicBezTo>
                  <a:pt x="16824" y="4027"/>
                  <a:pt x="16791" y="4027"/>
                  <a:pt x="16757" y="4027"/>
                </a:cubicBezTo>
                <a:cubicBezTo>
                  <a:pt x="11547" y="4043"/>
                  <a:pt x="6338" y="4767"/>
                  <a:pt x="1321" y="6176"/>
                </a:cubicBezTo>
                <a:cubicBezTo>
                  <a:pt x="881" y="6302"/>
                  <a:pt x="431" y="6441"/>
                  <a:pt x="0" y="6613"/>
                </a:cubicBezTo>
                <a:lnTo>
                  <a:pt x="0" y="7873"/>
                </a:lnTo>
                <a:cubicBezTo>
                  <a:pt x="1781" y="8175"/>
                  <a:pt x="3562" y="8476"/>
                  <a:pt x="5342" y="8778"/>
                </a:cubicBezTo>
                <a:cubicBezTo>
                  <a:pt x="5825" y="8860"/>
                  <a:pt x="6373" y="8983"/>
                  <a:pt x="6624" y="9406"/>
                </a:cubicBezTo>
                <a:cubicBezTo>
                  <a:pt x="7092" y="10197"/>
                  <a:pt x="6086" y="11082"/>
                  <a:pt x="5185" y="11248"/>
                </a:cubicBezTo>
                <a:cubicBezTo>
                  <a:pt x="4283" y="11414"/>
                  <a:pt x="3208" y="11373"/>
                  <a:pt x="2643" y="12095"/>
                </a:cubicBezTo>
                <a:cubicBezTo>
                  <a:pt x="3611" y="12278"/>
                  <a:pt x="3621" y="13839"/>
                  <a:pt x="2821" y="14419"/>
                </a:cubicBezTo>
                <a:cubicBezTo>
                  <a:pt x="2365" y="14750"/>
                  <a:pt x="1813" y="14853"/>
                  <a:pt x="1243" y="14853"/>
                </a:cubicBezTo>
                <a:cubicBezTo>
                  <a:pt x="829" y="14853"/>
                  <a:pt x="405" y="14799"/>
                  <a:pt x="0" y="14738"/>
                </a:cubicBezTo>
                <a:lnTo>
                  <a:pt x="0" y="29626"/>
                </a:lnTo>
                <a:cubicBezTo>
                  <a:pt x="939" y="29925"/>
                  <a:pt x="1963" y="30060"/>
                  <a:pt x="2976" y="30060"/>
                </a:cubicBezTo>
                <a:cubicBezTo>
                  <a:pt x="3504" y="30060"/>
                  <a:pt x="4030" y="30024"/>
                  <a:pt x="4539" y="29954"/>
                </a:cubicBezTo>
                <a:cubicBezTo>
                  <a:pt x="7459" y="29553"/>
                  <a:pt x="10291" y="28394"/>
                  <a:pt x="13229" y="28394"/>
                </a:cubicBezTo>
                <a:cubicBezTo>
                  <a:pt x="13353" y="28394"/>
                  <a:pt x="13477" y="28396"/>
                  <a:pt x="13602" y="28400"/>
                </a:cubicBezTo>
                <a:cubicBezTo>
                  <a:pt x="16841" y="28510"/>
                  <a:pt x="19828" y="30097"/>
                  <a:pt x="22989" y="30820"/>
                </a:cubicBezTo>
                <a:cubicBezTo>
                  <a:pt x="24696" y="31210"/>
                  <a:pt x="26434" y="31344"/>
                  <a:pt x="28183" y="31344"/>
                </a:cubicBezTo>
                <a:cubicBezTo>
                  <a:pt x="30293" y="31344"/>
                  <a:pt x="32420" y="31149"/>
                  <a:pt x="34524" y="30974"/>
                </a:cubicBezTo>
                <a:cubicBezTo>
                  <a:pt x="41455" y="30397"/>
                  <a:pt x="48404" y="30045"/>
                  <a:pt x="55356" y="29919"/>
                </a:cubicBezTo>
                <a:cubicBezTo>
                  <a:pt x="61510" y="29810"/>
                  <a:pt x="67770" y="29861"/>
                  <a:pt x="73666" y="28097"/>
                </a:cubicBezTo>
                <a:cubicBezTo>
                  <a:pt x="75182" y="27643"/>
                  <a:pt x="76709" y="27042"/>
                  <a:pt x="77833" y="25928"/>
                </a:cubicBezTo>
                <a:cubicBezTo>
                  <a:pt x="78956" y="24814"/>
                  <a:pt x="79587" y="23078"/>
                  <a:pt x="79015" y="21602"/>
                </a:cubicBezTo>
                <a:cubicBezTo>
                  <a:pt x="77373" y="21043"/>
                  <a:pt x="75731" y="20485"/>
                  <a:pt x="74088" y="19925"/>
                </a:cubicBezTo>
                <a:cubicBezTo>
                  <a:pt x="74133" y="19304"/>
                  <a:pt x="74331" y="18698"/>
                  <a:pt x="74660" y="18169"/>
                </a:cubicBezTo>
                <a:cubicBezTo>
                  <a:pt x="73289" y="17861"/>
                  <a:pt x="71884" y="17706"/>
                  <a:pt x="70479" y="17706"/>
                </a:cubicBezTo>
                <a:cubicBezTo>
                  <a:pt x="69913" y="17706"/>
                  <a:pt x="69346" y="17731"/>
                  <a:pt x="68782" y="17782"/>
                </a:cubicBezTo>
                <a:cubicBezTo>
                  <a:pt x="68689" y="18761"/>
                  <a:pt x="67691" y="19460"/>
                  <a:pt x="66735" y="19460"/>
                </a:cubicBezTo>
                <a:cubicBezTo>
                  <a:pt x="66376" y="19460"/>
                  <a:pt x="66023" y="19362"/>
                  <a:pt x="65726" y="19142"/>
                </a:cubicBezTo>
                <a:lnTo>
                  <a:pt x="65726" y="19142"/>
                </a:lnTo>
                <a:cubicBezTo>
                  <a:pt x="65991" y="19647"/>
                  <a:pt x="65584" y="20299"/>
                  <a:pt x="65045" y="20487"/>
                </a:cubicBezTo>
                <a:cubicBezTo>
                  <a:pt x="64867" y="20549"/>
                  <a:pt x="64682" y="20575"/>
                  <a:pt x="64495" y="20575"/>
                </a:cubicBezTo>
                <a:cubicBezTo>
                  <a:pt x="64119" y="20575"/>
                  <a:pt x="63734" y="20470"/>
                  <a:pt x="63372" y="20346"/>
                </a:cubicBezTo>
                <a:cubicBezTo>
                  <a:pt x="61978" y="19870"/>
                  <a:pt x="60671" y="19142"/>
                  <a:pt x="59535" y="18206"/>
                </a:cubicBezTo>
                <a:cubicBezTo>
                  <a:pt x="59318" y="18860"/>
                  <a:pt x="59099" y="19510"/>
                  <a:pt x="58880" y="20164"/>
                </a:cubicBezTo>
                <a:cubicBezTo>
                  <a:pt x="58729" y="20181"/>
                  <a:pt x="58577" y="20190"/>
                  <a:pt x="58425" y="20190"/>
                </a:cubicBezTo>
                <a:cubicBezTo>
                  <a:pt x="57547" y="20190"/>
                  <a:pt x="56669" y="19904"/>
                  <a:pt x="55963" y="19379"/>
                </a:cubicBezTo>
                <a:cubicBezTo>
                  <a:pt x="55920" y="19899"/>
                  <a:pt x="55693" y="20404"/>
                  <a:pt x="55331" y="20780"/>
                </a:cubicBezTo>
                <a:cubicBezTo>
                  <a:pt x="54479" y="20496"/>
                  <a:pt x="53628" y="20215"/>
                  <a:pt x="52773" y="19931"/>
                </a:cubicBezTo>
                <a:cubicBezTo>
                  <a:pt x="52446" y="19823"/>
                  <a:pt x="52117" y="19714"/>
                  <a:pt x="51810" y="19565"/>
                </a:cubicBezTo>
                <a:cubicBezTo>
                  <a:pt x="49968" y="18682"/>
                  <a:pt x="49059" y="16564"/>
                  <a:pt x="48682" y="14556"/>
                </a:cubicBezTo>
                <a:cubicBezTo>
                  <a:pt x="48242" y="14777"/>
                  <a:pt x="47758" y="14881"/>
                  <a:pt x="47273" y="14881"/>
                </a:cubicBezTo>
                <a:cubicBezTo>
                  <a:pt x="46810" y="14881"/>
                  <a:pt x="46345" y="14786"/>
                  <a:pt x="45916" y="14607"/>
                </a:cubicBezTo>
                <a:cubicBezTo>
                  <a:pt x="45538" y="14451"/>
                  <a:pt x="45161" y="14251"/>
                  <a:pt x="44794" y="14251"/>
                </a:cubicBezTo>
                <a:cubicBezTo>
                  <a:pt x="44535" y="14251"/>
                  <a:pt x="44281" y="14350"/>
                  <a:pt x="44037" y="14634"/>
                </a:cubicBezTo>
                <a:cubicBezTo>
                  <a:pt x="43829" y="14871"/>
                  <a:pt x="43710" y="15198"/>
                  <a:pt x="43436" y="15349"/>
                </a:cubicBezTo>
                <a:cubicBezTo>
                  <a:pt x="43275" y="15437"/>
                  <a:pt x="43082" y="15452"/>
                  <a:pt x="42896" y="15452"/>
                </a:cubicBezTo>
                <a:cubicBezTo>
                  <a:pt x="42496" y="15452"/>
                  <a:pt x="42072" y="15390"/>
                  <a:pt x="41768" y="15131"/>
                </a:cubicBezTo>
                <a:cubicBezTo>
                  <a:pt x="41465" y="14871"/>
                  <a:pt x="41349" y="14362"/>
                  <a:pt x="41620" y="14068"/>
                </a:cubicBezTo>
                <a:cubicBezTo>
                  <a:pt x="42083" y="14027"/>
                  <a:pt x="42536" y="13871"/>
                  <a:pt x="42925" y="13614"/>
                </a:cubicBezTo>
                <a:cubicBezTo>
                  <a:pt x="42228" y="12401"/>
                  <a:pt x="40946" y="11540"/>
                  <a:pt x="39558" y="11352"/>
                </a:cubicBezTo>
                <a:cubicBezTo>
                  <a:pt x="39124" y="11293"/>
                  <a:pt x="38680" y="11295"/>
                  <a:pt x="38249" y="11211"/>
                </a:cubicBezTo>
                <a:cubicBezTo>
                  <a:pt x="37550" y="11078"/>
                  <a:pt x="36894" y="10710"/>
                  <a:pt x="36415" y="10179"/>
                </a:cubicBezTo>
                <a:cubicBezTo>
                  <a:pt x="35857" y="11485"/>
                  <a:pt x="35058" y="13667"/>
                  <a:pt x="33757" y="14358"/>
                </a:cubicBezTo>
                <a:cubicBezTo>
                  <a:pt x="32514" y="15016"/>
                  <a:pt x="30913" y="15151"/>
                  <a:pt x="29975" y="16304"/>
                </a:cubicBezTo>
                <a:cubicBezTo>
                  <a:pt x="29539" y="16836"/>
                  <a:pt x="29323" y="17549"/>
                  <a:pt x="28793" y="17989"/>
                </a:cubicBezTo>
                <a:cubicBezTo>
                  <a:pt x="28591" y="18157"/>
                  <a:pt x="28312" y="18239"/>
                  <a:pt x="28042" y="18239"/>
                </a:cubicBezTo>
                <a:cubicBezTo>
                  <a:pt x="27604" y="18239"/>
                  <a:pt x="27192" y="18021"/>
                  <a:pt x="27180" y="17596"/>
                </a:cubicBezTo>
                <a:cubicBezTo>
                  <a:pt x="27693" y="16918"/>
                  <a:pt x="28227" y="16165"/>
                  <a:pt x="28198" y="15317"/>
                </a:cubicBezTo>
                <a:cubicBezTo>
                  <a:pt x="28186" y="14981"/>
                  <a:pt x="28008" y="14491"/>
                  <a:pt x="27712" y="14296"/>
                </a:cubicBezTo>
                <a:cubicBezTo>
                  <a:pt x="27575" y="14205"/>
                  <a:pt x="27483" y="14182"/>
                  <a:pt x="27400" y="14182"/>
                </a:cubicBezTo>
                <a:cubicBezTo>
                  <a:pt x="27311" y="14182"/>
                  <a:pt x="27232" y="14208"/>
                  <a:pt x="27119" y="14208"/>
                </a:cubicBezTo>
                <a:cubicBezTo>
                  <a:pt x="27073" y="14208"/>
                  <a:pt x="27021" y="14204"/>
                  <a:pt x="26961" y="14192"/>
                </a:cubicBezTo>
                <a:cubicBezTo>
                  <a:pt x="26295" y="14061"/>
                  <a:pt x="25814" y="13593"/>
                  <a:pt x="25644" y="12920"/>
                </a:cubicBezTo>
                <a:cubicBezTo>
                  <a:pt x="25456" y="12174"/>
                  <a:pt x="25587" y="11375"/>
                  <a:pt x="25415" y="10625"/>
                </a:cubicBezTo>
                <a:cubicBezTo>
                  <a:pt x="25360" y="10387"/>
                  <a:pt x="25276" y="10156"/>
                  <a:pt x="25262" y="9911"/>
                </a:cubicBezTo>
                <a:cubicBezTo>
                  <a:pt x="25232" y="9334"/>
                  <a:pt x="25681" y="8770"/>
                  <a:pt x="26248" y="8668"/>
                </a:cubicBezTo>
                <a:cubicBezTo>
                  <a:pt x="25559" y="7995"/>
                  <a:pt x="25849" y="6629"/>
                  <a:pt x="26755" y="6296"/>
                </a:cubicBezTo>
                <a:cubicBezTo>
                  <a:pt x="27260" y="6110"/>
                  <a:pt x="27830" y="6223"/>
                  <a:pt x="28362" y="6139"/>
                </a:cubicBezTo>
                <a:cubicBezTo>
                  <a:pt x="28897" y="6059"/>
                  <a:pt x="29474" y="5611"/>
                  <a:pt x="29341" y="5088"/>
                </a:cubicBezTo>
                <a:cubicBezTo>
                  <a:pt x="29284" y="4867"/>
                  <a:pt x="29110" y="4667"/>
                  <a:pt x="29157" y="4444"/>
                </a:cubicBezTo>
                <a:cubicBezTo>
                  <a:pt x="29212" y="4182"/>
                  <a:pt x="29525" y="4086"/>
                  <a:pt x="29764" y="3968"/>
                </a:cubicBezTo>
                <a:cubicBezTo>
                  <a:pt x="30005" y="3851"/>
                  <a:pt x="30222" y="3518"/>
                  <a:pt x="30018" y="3346"/>
                </a:cubicBezTo>
                <a:cubicBezTo>
                  <a:pt x="29069" y="3342"/>
                  <a:pt x="28120" y="3135"/>
                  <a:pt x="27254" y="2741"/>
                </a:cubicBezTo>
                <a:cubicBezTo>
                  <a:pt x="27215" y="2622"/>
                  <a:pt x="27196" y="2497"/>
                  <a:pt x="27194" y="2373"/>
                </a:cubicBezTo>
                <a:cubicBezTo>
                  <a:pt x="27178" y="1835"/>
                  <a:pt x="27470" y="1293"/>
                  <a:pt x="27849" y="890"/>
                </a:cubicBezTo>
                <a:cubicBezTo>
                  <a:pt x="28159" y="559"/>
                  <a:pt x="28527" y="287"/>
                  <a:pt x="28881" y="1"/>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1"/>
          <p:cNvSpPr/>
          <p:nvPr/>
        </p:nvSpPr>
        <p:spPr>
          <a:xfrm flipH="1">
            <a:off x="8499600" y="4030375"/>
            <a:ext cx="625275" cy="286175"/>
          </a:xfrm>
          <a:custGeom>
            <a:rect b="b" l="l" r="r" t="t"/>
            <a:pathLst>
              <a:path extrusionOk="0" h="11447" w="25011">
                <a:moveTo>
                  <a:pt x="24384" y="0"/>
                </a:moveTo>
                <a:lnTo>
                  <a:pt x="24384" y="0"/>
                </a:lnTo>
                <a:cubicBezTo>
                  <a:pt x="24063" y="165"/>
                  <a:pt x="23744" y="333"/>
                  <a:pt x="23429" y="509"/>
                </a:cubicBezTo>
                <a:cubicBezTo>
                  <a:pt x="22377" y="1098"/>
                  <a:pt x="21350" y="1762"/>
                  <a:pt x="20195" y="2108"/>
                </a:cubicBezTo>
                <a:cubicBezTo>
                  <a:pt x="19057" y="2454"/>
                  <a:pt x="17855" y="2477"/>
                  <a:pt x="16661" y="2477"/>
                </a:cubicBezTo>
                <a:cubicBezTo>
                  <a:pt x="16476" y="2477"/>
                  <a:pt x="16291" y="2476"/>
                  <a:pt x="16107" y="2476"/>
                </a:cubicBezTo>
                <a:cubicBezTo>
                  <a:pt x="16072" y="2476"/>
                  <a:pt x="16036" y="2476"/>
                  <a:pt x="16000" y="2476"/>
                </a:cubicBezTo>
                <a:cubicBezTo>
                  <a:pt x="12512" y="2486"/>
                  <a:pt x="9022" y="2817"/>
                  <a:pt x="5589" y="3455"/>
                </a:cubicBezTo>
                <a:cubicBezTo>
                  <a:pt x="5755" y="3954"/>
                  <a:pt x="6184" y="4477"/>
                  <a:pt x="6104" y="4999"/>
                </a:cubicBezTo>
                <a:cubicBezTo>
                  <a:pt x="6010" y="5600"/>
                  <a:pt x="5289" y="5882"/>
                  <a:pt x="4679" y="5882"/>
                </a:cubicBezTo>
                <a:cubicBezTo>
                  <a:pt x="4677" y="5882"/>
                  <a:pt x="4675" y="5882"/>
                  <a:pt x="4673" y="5882"/>
                </a:cubicBezTo>
                <a:cubicBezTo>
                  <a:pt x="4626" y="5882"/>
                  <a:pt x="4577" y="5881"/>
                  <a:pt x="4529" y="5881"/>
                </a:cubicBezTo>
                <a:cubicBezTo>
                  <a:pt x="4377" y="5881"/>
                  <a:pt x="4225" y="5890"/>
                  <a:pt x="4096" y="5964"/>
                </a:cubicBezTo>
                <a:cubicBezTo>
                  <a:pt x="3961" y="6041"/>
                  <a:pt x="3871" y="6176"/>
                  <a:pt x="3737" y="6256"/>
                </a:cubicBezTo>
                <a:cubicBezTo>
                  <a:pt x="3643" y="6312"/>
                  <a:pt x="3543" y="6335"/>
                  <a:pt x="3439" y="6335"/>
                </a:cubicBezTo>
                <a:cubicBezTo>
                  <a:pt x="3179" y="6335"/>
                  <a:pt x="2900" y="6192"/>
                  <a:pt x="2651" y="6076"/>
                </a:cubicBezTo>
                <a:cubicBezTo>
                  <a:pt x="2489" y="5999"/>
                  <a:pt x="2290" y="5945"/>
                  <a:pt x="2107" y="5945"/>
                </a:cubicBezTo>
                <a:cubicBezTo>
                  <a:pt x="1900" y="5945"/>
                  <a:pt x="1713" y="6014"/>
                  <a:pt x="1623" y="6197"/>
                </a:cubicBezTo>
                <a:cubicBezTo>
                  <a:pt x="1421" y="5795"/>
                  <a:pt x="1065" y="5333"/>
                  <a:pt x="662" y="5333"/>
                </a:cubicBezTo>
                <a:cubicBezTo>
                  <a:pt x="594" y="5333"/>
                  <a:pt x="525" y="5346"/>
                  <a:pt x="455" y="5375"/>
                </a:cubicBezTo>
                <a:cubicBezTo>
                  <a:pt x="155" y="5500"/>
                  <a:pt x="36" y="5861"/>
                  <a:pt x="18" y="6184"/>
                </a:cubicBezTo>
                <a:cubicBezTo>
                  <a:pt x="1" y="6536"/>
                  <a:pt x="77" y="6918"/>
                  <a:pt x="337" y="7156"/>
                </a:cubicBezTo>
                <a:cubicBezTo>
                  <a:pt x="465" y="7275"/>
                  <a:pt x="644" y="7339"/>
                  <a:pt x="817" y="7339"/>
                </a:cubicBezTo>
                <a:cubicBezTo>
                  <a:pt x="996" y="7339"/>
                  <a:pt x="1169" y="7270"/>
                  <a:pt x="1269" y="7123"/>
                </a:cubicBezTo>
                <a:cubicBezTo>
                  <a:pt x="1375" y="7654"/>
                  <a:pt x="1796" y="8078"/>
                  <a:pt x="2285" y="8313"/>
                </a:cubicBezTo>
                <a:cubicBezTo>
                  <a:pt x="2770" y="8548"/>
                  <a:pt x="3322" y="8615"/>
                  <a:pt x="3863" y="8652"/>
                </a:cubicBezTo>
                <a:cubicBezTo>
                  <a:pt x="3977" y="8659"/>
                  <a:pt x="4094" y="8665"/>
                  <a:pt x="4211" y="8665"/>
                </a:cubicBezTo>
                <a:cubicBezTo>
                  <a:pt x="4512" y="8665"/>
                  <a:pt x="4812" y="8626"/>
                  <a:pt x="5070" y="8480"/>
                </a:cubicBezTo>
                <a:cubicBezTo>
                  <a:pt x="5622" y="8170"/>
                  <a:pt x="5842" y="7452"/>
                  <a:pt x="6388" y="7133"/>
                </a:cubicBezTo>
                <a:cubicBezTo>
                  <a:pt x="6610" y="7002"/>
                  <a:pt x="6850" y="6952"/>
                  <a:pt x="7098" y="6952"/>
                </a:cubicBezTo>
                <a:cubicBezTo>
                  <a:pt x="7646" y="6952"/>
                  <a:pt x="8239" y="7192"/>
                  <a:pt x="8795" y="7319"/>
                </a:cubicBezTo>
                <a:cubicBezTo>
                  <a:pt x="9334" y="7440"/>
                  <a:pt x="9889" y="7450"/>
                  <a:pt x="10439" y="7460"/>
                </a:cubicBezTo>
                <a:cubicBezTo>
                  <a:pt x="10462" y="7460"/>
                  <a:pt x="10485" y="7460"/>
                  <a:pt x="10508" y="7460"/>
                </a:cubicBezTo>
                <a:cubicBezTo>
                  <a:pt x="10644" y="7460"/>
                  <a:pt x="10783" y="7452"/>
                  <a:pt x="10903" y="7391"/>
                </a:cubicBezTo>
                <a:cubicBezTo>
                  <a:pt x="11029" y="7325"/>
                  <a:pt x="11119" y="7211"/>
                  <a:pt x="11236" y="7129"/>
                </a:cubicBezTo>
                <a:cubicBezTo>
                  <a:pt x="11379" y="7035"/>
                  <a:pt x="11549" y="6998"/>
                  <a:pt x="11720" y="6978"/>
                </a:cubicBezTo>
                <a:cubicBezTo>
                  <a:pt x="11821" y="6966"/>
                  <a:pt x="11923" y="6960"/>
                  <a:pt x="12024" y="6960"/>
                </a:cubicBezTo>
                <a:cubicBezTo>
                  <a:pt x="13409" y="6960"/>
                  <a:pt x="14744" y="8050"/>
                  <a:pt x="14963" y="9429"/>
                </a:cubicBezTo>
                <a:cubicBezTo>
                  <a:pt x="14988" y="9589"/>
                  <a:pt x="15010" y="9766"/>
                  <a:pt x="15131" y="9865"/>
                </a:cubicBezTo>
                <a:cubicBezTo>
                  <a:pt x="15347" y="10044"/>
                  <a:pt x="15763" y="9895"/>
                  <a:pt x="15901" y="10139"/>
                </a:cubicBezTo>
                <a:cubicBezTo>
                  <a:pt x="15967" y="10259"/>
                  <a:pt x="15920" y="10406"/>
                  <a:pt x="15924" y="10543"/>
                </a:cubicBezTo>
                <a:cubicBezTo>
                  <a:pt x="15940" y="11030"/>
                  <a:pt x="16539" y="11238"/>
                  <a:pt x="17018" y="11316"/>
                </a:cubicBezTo>
                <a:cubicBezTo>
                  <a:pt x="17408" y="11382"/>
                  <a:pt x="17809" y="11446"/>
                  <a:pt x="18203" y="11446"/>
                </a:cubicBezTo>
                <a:cubicBezTo>
                  <a:pt x="18487" y="11446"/>
                  <a:pt x="18767" y="11413"/>
                  <a:pt x="19036" y="11322"/>
                </a:cubicBezTo>
                <a:cubicBezTo>
                  <a:pt x="19122" y="11292"/>
                  <a:pt x="19210" y="11255"/>
                  <a:pt x="19261" y="11179"/>
                </a:cubicBezTo>
                <a:cubicBezTo>
                  <a:pt x="19394" y="10989"/>
                  <a:pt x="19199" y="10746"/>
                  <a:pt x="19142" y="10519"/>
                </a:cubicBezTo>
                <a:cubicBezTo>
                  <a:pt x="18983" y="9869"/>
                  <a:pt x="19989" y="9495"/>
                  <a:pt x="20089" y="8836"/>
                </a:cubicBezTo>
                <a:cubicBezTo>
                  <a:pt x="20136" y="8529"/>
                  <a:pt x="19972" y="8227"/>
                  <a:pt x="19952" y="7920"/>
                </a:cubicBezTo>
                <a:cubicBezTo>
                  <a:pt x="19888" y="6927"/>
                  <a:pt x="21234" y="6295"/>
                  <a:pt x="21225" y="5301"/>
                </a:cubicBezTo>
                <a:cubicBezTo>
                  <a:pt x="22379" y="5217"/>
                  <a:pt x="23532" y="5131"/>
                  <a:pt x="24687" y="5042"/>
                </a:cubicBezTo>
                <a:cubicBezTo>
                  <a:pt x="24785" y="5035"/>
                  <a:pt x="24895" y="5023"/>
                  <a:pt x="24955" y="4945"/>
                </a:cubicBezTo>
                <a:cubicBezTo>
                  <a:pt x="25006" y="4882"/>
                  <a:pt x="25010" y="4790"/>
                  <a:pt x="25006" y="4708"/>
                </a:cubicBezTo>
                <a:cubicBezTo>
                  <a:pt x="24992" y="4297"/>
                  <a:pt x="24922" y="3886"/>
                  <a:pt x="24799" y="3492"/>
                </a:cubicBezTo>
                <a:cubicBezTo>
                  <a:pt x="24286" y="3802"/>
                  <a:pt x="23687" y="3959"/>
                  <a:pt x="23088" y="3959"/>
                </a:cubicBezTo>
                <a:cubicBezTo>
                  <a:pt x="22664" y="3959"/>
                  <a:pt x="22241" y="3880"/>
                  <a:pt x="21849" y="3721"/>
                </a:cubicBezTo>
                <a:cubicBezTo>
                  <a:pt x="21686" y="3633"/>
                  <a:pt x="21706" y="3377"/>
                  <a:pt x="21835" y="3249"/>
                </a:cubicBezTo>
                <a:cubicBezTo>
                  <a:pt x="21968" y="3122"/>
                  <a:pt x="22162" y="3091"/>
                  <a:pt x="22342" y="3064"/>
                </a:cubicBezTo>
                <a:cubicBezTo>
                  <a:pt x="22792" y="2997"/>
                  <a:pt x="23241" y="2930"/>
                  <a:pt x="23691" y="2866"/>
                </a:cubicBezTo>
                <a:cubicBezTo>
                  <a:pt x="23675" y="2719"/>
                  <a:pt x="23663" y="2572"/>
                  <a:pt x="23650" y="2425"/>
                </a:cubicBezTo>
                <a:cubicBezTo>
                  <a:pt x="23621" y="2439"/>
                  <a:pt x="23592" y="2446"/>
                  <a:pt x="23562" y="2446"/>
                </a:cubicBezTo>
                <a:cubicBezTo>
                  <a:pt x="23434" y="2446"/>
                  <a:pt x="23307" y="2328"/>
                  <a:pt x="23282" y="2194"/>
                </a:cubicBezTo>
                <a:cubicBezTo>
                  <a:pt x="23250" y="2030"/>
                  <a:pt x="23321" y="1868"/>
                  <a:pt x="23395" y="1715"/>
                </a:cubicBezTo>
                <a:cubicBezTo>
                  <a:pt x="23689" y="1116"/>
                  <a:pt x="24026" y="552"/>
                  <a:pt x="24384" y="0"/>
                </a:cubicBezTo>
                <a:close/>
              </a:path>
            </a:pathLst>
          </a:custGeom>
          <a:solidFill>
            <a:srgbClr val="191919">
              <a:alpha val="14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1"/>
          <p:cNvSpPr/>
          <p:nvPr/>
        </p:nvSpPr>
        <p:spPr>
          <a:xfrm flipH="1">
            <a:off x="7416350" y="4448125"/>
            <a:ext cx="1727650" cy="154650"/>
          </a:xfrm>
          <a:custGeom>
            <a:rect b="b" l="l" r="r" t="t"/>
            <a:pathLst>
              <a:path extrusionOk="0" h="6186" w="69106">
                <a:moveTo>
                  <a:pt x="9862" y="0"/>
                </a:moveTo>
                <a:cubicBezTo>
                  <a:pt x="9744" y="337"/>
                  <a:pt x="9306" y="398"/>
                  <a:pt x="8952" y="400"/>
                </a:cubicBezTo>
                <a:cubicBezTo>
                  <a:pt x="8714" y="401"/>
                  <a:pt x="8477" y="402"/>
                  <a:pt x="8240" y="402"/>
                </a:cubicBezTo>
                <a:cubicBezTo>
                  <a:pt x="7159" y="402"/>
                  <a:pt x="6078" y="384"/>
                  <a:pt x="4998" y="349"/>
                </a:cubicBezTo>
                <a:cubicBezTo>
                  <a:pt x="4009" y="313"/>
                  <a:pt x="3023" y="265"/>
                  <a:pt x="2036" y="216"/>
                </a:cubicBezTo>
                <a:cubicBezTo>
                  <a:pt x="1860" y="206"/>
                  <a:pt x="1686" y="200"/>
                  <a:pt x="1510" y="190"/>
                </a:cubicBezTo>
                <a:cubicBezTo>
                  <a:pt x="1282" y="178"/>
                  <a:pt x="1052" y="167"/>
                  <a:pt x="823" y="167"/>
                </a:cubicBezTo>
                <a:cubicBezTo>
                  <a:pt x="554" y="167"/>
                  <a:pt x="286" y="183"/>
                  <a:pt x="22" y="231"/>
                </a:cubicBezTo>
                <a:cubicBezTo>
                  <a:pt x="16" y="233"/>
                  <a:pt x="8" y="233"/>
                  <a:pt x="0" y="235"/>
                </a:cubicBezTo>
                <a:lnTo>
                  <a:pt x="0" y="6186"/>
                </a:lnTo>
                <a:cubicBezTo>
                  <a:pt x="2933" y="6121"/>
                  <a:pt x="5861" y="6056"/>
                  <a:pt x="8791" y="5990"/>
                </a:cubicBezTo>
                <a:cubicBezTo>
                  <a:pt x="13544" y="5880"/>
                  <a:pt x="18288" y="5775"/>
                  <a:pt x="23029" y="5669"/>
                </a:cubicBezTo>
                <a:cubicBezTo>
                  <a:pt x="38386" y="5326"/>
                  <a:pt x="53748" y="4988"/>
                  <a:pt x="69105" y="4645"/>
                </a:cubicBezTo>
                <a:cubicBezTo>
                  <a:pt x="64711" y="4391"/>
                  <a:pt x="60317" y="4146"/>
                  <a:pt x="55922" y="3913"/>
                </a:cubicBezTo>
                <a:cubicBezTo>
                  <a:pt x="54775" y="3852"/>
                  <a:pt x="53628" y="3794"/>
                  <a:pt x="52479" y="3733"/>
                </a:cubicBezTo>
                <a:cubicBezTo>
                  <a:pt x="49295" y="3565"/>
                  <a:pt x="46006" y="3173"/>
                  <a:pt x="42820" y="3009"/>
                </a:cubicBezTo>
                <a:cubicBezTo>
                  <a:pt x="42811" y="2824"/>
                  <a:pt x="42634" y="2748"/>
                  <a:pt x="42438" y="2748"/>
                </a:cubicBezTo>
                <a:cubicBezTo>
                  <a:pt x="42326" y="2748"/>
                  <a:pt x="42209" y="2773"/>
                  <a:pt x="42113" y="2817"/>
                </a:cubicBezTo>
                <a:cubicBezTo>
                  <a:pt x="41940" y="2895"/>
                  <a:pt x="41736" y="2992"/>
                  <a:pt x="41556" y="2992"/>
                </a:cubicBezTo>
                <a:cubicBezTo>
                  <a:pt x="41462" y="2992"/>
                  <a:pt x="41375" y="2965"/>
                  <a:pt x="41303" y="2895"/>
                </a:cubicBezTo>
                <a:cubicBezTo>
                  <a:pt x="41221" y="2815"/>
                  <a:pt x="41182" y="2688"/>
                  <a:pt x="41078" y="2635"/>
                </a:cubicBezTo>
                <a:cubicBezTo>
                  <a:pt x="41045" y="2618"/>
                  <a:pt x="41013" y="2611"/>
                  <a:pt x="40982" y="2611"/>
                </a:cubicBezTo>
                <a:cubicBezTo>
                  <a:pt x="40805" y="2611"/>
                  <a:pt x="40631" y="2829"/>
                  <a:pt x="40436" y="2876"/>
                </a:cubicBezTo>
                <a:cubicBezTo>
                  <a:pt x="40408" y="2882"/>
                  <a:pt x="40381" y="2885"/>
                  <a:pt x="40354" y="2885"/>
                </a:cubicBezTo>
                <a:cubicBezTo>
                  <a:pt x="40090" y="2885"/>
                  <a:pt x="39854" y="2607"/>
                  <a:pt x="39582" y="2607"/>
                </a:cubicBezTo>
                <a:cubicBezTo>
                  <a:pt x="39576" y="2607"/>
                  <a:pt x="39571" y="2607"/>
                  <a:pt x="39565" y="2608"/>
                </a:cubicBezTo>
                <a:cubicBezTo>
                  <a:pt x="39314" y="2617"/>
                  <a:pt x="39108" y="2863"/>
                  <a:pt x="38865" y="2863"/>
                </a:cubicBezTo>
                <a:cubicBezTo>
                  <a:pt x="38846" y="2863"/>
                  <a:pt x="38827" y="2861"/>
                  <a:pt x="38807" y="2858"/>
                </a:cubicBezTo>
                <a:cubicBezTo>
                  <a:pt x="38586" y="2823"/>
                  <a:pt x="38465" y="2574"/>
                  <a:pt x="38267" y="2470"/>
                </a:cubicBezTo>
                <a:cubicBezTo>
                  <a:pt x="38187" y="2428"/>
                  <a:pt x="38105" y="2411"/>
                  <a:pt x="38021" y="2411"/>
                </a:cubicBezTo>
                <a:cubicBezTo>
                  <a:pt x="37713" y="2411"/>
                  <a:pt x="37379" y="2638"/>
                  <a:pt x="37046" y="2658"/>
                </a:cubicBezTo>
                <a:cubicBezTo>
                  <a:pt x="37030" y="2659"/>
                  <a:pt x="37014" y="2660"/>
                  <a:pt x="36999" y="2660"/>
                </a:cubicBezTo>
                <a:cubicBezTo>
                  <a:pt x="36687" y="2660"/>
                  <a:pt x="36375" y="2487"/>
                  <a:pt x="36073" y="2487"/>
                </a:cubicBezTo>
                <a:cubicBezTo>
                  <a:pt x="36001" y="2487"/>
                  <a:pt x="35930" y="2497"/>
                  <a:pt x="35859" y="2521"/>
                </a:cubicBezTo>
                <a:cubicBezTo>
                  <a:pt x="35760" y="2555"/>
                  <a:pt x="35672" y="2617"/>
                  <a:pt x="35572" y="2649"/>
                </a:cubicBezTo>
                <a:cubicBezTo>
                  <a:pt x="35498" y="2673"/>
                  <a:pt x="35423" y="2682"/>
                  <a:pt x="35346" y="2682"/>
                </a:cubicBezTo>
                <a:cubicBezTo>
                  <a:pt x="35243" y="2682"/>
                  <a:pt x="35138" y="2665"/>
                  <a:pt x="35035" y="2649"/>
                </a:cubicBezTo>
                <a:lnTo>
                  <a:pt x="33090" y="2332"/>
                </a:lnTo>
                <a:cubicBezTo>
                  <a:pt x="33026" y="2322"/>
                  <a:pt x="32960" y="2312"/>
                  <a:pt x="32895" y="2312"/>
                </a:cubicBezTo>
                <a:cubicBezTo>
                  <a:pt x="32819" y="2312"/>
                  <a:pt x="32747" y="2325"/>
                  <a:pt x="32685" y="2365"/>
                </a:cubicBezTo>
                <a:cubicBezTo>
                  <a:pt x="32219" y="2062"/>
                  <a:pt x="31664" y="1906"/>
                  <a:pt x="31110" y="1906"/>
                </a:cubicBezTo>
                <a:cubicBezTo>
                  <a:pt x="30765" y="1906"/>
                  <a:pt x="30420" y="1967"/>
                  <a:pt x="30097" y="2091"/>
                </a:cubicBezTo>
                <a:cubicBezTo>
                  <a:pt x="30003" y="2128"/>
                  <a:pt x="29905" y="2170"/>
                  <a:pt x="29806" y="2170"/>
                </a:cubicBezTo>
                <a:cubicBezTo>
                  <a:pt x="29781" y="2170"/>
                  <a:pt x="29756" y="2167"/>
                  <a:pt x="29731" y="2161"/>
                </a:cubicBezTo>
                <a:cubicBezTo>
                  <a:pt x="29645" y="2140"/>
                  <a:pt x="29576" y="2083"/>
                  <a:pt x="29504" y="2032"/>
                </a:cubicBezTo>
                <a:cubicBezTo>
                  <a:pt x="29107" y="1754"/>
                  <a:pt x="28596" y="1723"/>
                  <a:pt x="28110" y="1701"/>
                </a:cubicBezTo>
                <a:cubicBezTo>
                  <a:pt x="27596" y="1676"/>
                  <a:pt x="27081" y="1652"/>
                  <a:pt x="26566" y="1652"/>
                </a:cubicBezTo>
                <a:cubicBezTo>
                  <a:pt x="26169" y="1652"/>
                  <a:pt x="25773" y="1666"/>
                  <a:pt x="25378" y="1705"/>
                </a:cubicBezTo>
                <a:cubicBezTo>
                  <a:pt x="25234" y="1720"/>
                  <a:pt x="25085" y="1737"/>
                  <a:pt x="24939" y="1737"/>
                </a:cubicBezTo>
                <a:cubicBezTo>
                  <a:pt x="24756" y="1737"/>
                  <a:pt x="24577" y="1710"/>
                  <a:pt x="24421" y="1621"/>
                </a:cubicBezTo>
                <a:cubicBezTo>
                  <a:pt x="24323" y="1564"/>
                  <a:pt x="24239" y="1486"/>
                  <a:pt x="24131" y="1457"/>
                </a:cubicBezTo>
                <a:cubicBezTo>
                  <a:pt x="24093" y="1446"/>
                  <a:pt x="24056" y="1441"/>
                  <a:pt x="24017" y="1441"/>
                </a:cubicBezTo>
                <a:cubicBezTo>
                  <a:pt x="23867" y="1441"/>
                  <a:pt x="23713" y="1509"/>
                  <a:pt x="23559" y="1509"/>
                </a:cubicBezTo>
                <a:cubicBezTo>
                  <a:pt x="23548" y="1509"/>
                  <a:pt x="23537" y="1508"/>
                  <a:pt x="23526" y="1507"/>
                </a:cubicBezTo>
                <a:cubicBezTo>
                  <a:pt x="23198" y="1487"/>
                  <a:pt x="22919" y="1135"/>
                  <a:pt x="22616" y="1135"/>
                </a:cubicBezTo>
                <a:cubicBezTo>
                  <a:pt x="22574" y="1135"/>
                  <a:pt x="22532" y="1142"/>
                  <a:pt x="22489" y="1157"/>
                </a:cubicBezTo>
                <a:cubicBezTo>
                  <a:pt x="22354" y="1206"/>
                  <a:pt x="22258" y="1331"/>
                  <a:pt x="22119" y="1368"/>
                </a:cubicBezTo>
                <a:cubicBezTo>
                  <a:pt x="22089" y="1376"/>
                  <a:pt x="22060" y="1379"/>
                  <a:pt x="22030" y="1379"/>
                </a:cubicBezTo>
                <a:cubicBezTo>
                  <a:pt x="21936" y="1379"/>
                  <a:pt x="21841" y="1348"/>
                  <a:pt x="21749" y="1320"/>
                </a:cubicBezTo>
                <a:cubicBezTo>
                  <a:pt x="21509" y="1242"/>
                  <a:pt x="21255" y="1228"/>
                  <a:pt x="20999" y="1228"/>
                </a:cubicBezTo>
                <a:cubicBezTo>
                  <a:pt x="20858" y="1228"/>
                  <a:pt x="20717" y="1233"/>
                  <a:pt x="20576" y="1233"/>
                </a:cubicBezTo>
                <a:cubicBezTo>
                  <a:pt x="20415" y="1233"/>
                  <a:pt x="20255" y="1227"/>
                  <a:pt x="20099" y="1204"/>
                </a:cubicBezTo>
                <a:cubicBezTo>
                  <a:pt x="19474" y="1114"/>
                  <a:pt x="18852" y="1020"/>
                  <a:pt x="18229" y="930"/>
                </a:cubicBezTo>
                <a:cubicBezTo>
                  <a:pt x="17690" y="851"/>
                  <a:pt x="17149" y="773"/>
                  <a:pt x="16605" y="773"/>
                </a:cubicBezTo>
                <a:cubicBezTo>
                  <a:pt x="16599" y="773"/>
                  <a:pt x="16592" y="773"/>
                  <a:pt x="16585" y="773"/>
                </a:cubicBezTo>
                <a:cubicBezTo>
                  <a:pt x="16505" y="774"/>
                  <a:pt x="16423" y="776"/>
                  <a:pt x="16341" y="776"/>
                </a:cubicBezTo>
                <a:cubicBezTo>
                  <a:pt x="16101" y="776"/>
                  <a:pt x="15863" y="759"/>
                  <a:pt x="15661" y="634"/>
                </a:cubicBezTo>
                <a:cubicBezTo>
                  <a:pt x="15577" y="719"/>
                  <a:pt x="15491" y="803"/>
                  <a:pt x="15403" y="887"/>
                </a:cubicBezTo>
                <a:cubicBezTo>
                  <a:pt x="14904" y="797"/>
                  <a:pt x="14405" y="709"/>
                  <a:pt x="13906" y="617"/>
                </a:cubicBezTo>
                <a:cubicBezTo>
                  <a:pt x="13753" y="591"/>
                  <a:pt x="13600" y="564"/>
                  <a:pt x="13446" y="554"/>
                </a:cubicBezTo>
                <a:cubicBezTo>
                  <a:pt x="13393" y="551"/>
                  <a:pt x="13340" y="549"/>
                  <a:pt x="13287" y="549"/>
                </a:cubicBezTo>
                <a:cubicBezTo>
                  <a:pt x="13088" y="549"/>
                  <a:pt x="12887" y="569"/>
                  <a:pt x="12689" y="569"/>
                </a:cubicBezTo>
                <a:cubicBezTo>
                  <a:pt x="12607" y="569"/>
                  <a:pt x="12526" y="565"/>
                  <a:pt x="12445" y="556"/>
                </a:cubicBezTo>
                <a:cubicBezTo>
                  <a:pt x="12008" y="508"/>
                  <a:pt x="11589" y="290"/>
                  <a:pt x="11156" y="290"/>
                </a:cubicBezTo>
                <a:cubicBezTo>
                  <a:pt x="11111" y="290"/>
                  <a:pt x="11066" y="293"/>
                  <a:pt x="11020" y="298"/>
                </a:cubicBezTo>
                <a:cubicBezTo>
                  <a:pt x="10870" y="313"/>
                  <a:pt x="10723" y="360"/>
                  <a:pt x="10570" y="366"/>
                </a:cubicBezTo>
                <a:cubicBezTo>
                  <a:pt x="10561" y="367"/>
                  <a:pt x="10552" y="367"/>
                  <a:pt x="10544" y="367"/>
                </a:cubicBezTo>
                <a:cubicBezTo>
                  <a:pt x="10276" y="367"/>
                  <a:pt x="10009" y="226"/>
                  <a:pt x="9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1"/>
          <p:cNvSpPr txBox="1"/>
          <p:nvPr/>
        </p:nvSpPr>
        <p:spPr>
          <a:xfrm>
            <a:off x="3063325" y="3500625"/>
            <a:ext cx="3017400" cy="6402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91" name="Shape 7791"/>
        <p:cNvGrpSpPr/>
        <p:nvPr/>
      </p:nvGrpSpPr>
      <p:grpSpPr>
        <a:xfrm>
          <a:off x="0" y="0"/>
          <a:ext cx="0" cy="0"/>
          <a:chOff x="0" y="0"/>
          <a:chExt cx="0" cy="0"/>
        </a:xfrm>
      </p:grpSpPr>
      <p:grpSp>
        <p:nvGrpSpPr>
          <p:cNvPr id="7792" name="Google Shape;7792;p22"/>
          <p:cNvGrpSpPr/>
          <p:nvPr/>
        </p:nvGrpSpPr>
        <p:grpSpPr>
          <a:xfrm rot="5400000">
            <a:off x="439170" y="-1231703"/>
            <a:ext cx="2103111" cy="3943216"/>
            <a:chOff x="3238754" y="1037105"/>
            <a:chExt cx="2114316" cy="3971813"/>
          </a:xfrm>
        </p:grpSpPr>
        <p:grpSp>
          <p:nvGrpSpPr>
            <p:cNvPr id="7793" name="Google Shape;7793;p22"/>
            <p:cNvGrpSpPr/>
            <p:nvPr/>
          </p:nvGrpSpPr>
          <p:grpSpPr>
            <a:xfrm rot="352619">
              <a:off x="3514228" y="3929201"/>
              <a:ext cx="820714" cy="663927"/>
              <a:chOff x="1981897" y="1546050"/>
              <a:chExt cx="676612" cy="547354"/>
            </a:xfrm>
          </p:grpSpPr>
          <p:grpSp>
            <p:nvGrpSpPr>
              <p:cNvPr id="7794" name="Google Shape;7794;p22"/>
              <p:cNvGrpSpPr/>
              <p:nvPr/>
            </p:nvGrpSpPr>
            <p:grpSpPr>
              <a:xfrm>
                <a:off x="2240847" y="1546050"/>
                <a:ext cx="258712" cy="250429"/>
                <a:chOff x="1490538" y="753834"/>
                <a:chExt cx="470985" cy="455906"/>
              </a:xfrm>
            </p:grpSpPr>
            <p:sp>
              <p:nvSpPr>
                <p:cNvPr id="7795" name="Google Shape;779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22"/>
              <p:cNvGrpSpPr/>
              <p:nvPr/>
            </p:nvGrpSpPr>
            <p:grpSpPr>
              <a:xfrm>
                <a:off x="2399797" y="1673288"/>
                <a:ext cx="258712" cy="250429"/>
                <a:chOff x="1490538" y="753834"/>
                <a:chExt cx="470985" cy="455906"/>
              </a:xfrm>
            </p:grpSpPr>
            <p:sp>
              <p:nvSpPr>
                <p:cNvPr id="7806" name="Google Shape;780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22"/>
              <p:cNvGrpSpPr/>
              <p:nvPr/>
            </p:nvGrpSpPr>
            <p:grpSpPr>
              <a:xfrm>
                <a:off x="2159535" y="1742038"/>
                <a:ext cx="258712" cy="250429"/>
                <a:chOff x="1490538" y="753834"/>
                <a:chExt cx="470985" cy="455906"/>
              </a:xfrm>
            </p:grpSpPr>
            <p:sp>
              <p:nvSpPr>
                <p:cNvPr id="7817" name="Google Shape;781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22"/>
              <p:cNvGrpSpPr/>
              <p:nvPr/>
            </p:nvGrpSpPr>
            <p:grpSpPr>
              <a:xfrm>
                <a:off x="2323985" y="1842975"/>
                <a:ext cx="258712" cy="250429"/>
                <a:chOff x="1490538" y="753834"/>
                <a:chExt cx="470985" cy="455906"/>
              </a:xfrm>
            </p:grpSpPr>
            <p:sp>
              <p:nvSpPr>
                <p:cNvPr id="7828" name="Google Shape;782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22"/>
              <p:cNvGrpSpPr/>
              <p:nvPr/>
            </p:nvGrpSpPr>
            <p:grpSpPr>
              <a:xfrm>
                <a:off x="1981897" y="1804075"/>
                <a:ext cx="258712" cy="250429"/>
                <a:chOff x="1490538" y="753834"/>
                <a:chExt cx="470985" cy="455906"/>
              </a:xfrm>
            </p:grpSpPr>
            <p:sp>
              <p:nvSpPr>
                <p:cNvPr id="7839" name="Google Shape;783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22"/>
            <p:cNvGrpSpPr/>
            <p:nvPr/>
          </p:nvGrpSpPr>
          <p:grpSpPr>
            <a:xfrm flipH="1" rot="8833976">
              <a:off x="4214846" y="3438470"/>
              <a:ext cx="804524" cy="1469662"/>
              <a:chOff x="3377730" y="919968"/>
              <a:chExt cx="471039" cy="860470"/>
            </a:xfrm>
          </p:grpSpPr>
          <p:grpSp>
            <p:nvGrpSpPr>
              <p:cNvPr id="7850" name="Google Shape;7850;p22"/>
              <p:cNvGrpSpPr/>
              <p:nvPr/>
            </p:nvGrpSpPr>
            <p:grpSpPr>
              <a:xfrm>
                <a:off x="3377730" y="919968"/>
                <a:ext cx="408804" cy="692511"/>
                <a:chOff x="3377730" y="919968"/>
                <a:chExt cx="408804" cy="692511"/>
              </a:xfrm>
            </p:grpSpPr>
            <p:sp>
              <p:nvSpPr>
                <p:cNvPr id="7851" name="Google Shape;785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22"/>
              <p:cNvGrpSpPr/>
              <p:nvPr/>
            </p:nvGrpSpPr>
            <p:grpSpPr>
              <a:xfrm>
                <a:off x="3487239" y="1131104"/>
                <a:ext cx="361530" cy="649334"/>
                <a:chOff x="1266852" y="1150479"/>
                <a:chExt cx="361530" cy="649334"/>
              </a:xfrm>
            </p:grpSpPr>
            <p:sp>
              <p:nvSpPr>
                <p:cNvPr id="7864" name="Google Shape;786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2" name="Google Shape;7872;p22"/>
            <p:cNvGrpSpPr/>
            <p:nvPr/>
          </p:nvGrpSpPr>
          <p:grpSpPr>
            <a:xfrm rot="4488281">
              <a:off x="3583731" y="2580940"/>
              <a:ext cx="887798" cy="871068"/>
              <a:chOff x="3086354" y="1785830"/>
              <a:chExt cx="887833" cy="871102"/>
            </a:xfrm>
          </p:grpSpPr>
          <p:grpSp>
            <p:nvGrpSpPr>
              <p:cNvPr id="7873" name="Google Shape;7873;p22"/>
              <p:cNvGrpSpPr/>
              <p:nvPr/>
            </p:nvGrpSpPr>
            <p:grpSpPr>
              <a:xfrm rot="-2169427">
                <a:off x="3251277" y="1839739"/>
                <a:ext cx="408803" cy="692509"/>
                <a:chOff x="3377730" y="919968"/>
                <a:chExt cx="408804" cy="692511"/>
              </a:xfrm>
            </p:grpSpPr>
            <p:sp>
              <p:nvSpPr>
                <p:cNvPr id="7874" name="Google Shape;7874;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22"/>
              <p:cNvGrpSpPr/>
              <p:nvPr/>
            </p:nvGrpSpPr>
            <p:grpSpPr>
              <a:xfrm rot="-2169427">
                <a:off x="3455919" y="1963478"/>
                <a:ext cx="361529" cy="649332"/>
                <a:chOff x="1266852" y="1150479"/>
                <a:chExt cx="361530" cy="649334"/>
              </a:xfrm>
            </p:grpSpPr>
            <p:sp>
              <p:nvSpPr>
                <p:cNvPr id="7887" name="Google Shape;7887;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22"/>
            <p:cNvGrpSpPr/>
            <p:nvPr/>
          </p:nvGrpSpPr>
          <p:grpSpPr>
            <a:xfrm>
              <a:off x="3238754" y="1938230"/>
              <a:ext cx="887833" cy="871102"/>
              <a:chOff x="3086354" y="1785830"/>
              <a:chExt cx="887833" cy="871102"/>
            </a:xfrm>
          </p:grpSpPr>
          <p:grpSp>
            <p:nvGrpSpPr>
              <p:cNvPr id="7896" name="Google Shape;7896;p22"/>
              <p:cNvGrpSpPr/>
              <p:nvPr/>
            </p:nvGrpSpPr>
            <p:grpSpPr>
              <a:xfrm rot="-2169427">
                <a:off x="3251277" y="1839739"/>
                <a:ext cx="408803" cy="692509"/>
                <a:chOff x="3377730" y="919968"/>
                <a:chExt cx="408804" cy="692511"/>
              </a:xfrm>
            </p:grpSpPr>
            <p:sp>
              <p:nvSpPr>
                <p:cNvPr id="7897" name="Google Shape;7897;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22"/>
              <p:cNvGrpSpPr/>
              <p:nvPr/>
            </p:nvGrpSpPr>
            <p:grpSpPr>
              <a:xfrm rot="-2169427">
                <a:off x="3455919" y="1963478"/>
                <a:ext cx="361529" cy="649332"/>
                <a:chOff x="1266852" y="1150479"/>
                <a:chExt cx="361530" cy="649334"/>
              </a:xfrm>
            </p:grpSpPr>
            <p:sp>
              <p:nvSpPr>
                <p:cNvPr id="7910" name="Google Shape;7910;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22"/>
            <p:cNvGrpSpPr/>
            <p:nvPr/>
          </p:nvGrpSpPr>
          <p:grpSpPr>
            <a:xfrm>
              <a:off x="3490978" y="1037105"/>
              <a:ext cx="575468" cy="1051322"/>
              <a:chOff x="3377730" y="919968"/>
              <a:chExt cx="471039" cy="860470"/>
            </a:xfrm>
          </p:grpSpPr>
          <p:grpSp>
            <p:nvGrpSpPr>
              <p:cNvPr id="7919" name="Google Shape;7919;p22"/>
              <p:cNvGrpSpPr/>
              <p:nvPr/>
            </p:nvGrpSpPr>
            <p:grpSpPr>
              <a:xfrm>
                <a:off x="3377730" y="919968"/>
                <a:ext cx="408804" cy="692511"/>
                <a:chOff x="3377730" y="919968"/>
                <a:chExt cx="408804" cy="692511"/>
              </a:xfrm>
            </p:grpSpPr>
            <p:sp>
              <p:nvSpPr>
                <p:cNvPr id="7920" name="Google Shape;7920;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22"/>
              <p:cNvGrpSpPr/>
              <p:nvPr/>
            </p:nvGrpSpPr>
            <p:grpSpPr>
              <a:xfrm>
                <a:off x="3487239" y="1131104"/>
                <a:ext cx="361530" cy="649334"/>
                <a:chOff x="1266852" y="1150479"/>
                <a:chExt cx="361530" cy="649334"/>
              </a:xfrm>
            </p:grpSpPr>
            <p:sp>
              <p:nvSpPr>
                <p:cNvPr id="7933" name="Google Shape;7933;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22"/>
            <p:cNvGrpSpPr/>
            <p:nvPr/>
          </p:nvGrpSpPr>
          <p:grpSpPr>
            <a:xfrm>
              <a:off x="3517102" y="2473933"/>
              <a:ext cx="590853" cy="538858"/>
              <a:chOff x="2374102" y="2397733"/>
              <a:chExt cx="590853" cy="538858"/>
            </a:xfrm>
          </p:grpSpPr>
          <p:grpSp>
            <p:nvGrpSpPr>
              <p:cNvPr id="7942" name="Google Shape;7942;p22"/>
              <p:cNvGrpSpPr/>
              <p:nvPr/>
            </p:nvGrpSpPr>
            <p:grpSpPr>
              <a:xfrm>
                <a:off x="2374102" y="2397733"/>
                <a:ext cx="590853" cy="538858"/>
                <a:chOff x="1993102" y="2397733"/>
                <a:chExt cx="590853" cy="538858"/>
              </a:xfrm>
            </p:grpSpPr>
            <p:sp>
              <p:nvSpPr>
                <p:cNvPr id="7943" name="Google Shape;7943;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22"/>
              <p:cNvGrpSpPr/>
              <p:nvPr/>
            </p:nvGrpSpPr>
            <p:grpSpPr>
              <a:xfrm>
                <a:off x="2672051" y="2466803"/>
                <a:ext cx="88776" cy="97630"/>
                <a:chOff x="2291051" y="2466803"/>
                <a:chExt cx="88776" cy="97630"/>
              </a:xfrm>
            </p:grpSpPr>
            <p:sp>
              <p:nvSpPr>
                <p:cNvPr id="7963" name="Google Shape;7963;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22"/>
            <p:cNvGrpSpPr/>
            <p:nvPr/>
          </p:nvGrpSpPr>
          <p:grpSpPr>
            <a:xfrm rot="352659">
              <a:off x="3394332" y="1622136"/>
              <a:ext cx="676583" cy="547330"/>
              <a:chOff x="1981897" y="1546050"/>
              <a:chExt cx="676612" cy="547354"/>
            </a:xfrm>
          </p:grpSpPr>
          <p:grpSp>
            <p:nvGrpSpPr>
              <p:cNvPr id="8000" name="Google Shape;8000;p22"/>
              <p:cNvGrpSpPr/>
              <p:nvPr/>
            </p:nvGrpSpPr>
            <p:grpSpPr>
              <a:xfrm>
                <a:off x="2240847" y="1546050"/>
                <a:ext cx="258712" cy="250429"/>
                <a:chOff x="1490538" y="753834"/>
                <a:chExt cx="470985" cy="455906"/>
              </a:xfrm>
            </p:grpSpPr>
            <p:sp>
              <p:nvSpPr>
                <p:cNvPr id="8001" name="Google Shape;8001;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2"/>
              <p:cNvGrpSpPr/>
              <p:nvPr/>
            </p:nvGrpSpPr>
            <p:grpSpPr>
              <a:xfrm>
                <a:off x="2399797" y="1673288"/>
                <a:ext cx="258712" cy="250429"/>
                <a:chOff x="1490538" y="753834"/>
                <a:chExt cx="470985" cy="455906"/>
              </a:xfrm>
            </p:grpSpPr>
            <p:sp>
              <p:nvSpPr>
                <p:cNvPr id="8012" name="Google Shape;801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22"/>
              <p:cNvGrpSpPr/>
              <p:nvPr/>
            </p:nvGrpSpPr>
            <p:grpSpPr>
              <a:xfrm>
                <a:off x="2159535" y="1742038"/>
                <a:ext cx="258712" cy="250429"/>
                <a:chOff x="1490538" y="753834"/>
                <a:chExt cx="470985" cy="455906"/>
              </a:xfrm>
            </p:grpSpPr>
            <p:sp>
              <p:nvSpPr>
                <p:cNvPr id="8023" name="Google Shape;802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22"/>
              <p:cNvGrpSpPr/>
              <p:nvPr/>
            </p:nvGrpSpPr>
            <p:grpSpPr>
              <a:xfrm>
                <a:off x="2323985" y="1842975"/>
                <a:ext cx="258712" cy="250429"/>
                <a:chOff x="1490538" y="753834"/>
                <a:chExt cx="470985" cy="455906"/>
              </a:xfrm>
            </p:grpSpPr>
            <p:sp>
              <p:nvSpPr>
                <p:cNvPr id="8034" name="Google Shape;803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22"/>
              <p:cNvGrpSpPr/>
              <p:nvPr/>
            </p:nvGrpSpPr>
            <p:grpSpPr>
              <a:xfrm>
                <a:off x="1981897" y="1804075"/>
                <a:ext cx="258712" cy="250429"/>
                <a:chOff x="1490538" y="753834"/>
                <a:chExt cx="470985" cy="455906"/>
              </a:xfrm>
            </p:grpSpPr>
            <p:sp>
              <p:nvSpPr>
                <p:cNvPr id="8045" name="Google Shape;804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22"/>
            <p:cNvGrpSpPr/>
            <p:nvPr/>
          </p:nvGrpSpPr>
          <p:grpSpPr>
            <a:xfrm flipH="1">
              <a:off x="3270102" y="2806996"/>
              <a:ext cx="590853" cy="538858"/>
              <a:chOff x="2374102" y="2397733"/>
              <a:chExt cx="590853" cy="538858"/>
            </a:xfrm>
          </p:grpSpPr>
          <p:grpSp>
            <p:nvGrpSpPr>
              <p:cNvPr id="8056" name="Google Shape;8056;p22"/>
              <p:cNvGrpSpPr/>
              <p:nvPr/>
            </p:nvGrpSpPr>
            <p:grpSpPr>
              <a:xfrm>
                <a:off x="2374102" y="2397733"/>
                <a:ext cx="590853" cy="538858"/>
                <a:chOff x="1993102" y="2397733"/>
                <a:chExt cx="590853" cy="538858"/>
              </a:xfrm>
            </p:grpSpPr>
            <p:sp>
              <p:nvSpPr>
                <p:cNvPr id="8057" name="Google Shape;8057;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22"/>
              <p:cNvGrpSpPr/>
              <p:nvPr/>
            </p:nvGrpSpPr>
            <p:grpSpPr>
              <a:xfrm>
                <a:off x="2672051" y="2466803"/>
                <a:ext cx="88776" cy="97630"/>
                <a:chOff x="2291051" y="2466803"/>
                <a:chExt cx="88776" cy="97630"/>
              </a:xfrm>
            </p:grpSpPr>
            <p:sp>
              <p:nvSpPr>
                <p:cNvPr id="8077" name="Google Shape;8077;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22"/>
            <p:cNvGrpSpPr/>
            <p:nvPr/>
          </p:nvGrpSpPr>
          <p:grpSpPr>
            <a:xfrm>
              <a:off x="3446433" y="3091192"/>
              <a:ext cx="1319021" cy="1203001"/>
              <a:chOff x="2374102" y="2397733"/>
              <a:chExt cx="590853" cy="538858"/>
            </a:xfrm>
          </p:grpSpPr>
          <p:grpSp>
            <p:nvGrpSpPr>
              <p:cNvPr id="8114" name="Google Shape;8114;p22"/>
              <p:cNvGrpSpPr/>
              <p:nvPr/>
            </p:nvGrpSpPr>
            <p:grpSpPr>
              <a:xfrm>
                <a:off x="2374102" y="2397733"/>
                <a:ext cx="590853" cy="538858"/>
                <a:chOff x="1993102" y="2397733"/>
                <a:chExt cx="590853" cy="538858"/>
              </a:xfrm>
            </p:grpSpPr>
            <p:sp>
              <p:nvSpPr>
                <p:cNvPr id="8115" name="Google Shape;8115;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22"/>
              <p:cNvGrpSpPr/>
              <p:nvPr/>
            </p:nvGrpSpPr>
            <p:grpSpPr>
              <a:xfrm>
                <a:off x="2672051" y="2466803"/>
                <a:ext cx="88776" cy="97630"/>
                <a:chOff x="2291051" y="2466803"/>
                <a:chExt cx="88776" cy="97630"/>
              </a:xfrm>
            </p:grpSpPr>
            <p:sp>
              <p:nvSpPr>
                <p:cNvPr id="8135" name="Google Shape;8135;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22"/>
            <p:cNvGrpSpPr/>
            <p:nvPr/>
          </p:nvGrpSpPr>
          <p:grpSpPr>
            <a:xfrm>
              <a:off x="4490110" y="3659885"/>
              <a:ext cx="365767" cy="351686"/>
              <a:chOff x="1490538" y="753834"/>
              <a:chExt cx="470985" cy="455906"/>
            </a:xfrm>
          </p:grpSpPr>
          <p:sp>
            <p:nvSpPr>
              <p:cNvPr id="8172" name="Google Shape;817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22"/>
            <p:cNvGrpSpPr/>
            <p:nvPr/>
          </p:nvGrpSpPr>
          <p:grpSpPr>
            <a:xfrm rot="-975329">
              <a:off x="4865699" y="3543897"/>
              <a:ext cx="365789" cy="351698"/>
              <a:chOff x="1490538" y="753834"/>
              <a:chExt cx="470985" cy="455906"/>
            </a:xfrm>
          </p:grpSpPr>
          <p:sp>
            <p:nvSpPr>
              <p:cNvPr id="8183" name="Google Shape;818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22"/>
          <p:cNvGrpSpPr/>
          <p:nvPr/>
        </p:nvGrpSpPr>
        <p:grpSpPr>
          <a:xfrm flipH="1" rot="-5400000">
            <a:off x="6601720" y="-1231703"/>
            <a:ext cx="2103111" cy="3943216"/>
            <a:chOff x="3238754" y="1037105"/>
            <a:chExt cx="2114316" cy="3971813"/>
          </a:xfrm>
        </p:grpSpPr>
        <p:grpSp>
          <p:nvGrpSpPr>
            <p:cNvPr id="8194" name="Google Shape;8194;p22"/>
            <p:cNvGrpSpPr/>
            <p:nvPr/>
          </p:nvGrpSpPr>
          <p:grpSpPr>
            <a:xfrm rot="352619">
              <a:off x="3514228" y="3929201"/>
              <a:ext cx="820714" cy="663927"/>
              <a:chOff x="1981897" y="1546050"/>
              <a:chExt cx="676612" cy="547354"/>
            </a:xfrm>
          </p:grpSpPr>
          <p:grpSp>
            <p:nvGrpSpPr>
              <p:cNvPr id="8195" name="Google Shape;8195;p22"/>
              <p:cNvGrpSpPr/>
              <p:nvPr/>
            </p:nvGrpSpPr>
            <p:grpSpPr>
              <a:xfrm>
                <a:off x="2240847" y="1546050"/>
                <a:ext cx="258712" cy="250429"/>
                <a:chOff x="1490538" y="753834"/>
                <a:chExt cx="470985" cy="455906"/>
              </a:xfrm>
            </p:grpSpPr>
            <p:sp>
              <p:nvSpPr>
                <p:cNvPr id="8196" name="Google Shape;819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2"/>
              <p:cNvGrpSpPr/>
              <p:nvPr/>
            </p:nvGrpSpPr>
            <p:grpSpPr>
              <a:xfrm>
                <a:off x="2399797" y="1673288"/>
                <a:ext cx="258712" cy="250429"/>
                <a:chOff x="1490538" y="753834"/>
                <a:chExt cx="470985" cy="455906"/>
              </a:xfrm>
            </p:grpSpPr>
            <p:sp>
              <p:nvSpPr>
                <p:cNvPr id="8207" name="Google Shape;8207;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22"/>
              <p:cNvGrpSpPr/>
              <p:nvPr/>
            </p:nvGrpSpPr>
            <p:grpSpPr>
              <a:xfrm>
                <a:off x="2159535" y="1742038"/>
                <a:ext cx="258712" cy="250429"/>
                <a:chOff x="1490538" y="753834"/>
                <a:chExt cx="470985" cy="455906"/>
              </a:xfrm>
            </p:grpSpPr>
            <p:sp>
              <p:nvSpPr>
                <p:cNvPr id="8218" name="Google Shape;8218;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22"/>
              <p:cNvGrpSpPr/>
              <p:nvPr/>
            </p:nvGrpSpPr>
            <p:grpSpPr>
              <a:xfrm>
                <a:off x="2323985" y="1842975"/>
                <a:ext cx="258712" cy="250429"/>
                <a:chOff x="1490538" y="753834"/>
                <a:chExt cx="470985" cy="455906"/>
              </a:xfrm>
            </p:grpSpPr>
            <p:sp>
              <p:nvSpPr>
                <p:cNvPr id="8229" name="Google Shape;8229;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22"/>
              <p:cNvGrpSpPr/>
              <p:nvPr/>
            </p:nvGrpSpPr>
            <p:grpSpPr>
              <a:xfrm>
                <a:off x="1981897" y="1804075"/>
                <a:ext cx="258712" cy="250429"/>
                <a:chOff x="1490538" y="753834"/>
                <a:chExt cx="470985" cy="455906"/>
              </a:xfrm>
            </p:grpSpPr>
            <p:sp>
              <p:nvSpPr>
                <p:cNvPr id="8240" name="Google Shape;8240;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22"/>
            <p:cNvGrpSpPr/>
            <p:nvPr/>
          </p:nvGrpSpPr>
          <p:grpSpPr>
            <a:xfrm flipH="1" rot="8833976">
              <a:off x="4214846" y="3438470"/>
              <a:ext cx="804524" cy="1469662"/>
              <a:chOff x="3377730" y="919968"/>
              <a:chExt cx="471039" cy="860470"/>
            </a:xfrm>
          </p:grpSpPr>
          <p:grpSp>
            <p:nvGrpSpPr>
              <p:cNvPr id="8251" name="Google Shape;8251;p22"/>
              <p:cNvGrpSpPr/>
              <p:nvPr/>
            </p:nvGrpSpPr>
            <p:grpSpPr>
              <a:xfrm>
                <a:off x="3377730" y="919968"/>
                <a:ext cx="408804" cy="692511"/>
                <a:chOff x="3377730" y="919968"/>
                <a:chExt cx="408804" cy="692511"/>
              </a:xfrm>
            </p:grpSpPr>
            <p:sp>
              <p:nvSpPr>
                <p:cNvPr id="8252" name="Google Shape;8252;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22"/>
              <p:cNvGrpSpPr/>
              <p:nvPr/>
            </p:nvGrpSpPr>
            <p:grpSpPr>
              <a:xfrm>
                <a:off x="3487239" y="1131104"/>
                <a:ext cx="361530" cy="649334"/>
                <a:chOff x="1266852" y="1150479"/>
                <a:chExt cx="361530" cy="649334"/>
              </a:xfrm>
            </p:grpSpPr>
            <p:sp>
              <p:nvSpPr>
                <p:cNvPr id="8265" name="Google Shape;8265;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22"/>
            <p:cNvGrpSpPr/>
            <p:nvPr/>
          </p:nvGrpSpPr>
          <p:grpSpPr>
            <a:xfrm rot="4488281">
              <a:off x="3583731" y="2580940"/>
              <a:ext cx="887798" cy="871068"/>
              <a:chOff x="3086354" y="1785830"/>
              <a:chExt cx="887833" cy="871102"/>
            </a:xfrm>
          </p:grpSpPr>
          <p:grpSp>
            <p:nvGrpSpPr>
              <p:cNvPr id="8274" name="Google Shape;8274;p22"/>
              <p:cNvGrpSpPr/>
              <p:nvPr/>
            </p:nvGrpSpPr>
            <p:grpSpPr>
              <a:xfrm rot="-2169427">
                <a:off x="3251277" y="1839739"/>
                <a:ext cx="408803" cy="692509"/>
                <a:chOff x="3377730" y="919968"/>
                <a:chExt cx="408804" cy="692511"/>
              </a:xfrm>
            </p:grpSpPr>
            <p:sp>
              <p:nvSpPr>
                <p:cNvPr id="8275" name="Google Shape;8275;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22"/>
              <p:cNvGrpSpPr/>
              <p:nvPr/>
            </p:nvGrpSpPr>
            <p:grpSpPr>
              <a:xfrm rot="-2169427">
                <a:off x="3455919" y="1963478"/>
                <a:ext cx="361529" cy="649332"/>
                <a:chOff x="1266852" y="1150479"/>
                <a:chExt cx="361530" cy="649334"/>
              </a:xfrm>
            </p:grpSpPr>
            <p:sp>
              <p:nvSpPr>
                <p:cNvPr id="8288" name="Google Shape;8288;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22"/>
            <p:cNvGrpSpPr/>
            <p:nvPr/>
          </p:nvGrpSpPr>
          <p:grpSpPr>
            <a:xfrm>
              <a:off x="3238754" y="1938230"/>
              <a:ext cx="887833" cy="871102"/>
              <a:chOff x="3086354" y="1785830"/>
              <a:chExt cx="887833" cy="871102"/>
            </a:xfrm>
          </p:grpSpPr>
          <p:grpSp>
            <p:nvGrpSpPr>
              <p:cNvPr id="8297" name="Google Shape;8297;p22"/>
              <p:cNvGrpSpPr/>
              <p:nvPr/>
            </p:nvGrpSpPr>
            <p:grpSpPr>
              <a:xfrm rot="-2169427">
                <a:off x="3251277" y="1839739"/>
                <a:ext cx="408803" cy="692509"/>
                <a:chOff x="3377730" y="919968"/>
                <a:chExt cx="408804" cy="692511"/>
              </a:xfrm>
            </p:grpSpPr>
            <p:sp>
              <p:nvSpPr>
                <p:cNvPr id="8298" name="Google Shape;8298;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22"/>
              <p:cNvGrpSpPr/>
              <p:nvPr/>
            </p:nvGrpSpPr>
            <p:grpSpPr>
              <a:xfrm rot="-2169427">
                <a:off x="3455919" y="1963478"/>
                <a:ext cx="361529" cy="649332"/>
                <a:chOff x="1266852" y="1150479"/>
                <a:chExt cx="361530" cy="649334"/>
              </a:xfrm>
            </p:grpSpPr>
            <p:sp>
              <p:nvSpPr>
                <p:cNvPr id="8311" name="Google Shape;8311;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22"/>
            <p:cNvGrpSpPr/>
            <p:nvPr/>
          </p:nvGrpSpPr>
          <p:grpSpPr>
            <a:xfrm>
              <a:off x="3490978" y="1037105"/>
              <a:ext cx="575468" cy="1051322"/>
              <a:chOff x="3377730" y="919968"/>
              <a:chExt cx="471039" cy="860470"/>
            </a:xfrm>
          </p:grpSpPr>
          <p:grpSp>
            <p:nvGrpSpPr>
              <p:cNvPr id="8320" name="Google Shape;8320;p22"/>
              <p:cNvGrpSpPr/>
              <p:nvPr/>
            </p:nvGrpSpPr>
            <p:grpSpPr>
              <a:xfrm>
                <a:off x="3377730" y="919968"/>
                <a:ext cx="408804" cy="692511"/>
                <a:chOff x="3377730" y="919968"/>
                <a:chExt cx="408804" cy="692511"/>
              </a:xfrm>
            </p:grpSpPr>
            <p:sp>
              <p:nvSpPr>
                <p:cNvPr id="8321" name="Google Shape;8321;p22"/>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2"/>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2"/>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2"/>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2"/>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2"/>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2"/>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2"/>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2"/>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2"/>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2"/>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2"/>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2"/>
              <p:cNvGrpSpPr/>
              <p:nvPr/>
            </p:nvGrpSpPr>
            <p:grpSpPr>
              <a:xfrm>
                <a:off x="3487239" y="1131104"/>
                <a:ext cx="361530" cy="649334"/>
                <a:chOff x="1266852" y="1150479"/>
                <a:chExt cx="361530" cy="649334"/>
              </a:xfrm>
            </p:grpSpPr>
            <p:sp>
              <p:nvSpPr>
                <p:cNvPr id="8334" name="Google Shape;8334;p22"/>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2"/>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2"/>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2"/>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2"/>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2"/>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2"/>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2"/>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2" name="Google Shape;8342;p22"/>
            <p:cNvGrpSpPr/>
            <p:nvPr/>
          </p:nvGrpSpPr>
          <p:grpSpPr>
            <a:xfrm>
              <a:off x="3517102" y="2473933"/>
              <a:ext cx="590853" cy="538858"/>
              <a:chOff x="2374102" y="2397733"/>
              <a:chExt cx="590853" cy="538858"/>
            </a:xfrm>
          </p:grpSpPr>
          <p:grpSp>
            <p:nvGrpSpPr>
              <p:cNvPr id="8343" name="Google Shape;8343;p22"/>
              <p:cNvGrpSpPr/>
              <p:nvPr/>
            </p:nvGrpSpPr>
            <p:grpSpPr>
              <a:xfrm>
                <a:off x="2374102" y="2397733"/>
                <a:ext cx="590853" cy="538858"/>
                <a:chOff x="1993102" y="2397733"/>
                <a:chExt cx="590853" cy="538858"/>
              </a:xfrm>
            </p:grpSpPr>
            <p:sp>
              <p:nvSpPr>
                <p:cNvPr id="8344" name="Google Shape;8344;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22"/>
              <p:cNvGrpSpPr/>
              <p:nvPr/>
            </p:nvGrpSpPr>
            <p:grpSpPr>
              <a:xfrm>
                <a:off x="2672051" y="2466803"/>
                <a:ext cx="88776" cy="97630"/>
                <a:chOff x="2291051" y="2466803"/>
                <a:chExt cx="88776" cy="97630"/>
              </a:xfrm>
            </p:grpSpPr>
            <p:sp>
              <p:nvSpPr>
                <p:cNvPr id="8364" name="Google Shape;8364;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3" name="Google Shape;8393;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22"/>
            <p:cNvGrpSpPr/>
            <p:nvPr/>
          </p:nvGrpSpPr>
          <p:grpSpPr>
            <a:xfrm rot="352659">
              <a:off x="3394332" y="1622136"/>
              <a:ext cx="676583" cy="547330"/>
              <a:chOff x="1981897" y="1546050"/>
              <a:chExt cx="676612" cy="547354"/>
            </a:xfrm>
          </p:grpSpPr>
          <p:grpSp>
            <p:nvGrpSpPr>
              <p:cNvPr id="8401" name="Google Shape;8401;p22"/>
              <p:cNvGrpSpPr/>
              <p:nvPr/>
            </p:nvGrpSpPr>
            <p:grpSpPr>
              <a:xfrm>
                <a:off x="2240847" y="1546050"/>
                <a:ext cx="258712" cy="250429"/>
                <a:chOff x="1490538" y="753834"/>
                <a:chExt cx="470985" cy="455906"/>
              </a:xfrm>
            </p:grpSpPr>
            <p:sp>
              <p:nvSpPr>
                <p:cNvPr id="8402" name="Google Shape;8402;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22"/>
              <p:cNvGrpSpPr/>
              <p:nvPr/>
            </p:nvGrpSpPr>
            <p:grpSpPr>
              <a:xfrm>
                <a:off x="2399797" y="1673288"/>
                <a:ext cx="258712" cy="250429"/>
                <a:chOff x="1490538" y="753834"/>
                <a:chExt cx="470985" cy="455906"/>
              </a:xfrm>
            </p:grpSpPr>
            <p:sp>
              <p:nvSpPr>
                <p:cNvPr id="8413" name="Google Shape;841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22"/>
              <p:cNvGrpSpPr/>
              <p:nvPr/>
            </p:nvGrpSpPr>
            <p:grpSpPr>
              <a:xfrm>
                <a:off x="2159535" y="1742038"/>
                <a:ext cx="258712" cy="250429"/>
                <a:chOff x="1490538" y="753834"/>
                <a:chExt cx="470985" cy="455906"/>
              </a:xfrm>
            </p:grpSpPr>
            <p:sp>
              <p:nvSpPr>
                <p:cNvPr id="8424" name="Google Shape;842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22"/>
              <p:cNvGrpSpPr/>
              <p:nvPr/>
            </p:nvGrpSpPr>
            <p:grpSpPr>
              <a:xfrm>
                <a:off x="2323985" y="1842975"/>
                <a:ext cx="258712" cy="250429"/>
                <a:chOff x="1490538" y="753834"/>
                <a:chExt cx="470985" cy="455906"/>
              </a:xfrm>
            </p:grpSpPr>
            <p:sp>
              <p:nvSpPr>
                <p:cNvPr id="8435" name="Google Shape;8435;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2"/>
              <p:cNvGrpSpPr/>
              <p:nvPr/>
            </p:nvGrpSpPr>
            <p:grpSpPr>
              <a:xfrm>
                <a:off x="1981897" y="1804075"/>
                <a:ext cx="258712" cy="250429"/>
                <a:chOff x="1490538" y="753834"/>
                <a:chExt cx="470985" cy="455906"/>
              </a:xfrm>
            </p:grpSpPr>
            <p:sp>
              <p:nvSpPr>
                <p:cNvPr id="8446" name="Google Shape;8446;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22"/>
            <p:cNvGrpSpPr/>
            <p:nvPr/>
          </p:nvGrpSpPr>
          <p:grpSpPr>
            <a:xfrm flipH="1">
              <a:off x="3270102" y="2806996"/>
              <a:ext cx="590853" cy="538858"/>
              <a:chOff x="2374102" y="2397733"/>
              <a:chExt cx="590853" cy="538858"/>
            </a:xfrm>
          </p:grpSpPr>
          <p:grpSp>
            <p:nvGrpSpPr>
              <p:cNvPr id="8457" name="Google Shape;8457;p22"/>
              <p:cNvGrpSpPr/>
              <p:nvPr/>
            </p:nvGrpSpPr>
            <p:grpSpPr>
              <a:xfrm>
                <a:off x="2374102" y="2397733"/>
                <a:ext cx="590853" cy="538858"/>
                <a:chOff x="1993102" y="2397733"/>
                <a:chExt cx="590853" cy="538858"/>
              </a:xfrm>
            </p:grpSpPr>
            <p:sp>
              <p:nvSpPr>
                <p:cNvPr id="8458" name="Google Shape;8458;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22"/>
              <p:cNvGrpSpPr/>
              <p:nvPr/>
            </p:nvGrpSpPr>
            <p:grpSpPr>
              <a:xfrm>
                <a:off x="2672051" y="2466803"/>
                <a:ext cx="88776" cy="97630"/>
                <a:chOff x="2291051" y="2466803"/>
                <a:chExt cx="88776" cy="97630"/>
              </a:xfrm>
            </p:grpSpPr>
            <p:sp>
              <p:nvSpPr>
                <p:cNvPr id="8478" name="Google Shape;8478;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22"/>
            <p:cNvGrpSpPr/>
            <p:nvPr/>
          </p:nvGrpSpPr>
          <p:grpSpPr>
            <a:xfrm>
              <a:off x="3446433" y="3091192"/>
              <a:ext cx="1319021" cy="1203001"/>
              <a:chOff x="2374102" y="2397733"/>
              <a:chExt cx="590853" cy="538858"/>
            </a:xfrm>
          </p:grpSpPr>
          <p:grpSp>
            <p:nvGrpSpPr>
              <p:cNvPr id="8515" name="Google Shape;8515;p22"/>
              <p:cNvGrpSpPr/>
              <p:nvPr/>
            </p:nvGrpSpPr>
            <p:grpSpPr>
              <a:xfrm>
                <a:off x="2374102" y="2397733"/>
                <a:ext cx="590853" cy="538858"/>
                <a:chOff x="1993102" y="2397733"/>
                <a:chExt cx="590853" cy="538858"/>
              </a:xfrm>
            </p:grpSpPr>
            <p:sp>
              <p:nvSpPr>
                <p:cNvPr id="8516" name="Google Shape;8516;p22"/>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2"/>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2"/>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2"/>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2"/>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2"/>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2"/>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2"/>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2"/>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2"/>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2"/>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2"/>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2"/>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2"/>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2"/>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2"/>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22"/>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2"/>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2"/>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22"/>
              <p:cNvGrpSpPr/>
              <p:nvPr/>
            </p:nvGrpSpPr>
            <p:grpSpPr>
              <a:xfrm>
                <a:off x="2672051" y="2466803"/>
                <a:ext cx="88776" cy="97630"/>
                <a:chOff x="2291051" y="2466803"/>
                <a:chExt cx="88776" cy="97630"/>
              </a:xfrm>
            </p:grpSpPr>
            <p:sp>
              <p:nvSpPr>
                <p:cNvPr id="8536" name="Google Shape;8536;p22"/>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2"/>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2"/>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2"/>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2"/>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2"/>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2"/>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2"/>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2"/>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2"/>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2"/>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2"/>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2"/>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2"/>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2"/>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2"/>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2"/>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2"/>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2"/>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2"/>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2"/>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2"/>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2"/>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2"/>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2"/>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2"/>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2"/>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5" name="Google Shape;8565;p22"/>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2"/>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2"/>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2"/>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2"/>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2"/>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2"/>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22"/>
            <p:cNvGrpSpPr/>
            <p:nvPr/>
          </p:nvGrpSpPr>
          <p:grpSpPr>
            <a:xfrm>
              <a:off x="4490110" y="3659885"/>
              <a:ext cx="365767" cy="351686"/>
              <a:chOff x="1490538" y="753834"/>
              <a:chExt cx="470985" cy="455906"/>
            </a:xfrm>
          </p:grpSpPr>
          <p:sp>
            <p:nvSpPr>
              <p:cNvPr id="8573" name="Google Shape;8573;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22"/>
            <p:cNvGrpSpPr/>
            <p:nvPr/>
          </p:nvGrpSpPr>
          <p:grpSpPr>
            <a:xfrm rot="-975329">
              <a:off x="4865699" y="3543897"/>
              <a:ext cx="365789" cy="351698"/>
              <a:chOff x="1490538" y="753834"/>
              <a:chExt cx="470985" cy="455906"/>
            </a:xfrm>
          </p:grpSpPr>
          <p:sp>
            <p:nvSpPr>
              <p:cNvPr id="8584" name="Google Shape;8584;p22"/>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2"/>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2"/>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2"/>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2"/>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2"/>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2"/>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2"/>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2"/>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2"/>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594" name="Shape 8594"/>
        <p:cNvGrpSpPr/>
        <p:nvPr/>
      </p:nvGrpSpPr>
      <p:grpSpPr>
        <a:xfrm>
          <a:off x="0" y="0"/>
          <a:ext cx="0" cy="0"/>
          <a:chOff x="0" y="0"/>
          <a:chExt cx="0" cy="0"/>
        </a:xfrm>
      </p:grpSpPr>
      <p:grpSp>
        <p:nvGrpSpPr>
          <p:cNvPr id="8595" name="Google Shape;8595;p23"/>
          <p:cNvGrpSpPr/>
          <p:nvPr/>
        </p:nvGrpSpPr>
        <p:grpSpPr>
          <a:xfrm flipH="1">
            <a:off x="8310579" y="183377"/>
            <a:ext cx="684032" cy="697236"/>
            <a:chOff x="121063" y="211715"/>
            <a:chExt cx="684032" cy="697236"/>
          </a:xfrm>
        </p:grpSpPr>
        <p:grpSp>
          <p:nvGrpSpPr>
            <p:cNvPr id="8596" name="Google Shape;8596;p23"/>
            <p:cNvGrpSpPr/>
            <p:nvPr/>
          </p:nvGrpSpPr>
          <p:grpSpPr>
            <a:xfrm flipH="1">
              <a:off x="482506" y="211715"/>
              <a:ext cx="322588" cy="124262"/>
              <a:chOff x="2449294" y="636165"/>
              <a:chExt cx="322588" cy="124262"/>
            </a:xfrm>
          </p:grpSpPr>
          <p:sp>
            <p:nvSpPr>
              <p:cNvPr id="8597" name="Google Shape;859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23"/>
            <p:cNvGrpSpPr/>
            <p:nvPr/>
          </p:nvGrpSpPr>
          <p:grpSpPr>
            <a:xfrm>
              <a:off x="121063" y="377859"/>
              <a:ext cx="470985" cy="455906"/>
              <a:chOff x="1490538" y="753834"/>
              <a:chExt cx="470985" cy="455906"/>
            </a:xfrm>
          </p:grpSpPr>
          <p:sp>
            <p:nvSpPr>
              <p:cNvPr id="8607" name="Google Shape;860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3"/>
          <p:cNvGrpSpPr/>
          <p:nvPr/>
        </p:nvGrpSpPr>
        <p:grpSpPr>
          <a:xfrm flipH="1" rot="10800000">
            <a:off x="149379" y="4254877"/>
            <a:ext cx="684032" cy="697236"/>
            <a:chOff x="121063" y="211715"/>
            <a:chExt cx="684032" cy="697236"/>
          </a:xfrm>
        </p:grpSpPr>
        <p:grpSp>
          <p:nvGrpSpPr>
            <p:cNvPr id="8621" name="Google Shape;8621;p23"/>
            <p:cNvGrpSpPr/>
            <p:nvPr/>
          </p:nvGrpSpPr>
          <p:grpSpPr>
            <a:xfrm flipH="1">
              <a:off x="482506" y="211715"/>
              <a:ext cx="322588" cy="124262"/>
              <a:chOff x="2449294" y="636165"/>
              <a:chExt cx="322588" cy="124262"/>
            </a:xfrm>
          </p:grpSpPr>
          <p:sp>
            <p:nvSpPr>
              <p:cNvPr id="8622" name="Google Shape;862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3"/>
            <p:cNvGrpSpPr/>
            <p:nvPr/>
          </p:nvGrpSpPr>
          <p:grpSpPr>
            <a:xfrm>
              <a:off x="121063" y="377859"/>
              <a:ext cx="470985" cy="455906"/>
              <a:chOff x="1490538" y="753834"/>
              <a:chExt cx="470985" cy="455906"/>
            </a:xfrm>
          </p:grpSpPr>
          <p:sp>
            <p:nvSpPr>
              <p:cNvPr id="8632" name="Google Shape;863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23"/>
          <p:cNvGrpSpPr/>
          <p:nvPr/>
        </p:nvGrpSpPr>
        <p:grpSpPr>
          <a:xfrm>
            <a:off x="149379" y="183377"/>
            <a:ext cx="684032" cy="697236"/>
            <a:chOff x="121063" y="211715"/>
            <a:chExt cx="684032" cy="697236"/>
          </a:xfrm>
        </p:grpSpPr>
        <p:grpSp>
          <p:nvGrpSpPr>
            <p:cNvPr id="8646" name="Google Shape;8646;p23"/>
            <p:cNvGrpSpPr/>
            <p:nvPr/>
          </p:nvGrpSpPr>
          <p:grpSpPr>
            <a:xfrm flipH="1">
              <a:off x="482506" y="211715"/>
              <a:ext cx="322588" cy="124262"/>
              <a:chOff x="2449294" y="636165"/>
              <a:chExt cx="322588" cy="124262"/>
            </a:xfrm>
          </p:grpSpPr>
          <p:sp>
            <p:nvSpPr>
              <p:cNvPr id="8647" name="Google Shape;8647;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23"/>
            <p:cNvGrpSpPr/>
            <p:nvPr/>
          </p:nvGrpSpPr>
          <p:grpSpPr>
            <a:xfrm>
              <a:off x="121063" y="377859"/>
              <a:ext cx="470985" cy="455906"/>
              <a:chOff x="1490538" y="753834"/>
              <a:chExt cx="470985" cy="455906"/>
            </a:xfrm>
          </p:grpSpPr>
          <p:sp>
            <p:nvSpPr>
              <p:cNvPr id="8657" name="Google Shape;8657;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7" name="Google Shape;8667;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23"/>
          <p:cNvGrpSpPr/>
          <p:nvPr/>
        </p:nvGrpSpPr>
        <p:grpSpPr>
          <a:xfrm rot="10800000">
            <a:off x="8310579" y="4254877"/>
            <a:ext cx="684032" cy="697236"/>
            <a:chOff x="121063" y="211715"/>
            <a:chExt cx="684032" cy="697236"/>
          </a:xfrm>
        </p:grpSpPr>
        <p:grpSp>
          <p:nvGrpSpPr>
            <p:cNvPr id="8671" name="Google Shape;8671;p23"/>
            <p:cNvGrpSpPr/>
            <p:nvPr/>
          </p:nvGrpSpPr>
          <p:grpSpPr>
            <a:xfrm flipH="1">
              <a:off x="482506" y="211715"/>
              <a:ext cx="322588" cy="124262"/>
              <a:chOff x="2449294" y="636165"/>
              <a:chExt cx="322588" cy="124262"/>
            </a:xfrm>
          </p:grpSpPr>
          <p:sp>
            <p:nvSpPr>
              <p:cNvPr id="8672" name="Google Shape;8672;p23"/>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23"/>
            <p:cNvGrpSpPr/>
            <p:nvPr/>
          </p:nvGrpSpPr>
          <p:grpSpPr>
            <a:xfrm>
              <a:off x="121063" y="377859"/>
              <a:ext cx="470985" cy="455906"/>
              <a:chOff x="1490538" y="753834"/>
              <a:chExt cx="470985" cy="455906"/>
            </a:xfrm>
          </p:grpSpPr>
          <p:sp>
            <p:nvSpPr>
              <p:cNvPr id="8682" name="Google Shape;8682;p23"/>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23"/>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31645"/>
            <a:ext cx="7704000" cy="640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1pPr>
            <a:lvl2pPr lvl="1"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2pPr>
            <a:lvl3pPr lvl="2"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3pPr>
            <a:lvl4pPr lvl="3"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4pPr>
            <a:lvl5pPr lvl="4"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5pPr>
            <a:lvl6pPr lvl="5"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6pPr>
            <a:lvl7pPr lvl="6"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7pPr>
            <a:lvl8pPr lvl="7"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8pPr>
            <a:lvl9pPr lvl="8" rtl="0">
              <a:lnSpc>
                <a:spcPct val="100000"/>
              </a:lnSpc>
              <a:spcBef>
                <a:spcPts val="0"/>
              </a:spcBef>
              <a:spcAft>
                <a:spcPts val="0"/>
              </a:spcAft>
              <a:buClr>
                <a:schemeClr val="dk2"/>
              </a:buClr>
              <a:buSzPts val="3500"/>
              <a:buFont typeface="Sriracha"/>
              <a:buNone/>
              <a:defRPr sz="3500">
                <a:solidFill>
                  <a:schemeClr val="dk2"/>
                </a:solidFill>
                <a:latin typeface="Sriracha"/>
                <a:ea typeface="Sriracha"/>
                <a:cs typeface="Sriracha"/>
                <a:sym typeface="Sriracha"/>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en.wikipedia.org/wiki/Brazil#cite_note-Philander2012-18" TargetMode="External"/><Relationship Id="rId11" Type="http://schemas.openxmlformats.org/officeDocument/2006/relationships/hyperlink" Target="https://en.wikipedia.org/wiki/Federal_District_(Brazil)" TargetMode="External"/><Relationship Id="rId10" Type="http://schemas.openxmlformats.org/officeDocument/2006/relationships/hyperlink" Target="https://en.wikipedia.org/wiki/Federative_units_of_Brazil" TargetMode="External"/><Relationship Id="rId21" Type="http://schemas.openxmlformats.org/officeDocument/2006/relationships/hyperlink" Target="https://en.wikipedia.org/wiki/Brazil#cite_note-CrocittiVallance2011-19" TargetMode="External"/><Relationship Id="rId13" Type="http://schemas.openxmlformats.org/officeDocument/2006/relationships/hyperlink" Target="https://en.wikipedia.org/wiki/List_of_municipalities_in_Brazil_by_population" TargetMode="External"/><Relationship Id="rId12" Type="http://schemas.openxmlformats.org/officeDocument/2006/relationships/hyperlink" Target="https://en.wikipedia.org/wiki/Bras%C3%ADlia"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image" Target="../media/image3.png"/><Relationship Id="rId4" Type="http://schemas.openxmlformats.org/officeDocument/2006/relationships/hyperlink" Target="https://en.wikipedia.org/wiki/Brazil#cite_note-15" TargetMode="External"/><Relationship Id="rId9" Type="http://schemas.openxmlformats.org/officeDocument/2006/relationships/hyperlink" Target="https://en.wikipedia.org/wiki/Federation" TargetMode="External"/><Relationship Id="rId15" Type="http://schemas.openxmlformats.org/officeDocument/2006/relationships/hyperlink" Target="https://en.wikipedia.org/wiki/Rio_de_Janeiro" TargetMode="External"/><Relationship Id="rId14" Type="http://schemas.openxmlformats.org/officeDocument/2006/relationships/hyperlink" Target="https://en.wikipedia.org/wiki/S%C3%A3o_Paulo" TargetMode="External"/><Relationship Id="rId17" Type="http://schemas.openxmlformats.org/officeDocument/2006/relationships/hyperlink" Target="https://en.wikipedia.org/wiki/Americas" TargetMode="External"/><Relationship Id="rId16" Type="http://schemas.openxmlformats.org/officeDocument/2006/relationships/hyperlink" Target="https://en.wikipedia.org/wiki/Community_of_Portuguese_Language_Countries" TargetMode="External"/><Relationship Id="rId5" Type="http://schemas.openxmlformats.org/officeDocument/2006/relationships/hyperlink" Target="https://en.wikipedia.org/wiki/Brazil#cite_note-17" TargetMode="External"/><Relationship Id="rId19" Type="http://schemas.openxmlformats.org/officeDocument/2006/relationships/hyperlink" Target="https://en.wikipedia.org/wiki/Portuguese-speaking_world" TargetMode="External"/><Relationship Id="rId6" Type="http://schemas.openxmlformats.org/officeDocument/2006/relationships/hyperlink" Target="https://en.wikipedia.org/wiki/South_America" TargetMode="External"/><Relationship Id="rId18" Type="http://schemas.openxmlformats.org/officeDocument/2006/relationships/hyperlink" Target="https://en.wikipedia.org/wiki/Portuguese_language" TargetMode="External"/><Relationship Id="rId7" Type="http://schemas.openxmlformats.org/officeDocument/2006/relationships/hyperlink" Target="https://en.wikipedia.org/wiki/List_of_countries_and_dependencies_by_area" TargetMode="External"/><Relationship Id="rId8" Type="http://schemas.openxmlformats.org/officeDocument/2006/relationships/hyperlink" Target="https://en.wikipedia.org/wiki/List_of_countries_and_dependencies_by_population"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4.png"/><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hyperlink" Target="https://en.wikipedia.org/wiki/Dilma_Rousseff" TargetMode="External"/><Relationship Id="rId4" Type="http://schemas.openxmlformats.org/officeDocument/2006/relationships/hyperlink" Target="https://en.wikipedia.org/wiki/Deforestation_of_the_Amazon_rainforest#cite_note-112" TargetMode="External"/><Relationship Id="rId5" Type="http://schemas.openxmlformats.org/officeDocument/2006/relationships/hyperlink" Target="https://en.wikipedia.org/wiki/Deforestation_of_the_Amazon_rainforest#cite_note-127"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 Id="rId3" Type="http://schemas.openxmlformats.org/officeDocument/2006/relationships/image" Target="../media/image6.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hyperlink" Target="https://en.wikipedia.org/wiki/Brazil" TargetMode="External"/><Relationship Id="rId4" Type="http://schemas.openxmlformats.org/officeDocument/2006/relationships/hyperlink" Target="https://rusticpathways.com/blog/fun-facts-about-brazil" TargetMode="External"/><Relationship Id="rId5" Type="http://schemas.openxmlformats.org/officeDocument/2006/relationships/hyperlink" Target="https://www.amazonconservation.org/the-challenge/threats/" TargetMode="External"/><Relationship Id="rId6" Type="http://schemas.openxmlformats.org/officeDocument/2006/relationships/hyperlink" Target="https://ballardbrief.byu.edu/issue-briefs/deforestation-in-the-amazon-rainforest" TargetMode="External"/><Relationship Id="rId7" Type="http://schemas.openxmlformats.org/officeDocument/2006/relationships/hyperlink" Target="https://www.international.gc.ca/world-monde/stories-histoires/2026/2026-05-20-amazonia-amazonie.aspx?lang=eng"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8" name="Shape 8698"/>
        <p:cNvGrpSpPr/>
        <p:nvPr/>
      </p:nvGrpSpPr>
      <p:grpSpPr>
        <a:xfrm>
          <a:off x="0" y="0"/>
          <a:ext cx="0" cy="0"/>
          <a:chOff x="0" y="0"/>
          <a:chExt cx="0" cy="0"/>
        </a:xfrm>
      </p:grpSpPr>
      <p:sp>
        <p:nvSpPr>
          <p:cNvPr id="8699" name="Google Shape;8699;p24"/>
          <p:cNvSpPr txBox="1"/>
          <p:nvPr>
            <p:ph type="ctrTitle"/>
          </p:nvPr>
        </p:nvSpPr>
        <p:spPr>
          <a:xfrm>
            <a:off x="720000" y="1471789"/>
            <a:ext cx="77040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4"/>
                </a:solidFill>
              </a:rPr>
              <a:t>Brazil</a:t>
            </a:r>
            <a:r>
              <a:rPr lang="en">
                <a:solidFill>
                  <a:schemeClr val="accent4"/>
                </a:solidFill>
              </a:rPr>
              <a:t>: </a:t>
            </a:r>
            <a:br>
              <a:rPr lang="en">
                <a:solidFill>
                  <a:schemeClr val="accent4"/>
                </a:solidFill>
              </a:rPr>
            </a:br>
            <a:r>
              <a:rPr lang="en" sz="4700"/>
              <a:t>Deforestation in the Amazon</a:t>
            </a:r>
            <a:endParaRPr sz="4700">
              <a:solidFill>
                <a:schemeClr val="dk2"/>
              </a:solidFill>
            </a:endParaRPr>
          </a:p>
        </p:txBody>
      </p:sp>
      <p:sp>
        <p:nvSpPr>
          <p:cNvPr id="8700" name="Google Shape;8700;p24"/>
          <p:cNvSpPr txBox="1"/>
          <p:nvPr/>
        </p:nvSpPr>
        <p:spPr>
          <a:xfrm>
            <a:off x="2528400" y="3117600"/>
            <a:ext cx="4087200" cy="554100"/>
          </a:xfrm>
          <a:prstGeom prst="rect">
            <a:avLst/>
          </a:prstGeom>
          <a:noFill/>
          <a:ln>
            <a:noFill/>
          </a:ln>
        </p:spPr>
        <p:txBody>
          <a:bodyPr anchorCtr="0" anchor="t" bIns="91425" lIns="91425" spcFirstLastPara="1" rIns="91425" wrap="square" tIns="91425">
            <a:spAutoFit/>
          </a:bodyPr>
          <a:lstStyle/>
          <a:p>
            <a:pPr indent="0" lvl="0" marL="0" rtl="0" algn="ctr">
              <a:lnSpc>
                <a:spcPct val="80000"/>
              </a:lnSpc>
              <a:spcBef>
                <a:spcPts val="0"/>
              </a:spcBef>
              <a:spcAft>
                <a:spcPts val="0"/>
              </a:spcAft>
              <a:buNone/>
            </a:pPr>
            <a:r>
              <a:rPr lang="en" sz="3000">
                <a:solidFill>
                  <a:schemeClr val="accent4"/>
                </a:solidFill>
                <a:latin typeface="Sriracha"/>
                <a:ea typeface="Sriracha"/>
                <a:cs typeface="Sriracha"/>
                <a:sym typeface="Sriracha"/>
              </a:rPr>
              <a:t>Presented by Evie</a:t>
            </a:r>
            <a:endParaRPr sz="1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4" name="Shape 8704"/>
        <p:cNvGrpSpPr/>
        <p:nvPr/>
      </p:nvGrpSpPr>
      <p:grpSpPr>
        <a:xfrm>
          <a:off x="0" y="0"/>
          <a:ext cx="0" cy="0"/>
          <a:chOff x="0" y="0"/>
          <a:chExt cx="0" cy="0"/>
        </a:xfrm>
      </p:grpSpPr>
      <p:pic>
        <p:nvPicPr>
          <p:cNvPr id="8705" name="Google Shape;8705;p25"/>
          <p:cNvPicPr preferRelativeResize="0"/>
          <p:nvPr/>
        </p:nvPicPr>
        <p:blipFill rotWithShape="1">
          <a:blip r:embed="rId3">
            <a:alphaModFix/>
          </a:blip>
          <a:srcRect b="0" l="16439" r="22496" t="0"/>
          <a:stretch/>
        </p:blipFill>
        <p:spPr>
          <a:xfrm>
            <a:off x="4773500" y="702300"/>
            <a:ext cx="4059000" cy="3738900"/>
          </a:xfrm>
          <a:prstGeom prst="roundRect">
            <a:avLst>
              <a:gd fmla="val 31360" name="adj"/>
            </a:avLst>
          </a:prstGeom>
          <a:noFill/>
          <a:ln>
            <a:noFill/>
          </a:ln>
        </p:spPr>
      </p:pic>
      <p:sp>
        <p:nvSpPr>
          <p:cNvPr id="8706" name="Google Shape;8706;p25"/>
          <p:cNvSpPr txBox="1"/>
          <p:nvPr>
            <p:ph type="title"/>
          </p:nvPr>
        </p:nvSpPr>
        <p:spPr>
          <a:xfrm>
            <a:off x="205200" y="94838"/>
            <a:ext cx="4190700" cy="6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Brazil</a:t>
            </a:r>
            <a:endParaRPr/>
          </a:p>
        </p:txBody>
      </p:sp>
      <p:grpSp>
        <p:nvGrpSpPr>
          <p:cNvPr id="8707" name="Google Shape;8707;p25"/>
          <p:cNvGrpSpPr/>
          <p:nvPr/>
        </p:nvGrpSpPr>
        <p:grpSpPr>
          <a:xfrm flipH="1" rot="-5400000">
            <a:off x="6764893" y="-1361463"/>
            <a:ext cx="2353234" cy="4389250"/>
            <a:chOff x="3238754" y="1037105"/>
            <a:chExt cx="2114316" cy="3971813"/>
          </a:xfrm>
        </p:grpSpPr>
        <p:grpSp>
          <p:nvGrpSpPr>
            <p:cNvPr id="8708" name="Google Shape;8708;p25"/>
            <p:cNvGrpSpPr/>
            <p:nvPr/>
          </p:nvGrpSpPr>
          <p:grpSpPr>
            <a:xfrm rot="352619">
              <a:off x="3514228" y="3929201"/>
              <a:ext cx="820714" cy="663927"/>
              <a:chOff x="1981897" y="1546050"/>
              <a:chExt cx="676612" cy="547354"/>
            </a:xfrm>
          </p:grpSpPr>
          <p:grpSp>
            <p:nvGrpSpPr>
              <p:cNvPr id="8709" name="Google Shape;8709;p25"/>
              <p:cNvGrpSpPr/>
              <p:nvPr/>
            </p:nvGrpSpPr>
            <p:grpSpPr>
              <a:xfrm>
                <a:off x="2240847" y="1546050"/>
                <a:ext cx="258712" cy="250429"/>
                <a:chOff x="1490538" y="753834"/>
                <a:chExt cx="470985" cy="455906"/>
              </a:xfrm>
            </p:grpSpPr>
            <p:sp>
              <p:nvSpPr>
                <p:cNvPr id="8710" name="Google Shape;871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25"/>
              <p:cNvGrpSpPr/>
              <p:nvPr/>
            </p:nvGrpSpPr>
            <p:grpSpPr>
              <a:xfrm>
                <a:off x="2399797" y="1673288"/>
                <a:ext cx="258712" cy="250429"/>
                <a:chOff x="1490538" y="753834"/>
                <a:chExt cx="470985" cy="455906"/>
              </a:xfrm>
            </p:grpSpPr>
            <p:sp>
              <p:nvSpPr>
                <p:cNvPr id="8721" name="Google Shape;872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25"/>
              <p:cNvGrpSpPr/>
              <p:nvPr/>
            </p:nvGrpSpPr>
            <p:grpSpPr>
              <a:xfrm>
                <a:off x="2159535" y="1742038"/>
                <a:ext cx="258712" cy="250429"/>
                <a:chOff x="1490538" y="753834"/>
                <a:chExt cx="470985" cy="455906"/>
              </a:xfrm>
            </p:grpSpPr>
            <p:sp>
              <p:nvSpPr>
                <p:cNvPr id="8732" name="Google Shape;8732;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25"/>
              <p:cNvGrpSpPr/>
              <p:nvPr/>
            </p:nvGrpSpPr>
            <p:grpSpPr>
              <a:xfrm>
                <a:off x="2323985" y="1842975"/>
                <a:ext cx="258712" cy="250429"/>
                <a:chOff x="1490538" y="753834"/>
                <a:chExt cx="470985" cy="455906"/>
              </a:xfrm>
            </p:grpSpPr>
            <p:sp>
              <p:nvSpPr>
                <p:cNvPr id="8743" name="Google Shape;8743;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25"/>
              <p:cNvGrpSpPr/>
              <p:nvPr/>
            </p:nvGrpSpPr>
            <p:grpSpPr>
              <a:xfrm>
                <a:off x="1981897" y="1804075"/>
                <a:ext cx="258712" cy="250429"/>
                <a:chOff x="1490538" y="753834"/>
                <a:chExt cx="470985" cy="455906"/>
              </a:xfrm>
            </p:grpSpPr>
            <p:sp>
              <p:nvSpPr>
                <p:cNvPr id="8754" name="Google Shape;8754;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4" name="Google Shape;8764;p25"/>
            <p:cNvGrpSpPr/>
            <p:nvPr/>
          </p:nvGrpSpPr>
          <p:grpSpPr>
            <a:xfrm flipH="1" rot="8833976">
              <a:off x="4214846" y="3438470"/>
              <a:ext cx="804524" cy="1469662"/>
              <a:chOff x="3377730" y="919968"/>
              <a:chExt cx="471039" cy="860470"/>
            </a:xfrm>
          </p:grpSpPr>
          <p:grpSp>
            <p:nvGrpSpPr>
              <p:cNvPr id="8765" name="Google Shape;8765;p25"/>
              <p:cNvGrpSpPr/>
              <p:nvPr/>
            </p:nvGrpSpPr>
            <p:grpSpPr>
              <a:xfrm>
                <a:off x="3377730" y="919968"/>
                <a:ext cx="408804" cy="692511"/>
                <a:chOff x="3377730" y="919968"/>
                <a:chExt cx="408804" cy="692511"/>
              </a:xfrm>
            </p:grpSpPr>
            <p:sp>
              <p:nvSpPr>
                <p:cNvPr id="8766" name="Google Shape;8766;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25"/>
              <p:cNvGrpSpPr/>
              <p:nvPr/>
            </p:nvGrpSpPr>
            <p:grpSpPr>
              <a:xfrm>
                <a:off x="3487239" y="1131104"/>
                <a:ext cx="361530" cy="649334"/>
                <a:chOff x="1266852" y="1150479"/>
                <a:chExt cx="361530" cy="649334"/>
              </a:xfrm>
            </p:grpSpPr>
            <p:sp>
              <p:nvSpPr>
                <p:cNvPr id="8779" name="Google Shape;8779;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7" name="Google Shape;8787;p25"/>
            <p:cNvGrpSpPr/>
            <p:nvPr/>
          </p:nvGrpSpPr>
          <p:grpSpPr>
            <a:xfrm rot="4488281">
              <a:off x="3583731" y="2580940"/>
              <a:ext cx="887798" cy="871068"/>
              <a:chOff x="3086354" y="1785830"/>
              <a:chExt cx="887833" cy="871102"/>
            </a:xfrm>
          </p:grpSpPr>
          <p:grpSp>
            <p:nvGrpSpPr>
              <p:cNvPr id="8788" name="Google Shape;8788;p25"/>
              <p:cNvGrpSpPr/>
              <p:nvPr/>
            </p:nvGrpSpPr>
            <p:grpSpPr>
              <a:xfrm rot="-2169427">
                <a:off x="3251277" y="1839739"/>
                <a:ext cx="408803" cy="692509"/>
                <a:chOff x="3377730" y="919968"/>
                <a:chExt cx="408804" cy="692511"/>
              </a:xfrm>
            </p:grpSpPr>
            <p:sp>
              <p:nvSpPr>
                <p:cNvPr id="8789" name="Google Shape;8789;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25"/>
              <p:cNvGrpSpPr/>
              <p:nvPr/>
            </p:nvGrpSpPr>
            <p:grpSpPr>
              <a:xfrm rot="-2169427">
                <a:off x="3455919" y="1963478"/>
                <a:ext cx="361529" cy="649332"/>
                <a:chOff x="1266852" y="1150479"/>
                <a:chExt cx="361530" cy="649334"/>
              </a:xfrm>
            </p:grpSpPr>
            <p:sp>
              <p:nvSpPr>
                <p:cNvPr id="8802" name="Google Shape;8802;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0" name="Google Shape;8810;p25"/>
            <p:cNvGrpSpPr/>
            <p:nvPr/>
          </p:nvGrpSpPr>
          <p:grpSpPr>
            <a:xfrm>
              <a:off x="3238754" y="1938230"/>
              <a:ext cx="887833" cy="871102"/>
              <a:chOff x="3086354" y="1785830"/>
              <a:chExt cx="887833" cy="871102"/>
            </a:xfrm>
          </p:grpSpPr>
          <p:grpSp>
            <p:nvGrpSpPr>
              <p:cNvPr id="8811" name="Google Shape;8811;p25"/>
              <p:cNvGrpSpPr/>
              <p:nvPr/>
            </p:nvGrpSpPr>
            <p:grpSpPr>
              <a:xfrm rot="-2169427">
                <a:off x="3251277" y="1839739"/>
                <a:ext cx="408803" cy="692509"/>
                <a:chOff x="3377730" y="919968"/>
                <a:chExt cx="408804" cy="692511"/>
              </a:xfrm>
            </p:grpSpPr>
            <p:sp>
              <p:nvSpPr>
                <p:cNvPr id="8812" name="Google Shape;8812;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25"/>
              <p:cNvGrpSpPr/>
              <p:nvPr/>
            </p:nvGrpSpPr>
            <p:grpSpPr>
              <a:xfrm rot="-2169427">
                <a:off x="3455919" y="1963478"/>
                <a:ext cx="361529" cy="649332"/>
                <a:chOff x="1266852" y="1150479"/>
                <a:chExt cx="361530" cy="649334"/>
              </a:xfrm>
            </p:grpSpPr>
            <p:sp>
              <p:nvSpPr>
                <p:cNvPr id="8825" name="Google Shape;8825;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3" name="Google Shape;8833;p25"/>
            <p:cNvGrpSpPr/>
            <p:nvPr/>
          </p:nvGrpSpPr>
          <p:grpSpPr>
            <a:xfrm>
              <a:off x="3490978" y="1037105"/>
              <a:ext cx="575468" cy="1051322"/>
              <a:chOff x="3377730" y="919968"/>
              <a:chExt cx="471039" cy="860470"/>
            </a:xfrm>
          </p:grpSpPr>
          <p:grpSp>
            <p:nvGrpSpPr>
              <p:cNvPr id="8834" name="Google Shape;8834;p25"/>
              <p:cNvGrpSpPr/>
              <p:nvPr/>
            </p:nvGrpSpPr>
            <p:grpSpPr>
              <a:xfrm>
                <a:off x="3377730" y="919968"/>
                <a:ext cx="408804" cy="692511"/>
                <a:chOff x="3377730" y="919968"/>
                <a:chExt cx="408804" cy="692511"/>
              </a:xfrm>
            </p:grpSpPr>
            <p:sp>
              <p:nvSpPr>
                <p:cNvPr id="8835" name="Google Shape;8835;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25"/>
              <p:cNvGrpSpPr/>
              <p:nvPr/>
            </p:nvGrpSpPr>
            <p:grpSpPr>
              <a:xfrm>
                <a:off x="3487239" y="1131104"/>
                <a:ext cx="361530" cy="649334"/>
                <a:chOff x="1266852" y="1150479"/>
                <a:chExt cx="361530" cy="649334"/>
              </a:xfrm>
            </p:grpSpPr>
            <p:sp>
              <p:nvSpPr>
                <p:cNvPr id="8848" name="Google Shape;8848;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6" name="Google Shape;8856;p25"/>
            <p:cNvGrpSpPr/>
            <p:nvPr/>
          </p:nvGrpSpPr>
          <p:grpSpPr>
            <a:xfrm>
              <a:off x="3517102" y="2473933"/>
              <a:ext cx="590853" cy="538858"/>
              <a:chOff x="2374102" y="2397733"/>
              <a:chExt cx="590853" cy="538858"/>
            </a:xfrm>
          </p:grpSpPr>
          <p:grpSp>
            <p:nvGrpSpPr>
              <p:cNvPr id="8857" name="Google Shape;8857;p25"/>
              <p:cNvGrpSpPr/>
              <p:nvPr/>
            </p:nvGrpSpPr>
            <p:grpSpPr>
              <a:xfrm>
                <a:off x="2374102" y="2397733"/>
                <a:ext cx="590853" cy="538858"/>
                <a:chOff x="1993102" y="2397733"/>
                <a:chExt cx="590853" cy="538858"/>
              </a:xfrm>
            </p:grpSpPr>
            <p:sp>
              <p:nvSpPr>
                <p:cNvPr id="8858" name="Google Shape;8858;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25"/>
              <p:cNvGrpSpPr/>
              <p:nvPr/>
            </p:nvGrpSpPr>
            <p:grpSpPr>
              <a:xfrm>
                <a:off x="2672051" y="2466803"/>
                <a:ext cx="88776" cy="97630"/>
                <a:chOff x="2291051" y="2466803"/>
                <a:chExt cx="88776" cy="97630"/>
              </a:xfrm>
            </p:grpSpPr>
            <p:sp>
              <p:nvSpPr>
                <p:cNvPr id="8878" name="Google Shape;8878;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7" name="Google Shape;8907;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25"/>
            <p:cNvGrpSpPr/>
            <p:nvPr/>
          </p:nvGrpSpPr>
          <p:grpSpPr>
            <a:xfrm rot="352659">
              <a:off x="3394332" y="1622136"/>
              <a:ext cx="676583" cy="547330"/>
              <a:chOff x="1981897" y="1546050"/>
              <a:chExt cx="676612" cy="547354"/>
            </a:xfrm>
          </p:grpSpPr>
          <p:grpSp>
            <p:nvGrpSpPr>
              <p:cNvPr id="8915" name="Google Shape;8915;p25"/>
              <p:cNvGrpSpPr/>
              <p:nvPr/>
            </p:nvGrpSpPr>
            <p:grpSpPr>
              <a:xfrm>
                <a:off x="2240847" y="1546050"/>
                <a:ext cx="258712" cy="250429"/>
                <a:chOff x="1490538" y="753834"/>
                <a:chExt cx="470985" cy="455906"/>
              </a:xfrm>
            </p:grpSpPr>
            <p:sp>
              <p:nvSpPr>
                <p:cNvPr id="8916" name="Google Shape;8916;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25"/>
              <p:cNvGrpSpPr/>
              <p:nvPr/>
            </p:nvGrpSpPr>
            <p:grpSpPr>
              <a:xfrm>
                <a:off x="2399797" y="1673288"/>
                <a:ext cx="258712" cy="250429"/>
                <a:chOff x="1490538" y="753834"/>
                <a:chExt cx="470985" cy="455906"/>
              </a:xfrm>
            </p:grpSpPr>
            <p:sp>
              <p:nvSpPr>
                <p:cNvPr id="8927" name="Google Shape;892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25"/>
              <p:cNvGrpSpPr/>
              <p:nvPr/>
            </p:nvGrpSpPr>
            <p:grpSpPr>
              <a:xfrm>
                <a:off x="2159535" y="1742038"/>
                <a:ext cx="258712" cy="250429"/>
                <a:chOff x="1490538" y="753834"/>
                <a:chExt cx="470985" cy="455906"/>
              </a:xfrm>
            </p:grpSpPr>
            <p:sp>
              <p:nvSpPr>
                <p:cNvPr id="8938" name="Google Shape;893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25"/>
              <p:cNvGrpSpPr/>
              <p:nvPr/>
            </p:nvGrpSpPr>
            <p:grpSpPr>
              <a:xfrm>
                <a:off x="2323985" y="1842975"/>
                <a:ext cx="258712" cy="250429"/>
                <a:chOff x="1490538" y="753834"/>
                <a:chExt cx="470985" cy="455906"/>
              </a:xfrm>
            </p:grpSpPr>
            <p:sp>
              <p:nvSpPr>
                <p:cNvPr id="8949" name="Google Shape;894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25"/>
              <p:cNvGrpSpPr/>
              <p:nvPr/>
            </p:nvGrpSpPr>
            <p:grpSpPr>
              <a:xfrm>
                <a:off x="1981897" y="1804075"/>
                <a:ext cx="258712" cy="250429"/>
                <a:chOff x="1490538" y="753834"/>
                <a:chExt cx="470985" cy="455906"/>
              </a:xfrm>
            </p:grpSpPr>
            <p:sp>
              <p:nvSpPr>
                <p:cNvPr id="8960" name="Google Shape;896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0" name="Google Shape;8970;p25"/>
            <p:cNvGrpSpPr/>
            <p:nvPr/>
          </p:nvGrpSpPr>
          <p:grpSpPr>
            <a:xfrm flipH="1">
              <a:off x="3270102" y="2806996"/>
              <a:ext cx="590853" cy="538858"/>
              <a:chOff x="2374102" y="2397733"/>
              <a:chExt cx="590853" cy="538858"/>
            </a:xfrm>
          </p:grpSpPr>
          <p:grpSp>
            <p:nvGrpSpPr>
              <p:cNvPr id="8971" name="Google Shape;8971;p25"/>
              <p:cNvGrpSpPr/>
              <p:nvPr/>
            </p:nvGrpSpPr>
            <p:grpSpPr>
              <a:xfrm>
                <a:off x="2374102" y="2397733"/>
                <a:ext cx="590853" cy="538858"/>
                <a:chOff x="1993102" y="2397733"/>
                <a:chExt cx="590853" cy="538858"/>
              </a:xfrm>
            </p:grpSpPr>
            <p:sp>
              <p:nvSpPr>
                <p:cNvPr id="8972" name="Google Shape;8972;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8" name="Google Shape;8988;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1" name="Google Shape;8991;p25"/>
              <p:cNvGrpSpPr/>
              <p:nvPr/>
            </p:nvGrpSpPr>
            <p:grpSpPr>
              <a:xfrm>
                <a:off x="2672051" y="2466803"/>
                <a:ext cx="88776" cy="97630"/>
                <a:chOff x="2291051" y="2466803"/>
                <a:chExt cx="88776" cy="97630"/>
              </a:xfrm>
            </p:grpSpPr>
            <p:sp>
              <p:nvSpPr>
                <p:cNvPr id="8992" name="Google Shape;8992;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25"/>
            <p:cNvGrpSpPr/>
            <p:nvPr/>
          </p:nvGrpSpPr>
          <p:grpSpPr>
            <a:xfrm>
              <a:off x="3446433" y="3091192"/>
              <a:ext cx="1319021" cy="1203001"/>
              <a:chOff x="2374102" y="2397733"/>
              <a:chExt cx="590853" cy="538858"/>
            </a:xfrm>
          </p:grpSpPr>
          <p:grpSp>
            <p:nvGrpSpPr>
              <p:cNvPr id="9029" name="Google Shape;9029;p25"/>
              <p:cNvGrpSpPr/>
              <p:nvPr/>
            </p:nvGrpSpPr>
            <p:grpSpPr>
              <a:xfrm>
                <a:off x="2374102" y="2397733"/>
                <a:ext cx="590853" cy="538858"/>
                <a:chOff x="1993102" y="2397733"/>
                <a:chExt cx="590853" cy="538858"/>
              </a:xfrm>
            </p:grpSpPr>
            <p:sp>
              <p:nvSpPr>
                <p:cNvPr id="9030" name="Google Shape;9030;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6" name="Google Shape;9046;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9" name="Google Shape;9049;p25"/>
              <p:cNvGrpSpPr/>
              <p:nvPr/>
            </p:nvGrpSpPr>
            <p:grpSpPr>
              <a:xfrm>
                <a:off x="2672051" y="2466803"/>
                <a:ext cx="88776" cy="97630"/>
                <a:chOff x="2291051" y="2466803"/>
                <a:chExt cx="88776" cy="97630"/>
              </a:xfrm>
            </p:grpSpPr>
            <p:sp>
              <p:nvSpPr>
                <p:cNvPr id="9050" name="Google Shape;9050;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9" name="Google Shape;9079;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25"/>
            <p:cNvGrpSpPr/>
            <p:nvPr/>
          </p:nvGrpSpPr>
          <p:grpSpPr>
            <a:xfrm>
              <a:off x="4490110" y="3659885"/>
              <a:ext cx="365767" cy="351686"/>
              <a:chOff x="1490538" y="753834"/>
              <a:chExt cx="470985" cy="455906"/>
            </a:xfrm>
          </p:grpSpPr>
          <p:sp>
            <p:nvSpPr>
              <p:cNvPr id="9087" name="Google Shape;908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25"/>
            <p:cNvGrpSpPr/>
            <p:nvPr/>
          </p:nvGrpSpPr>
          <p:grpSpPr>
            <a:xfrm rot="-975329">
              <a:off x="4865699" y="3543897"/>
              <a:ext cx="365789" cy="351698"/>
              <a:chOff x="1490538" y="753834"/>
              <a:chExt cx="470985" cy="455906"/>
            </a:xfrm>
          </p:grpSpPr>
          <p:sp>
            <p:nvSpPr>
              <p:cNvPr id="9098" name="Google Shape;909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8" name="Google Shape;9108;p25"/>
          <p:cNvGrpSpPr/>
          <p:nvPr/>
        </p:nvGrpSpPr>
        <p:grpSpPr>
          <a:xfrm rot="-5400000">
            <a:off x="6764893" y="2115712"/>
            <a:ext cx="2353234" cy="4389250"/>
            <a:chOff x="3238754" y="1037105"/>
            <a:chExt cx="2114316" cy="3971813"/>
          </a:xfrm>
        </p:grpSpPr>
        <p:grpSp>
          <p:nvGrpSpPr>
            <p:cNvPr id="9109" name="Google Shape;9109;p25"/>
            <p:cNvGrpSpPr/>
            <p:nvPr/>
          </p:nvGrpSpPr>
          <p:grpSpPr>
            <a:xfrm rot="352619">
              <a:off x="3514228" y="3929201"/>
              <a:ext cx="820714" cy="663927"/>
              <a:chOff x="1981897" y="1546050"/>
              <a:chExt cx="676612" cy="547354"/>
            </a:xfrm>
          </p:grpSpPr>
          <p:grpSp>
            <p:nvGrpSpPr>
              <p:cNvPr id="9110" name="Google Shape;9110;p25"/>
              <p:cNvGrpSpPr/>
              <p:nvPr/>
            </p:nvGrpSpPr>
            <p:grpSpPr>
              <a:xfrm>
                <a:off x="2240847" y="1546050"/>
                <a:ext cx="258712" cy="250429"/>
                <a:chOff x="1490538" y="753834"/>
                <a:chExt cx="470985" cy="455906"/>
              </a:xfrm>
            </p:grpSpPr>
            <p:sp>
              <p:nvSpPr>
                <p:cNvPr id="9111" name="Google Shape;911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25"/>
              <p:cNvGrpSpPr/>
              <p:nvPr/>
            </p:nvGrpSpPr>
            <p:grpSpPr>
              <a:xfrm>
                <a:off x="2399797" y="1673288"/>
                <a:ext cx="258712" cy="250429"/>
                <a:chOff x="1490538" y="753834"/>
                <a:chExt cx="470985" cy="455906"/>
              </a:xfrm>
            </p:grpSpPr>
            <p:sp>
              <p:nvSpPr>
                <p:cNvPr id="9122" name="Google Shape;9122;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25"/>
              <p:cNvGrpSpPr/>
              <p:nvPr/>
            </p:nvGrpSpPr>
            <p:grpSpPr>
              <a:xfrm>
                <a:off x="2159535" y="1742038"/>
                <a:ext cx="258712" cy="250429"/>
                <a:chOff x="1490538" y="753834"/>
                <a:chExt cx="470985" cy="455906"/>
              </a:xfrm>
            </p:grpSpPr>
            <p:sp>
              <p:nvSpPr>
                <p:cNvPr id="9133" name="Google Shape;9133;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25"/>
              <p:cNvGrpSpPr/>
              <p:nvPr/>
            </p:nvGrpSpPr>
            <p:grpSpPr>
              <a:xfrm>
                <a:off x="2323985" y="1842975"/>
                <a:ext cx="258712" cy="250429"/>
                <a:chOff x="1490538" y="753834"/>
                <a:chExt cx="470985" cy="455906"/>
              </a:xfrm>
            </p:grpSpPr>
            <p:sp>
              <p:nvSpPr>
                <p:cNvPr id="9144" name="Google Shape;9144;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25"/>
              <p:cNvGrpSpPr/>
              <p:nvPr/>
            </p:nvGrpSpPr>
            <p:grpSpPr>
              <a:xfrm>
                <a:off x="1981897" y="1804075"/>
                <a:ext cx="258712" cy="250429"/>
                <a:chOff x="1490538" y="753834"/>
                <a:chExt cx="470985" cy="455906"/>
              </a:xfrm>
            </p:grpSpPr>
            <p:sp>
              <p:nvSpPr>
                <p:cNvPr id="9155" name="Google Shape;9155;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5" name="Google Shape;9165;p25"/>
            <p:cNvGrpSpPr/>
            <p:nvPr/>
          </p:nvGrpSpPr>
          <p:grpSpPr>
            <a:xfrm flipH="1" rot="8833976">
              <a:off x="4214846" y="3438470"/>
              <a:ext cx="804524" cy="1469662"/>
              <a:chOff x="3377730" y="919968"/>
              <a:chExt cx="471039" cy="860470"/>
            </a:xfrm>
          </p:grpSpPr>
          <p:grpSp>
            <p:nvGrpSpPr>
              <p:cNvPr id="9166" name="Google Shape;9166;p25"/>
              <p:cNvGrpSpPr/>
              <p:nvPr/>
            </p:nvGrpSpPr>
            <p:grpSpPr>
              <a:xfrm>
                <a:off x="3377730" y="919968"/>
                <a:ext cx="408804" cy="692511"/>
                <a:chOff x="3377730" y="919968"/>
                <a:chExt cx="408804" cy="692511"/>
              </a:xfrm>
            </p:grpSpPr>
            <p:sp>
              <p:nvSpPr>
                <p:cNvPr id="9167" name="Google Shape;9167;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25"/>
              <p:cNvGrpSpPr/>
              <p:nvPr/>
            </p:nvGrpSpPr>
            <p:grpSpPr>
              <a:xfrm>
                <a:off x="3487239" y="1131104"/>
                <a:ext cx="361530" cy="649334"/>
                <a:chOff x="1266852" y="1150479"/>
                <a:chExt cx="361530" cy="649334"/>
              </a:xfrm>
            </p:grpSpPr>
            <p:sp>
              <p:nvSpPr>
                <p:cNvPr id="9180" name="Google Shape;9180;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8" name="Google Shape;9188;p25"/>
            <p:cNvGrpSpPr/>
            <p:nvPr/>
          </p:nvGrpSpPr>
          <p:grpSpPr>
            <a:xfrm rot="4488281">
              <a:off x="3583731" y="2580940"/>
              <a:ext cx="887798" cy="871068"/>
              <a:chOff x="3086354" y="1785830"/>
              <a:chExt cx="887833" cy="871102"/>
            </a:xfrm>
          </p:grpSpPr>
          <p:grpSp>
            <p:nvGrpSpPr>
              <p:cNvPr id="9189" name="Google Shape;9189;p25"/>
              <p:cNvGrpSpPr/>
              <p:nvPr/>
            </p:nvGrpSpPr>
            <p:grpSpPr>
              <a:xfrm rot="-2169427">
                <a:off x="3251277" y="1839739"/>
                <a:ext cx="408803" cy="692509"/>
                <a:chOff x="3377730" y="919968"/>
                <a:chExt cx="408804" cy="692511"/>
              </a:xfrm>
            </p:grpSpPr>
            <p:sp>
              <p:nvSpPr>
                <p:cNvPr id="9190" name="Google Shape;9190;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25"/>
              <p:cNvGrpSpPr/>
              <p:nvPr/>
            </p:nvGrpSpPr>
            <p:grpSpPr>
              <a:xfrm rot="-2169427">
                <a:off x="3455919" y="1963478"/>
                <a:ext cx="361529" cy="649332"/>
                <a:chOff x="1266852" y="1150479"/>
                <a:chExt cx="361530" cy="649334"/>
              </a:xfrm>
            </p:grpSpPr>
            <p:sp>
              <p:nvSpPr>
                <p:cNvPr id="9203" name="Google Shape;9203;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1" name="Google Shape;9211;p25"/>
            <p:cNvGrpSpPr/>
            <p:nvPr/>
          </p:nvGrpSpPr>
          <p:grpSpPr>
            <a:xfrm>
              <a:off x="3238754" y="1938230"/>
              <a:ext cx="887833" cy="871102"/>
              <a:chOff x="3086354" y="1785830"/>
              <a:chExt cx="887833" cy="871102"/>
            </a:xfrm>
          </p:grpSpPr>
          <p:grpSp>
            <p:nvGrpSpPr>
              <p:cNvPr id="9212" name="Google Shape;9212;p25"/>
              <p:cNvGrpSpPr/>
              <p:nvPr/>
            </p:nvGrpSpPr>
            <p:grpSpPr>
              <a:xfrm rot="-2169427">
                <a:off x="3251277" y="1839739"/>
                <a:ext cx="408803" cy="692509"/>
                <a:chOff x="3377730" y="919968"/>
                <a:chExt cx="408804" cy="692511"/>
              </a:xfrm>
            </p:grpSpPr>
            <p:sp>
              <p:nvSpPr>
                <p:cNvPr id="9213" name="Google Shape;9213;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25"/>
              <p:cNvGrpSpPr/>
              <p:nvPr/>
            </p:nvGrpSpPr>
            <p:grpSpPr>
              <a:xfrm rot="-2169427">
                <a:off x="3455919" y="1963478"/>
                <a:ext cx="361529" cy="649332"/>
                <a:chOff x="1266852" y="1150479"/>
                <a:chExt cx="361530" cy="649334"/>
              </a:xfrm>
            </p:grpSpPr>
            <p:sp>
              <p:nvSpPr>
                <p:cNvPr id="9226" name="Google Shape;9226;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4" name="Google Shape;9234;p25"/>
            <p:cNvGrpSpPr/>
            <p:nvPr/>
          </p:nvGrpSpPr>
          <p:grpSpPr>
            <a:xfrm>
              <a:off x="3490978" y="1037105"/>
              <a:ext cx="575468" cy="1051322"/>
              <a:chOff x="3377730" y="919968"/>
              <a:chExt cx="471039" cy="860470"/>
            </a:xfrm>
          </p:grpSpPr>
          <p:grpSp>
            <p:nvGrpSpPr>
              <p:cNvPr id="9235" name="Google Shape;9235;p25"/>
              <p:cNvGrpSpPr/>
              <p:nvPr/>
            </p:nvGrpSpPr>
            <p:grpSpPr>
              <a:xfrm>
                <a:off x="3377730" y="919968"/>
                <a:ext cx="408804" cy="692511"/>
                <a:chOff x="3377730" y="919968"/>
                <a:chExt cx="408804" cy="692511"/>
              </a:xfrm>
            </p:grpSpPr>
            <p:sp>
              <p:nvSpPr>
                <p:cNvPr id="9236" name="Google Shape;9236;p25"/>
                <p:cNvSpPr/>
                <p:nvPr/>
              </p:nvSpPr>
              <p:spPr>
                <a:xfrm>
                  <a:off x="3377730" y="919968"/>
                  <a:ext cx="408804" cy="528605"/>
                </a:xfrm>
                <a:custGeom>
                  <a:rect b="b" l="l" r="r" t="t"/>
                  <a:pathLst>
                    <a:path extrusionOk="0" h="15880" w="12281">
                      <a:moveTo>
                        <a:pt x="11244" y="1"/>
                      </a:moveTo>
                      <a:cubicBezTo>
                        <a:pt x="10545" y="676"/>
                        <a:pt x="9482" y="913"/>
                        <a:pt x="8885" y="1676"/>
                      </a:cubicBezTo>
                      <a:cubicBezTo>
                        <a:pt x="8568" y="2084"/>
                        <a:pt x="8396" y="2622"/>
                        <a:pt x="7961" y="2896"/>
                      </a:cubicBezTo>
                      <a:cubicBezTo>
                        <a:pt x="7671" y="3080"/>
                        <a:pt x="7311" y="3111"/>
                        <a:pt x="6982" y="3219"/>
                      </a:cubicBezTo>
                      <a:cubicBezTo>
                        <a:pt x="6497" y="3377"/>
                        <a:pt x="6070" y="3724"/>
                        <a:pt x="5808" y="4166"/>
                      </a:cubicBezTo>
                      <a:cubicBezTo>
                        <a:pt x="5589" y="4540"/>
                        <a:pt x="5489" y="4971"/>
                        <a:pt x="5289" y="5358"/>
                      </a:cubicBezTo>
                      <a:cubicBezTo>
                        <a:pt x="5093" y="5742"/>
                        <a:pt x="4751" y="6104"/>
                        <a:pt x="4318" y="6128"/>
                      </a:cubicBezTo>
                      <a:cubicBezTo>
                        <a:pt x="4298" y="6129"/>
                        <a:pt x="4278" y="6129"/>
                        <a:pt x="4258" y="6129"/>
                      </a:cubicBezTo>
                      <a:cubicBezTo>
                        <a:pt x="4110" y="6129"/>
                        <a:pt x="3956" y="6100"/>
                        <a:pt x="3811" y="6100"/>
                      </a:cubicBezTo>
                      <a:cubicBezTo>
                        <a:pt x="3702" y="6100"/>
                        <a:pt x="3598" y="6116"/>
                        <a:pt x="3506" y="6175"/>
                      </a:cubicBezTo>
                      <a:cubicBezTo>
                        <a:pt x="3026" y="6476"/>
                        <a:pt x="3483" y="7425"/>
                        <a:pt x="2993" y="7711"/>
                      </a:cubicBezTo>
                      <a:cubicBezTo>
                        <a:pt x="2918" y="7755"/>
                        <a:pt x="2837" y="7771"/>
                        <a:pt x="2754" y="7771"/>
                      </a:cubicBezTo>
                      <a:cubicBezTo>
                        <a:pt x="2505" y="7771"/>
                        <a:pt x="2229" y="7625"/>
                        <a:pt x="1971" y="7625"/>
                      </a:cubicBezTo>
                      <a:cubicBezTo>
                        <a:pt x="1909" y="7625"/>
                        <a:pt x="1849" y="7633"/>
                        <a:pt x="1789" y="7654"/>
                      </a:cubicBezTo>
                      <a:cubicBezTo>
                        <a:pt x="1478" y="7766"/>
                        <a:pt x="1378" y="8169"/>
                        <a:pt x="1447" y="8492"/>
                      </a:cubicBezTo>
                      <a:cubicBezTo>
                        <a:pt x="1515" y="8813"/>
                        <a:pt x="1697" y="9101"/>
                        <a:pt x="1774" y="9422"/>
                      </a:cubicBezTo>
                      <a:cubicBezTo>
                        <a:pt x="1879" y="9872"/>
                        <a:pt x="1654" y="10296"/>
                        <a:pt x="1270" y="10296"/>
                      </a:cubicBezTo>
                      <a:cubicBezTo>
                        <a:pt x="1155" y="10296"/>
                        <a:pt x="1025" y="10257"/>
                        <a:pt x="885" y="10169"/>
                      </a:cubicBezTo>
                      <a:cubicBezTo>
                        <a:pt x="757" y="10090"/>
                        <a:pt x="591" y="10007"/>
                        <a:pt x="449" y="10007"/>
                      </a:cubicBezTo>
                      <a:cubicBezTo>
                        <a:pt x="370" y="10007"/>
                        <a:pt x="299" y="10034"/>
                        <a:pt x="247" y="10101"/>
                      </a:cubicBezTo>
                      <a:cubicBezTo>
                        <a:pt x="208" y="10154"/>
                        <a:pt x="194" y="10218"/>
                        <a:pt x="180" y="10283"/>
                      </a:cubicBezTo>
                      <a:cubicBezTo>
                        <a:pt x="0" y="11211"/>
                        <a:pt x="284" y="12170"/>
                        <a:pt x="695" y="13021"/>
                      </a:cubicBezTo>
                      <a:cubicBezTo>
                        <a:pt x="944" y="13540"/>
                        <a:pt x="1247" y="14020"/>
                        <a:pt x="1647" y="14435"/>
                      </a:cubicBezTo>
                      <a:cubicBezTo>
                        <a:pt x="1968" y="14769"/>
                        <a:pt x="2175" y="15116"/>
                        <a:pt x="2588" y="15355"/>
                      </a:cubicBezTo>
                      <a:cubicBezTo>
                        <a:pt x="3198" y="15709"/>
                        <a:pt x="3907" y="15879"/>
                        <a:pt x="4614" y="15879"/>
                      </a:cubicBezTo>
                      <a:cubicBezTo>
                        <a:pt x="4866" y="15879"/>
                        <a:pt x="5118" y="15857"/>
                        <a:pt x="5366" y="15815"/>
                      </a:cubicBezTo>
                      <a:cubicBezTo>
                        <a:pt x="6565" y="15607"/>
                        <a:pt x="7652" y="14945"/>
                        <a:pt x="8535" y="14110"/>
                      </a:cubicBezTo>
                      <a:cubicBezTo>
                        <a:pt x="8801" y="13855"/>
                        <a:pt x="9143" y="13485"/>
                        <a:pt x="9086" y="13082"/>
                      </a:cubicBezTo>
                      <a:cubicBezTo>
                        <a:pt x="9047" y="12792"/>
                        <a:pt x="8617" y="12552"/>
                        <a:pt x="8699" y="12303"/>
                      </a:cubicBezTo>
                      <a:cubicBezTo>
                        <a:pt x="8769" y="12088"/>
                        <a:pt x="9413" y="11724"/>
                        <a:pt x="9593" y="11555"/>
                      </a:cubicBezTo>
                      <a:cubicBezTo>
                        <a:pt x="9858" y="11311"/>
                        <a:pt x="10112" y="11054"/>
                        <a:pt x="10353" y="10784"/>
                      </a:cubicBezTo>
                      <a:cubicBezTo>
                        <a:pt x="10504" y="10616"/>
                        <a:pt x="10648" y="10385"/>
                        <a:pt x="10666" y="10175"/>
                      </a:cubicBezTo>
                      <a:cubicBezTo>
                        <a:pt x="10676" y="10060"/>
                        <a:pt x="10648" y="9954"/>
                        <a:pt x="10560" y="9876"/>
                      </a:cubicBezTo>
                      <a:cubicBezTo>
                        <a:pt x="10509" y="9825"/>
                        <a:pt x="10437" y="9784"/>
                        <a:pt x="10406" y="9717"/>
                      </a:cubicBezTo>
                      <a:cubicBezTo>
                        <a:pt x="10382" y="9661"/>
                        <a:pt x="10386" y="9596"/>
                        <a:pt x="10396" y="9533"/>
                      </a:cubicBezTo>
                      <a:cubicBezTo>
                        <a:pt x="10494" y="8983"/>
                        <a:pt x="10985" y="8609"/>
                        <a:pt x="11390" y="8220"/>
                      </a:cubicBezTo>
                      <a:cubicBezTo>
                        <a:pt x="11674" y="7946"/>
                        <a:pt x="12030" y="7498"/>
                        <a:pt x="11983" y="7071"/>
                      </a:cubicBezTo>
                      <a:cubicBezTo>
                        <a:pt x="11940" y="6668"/>
                        <a:pt x="11615" y="6449"/>
                        <a:pt x="11627" y="5994"/>
                      </a:cubicBezTo>
                      <a:cubicBezTo>
                        <a:pt x="11651" y="5204"/>
                        <a:pt x="12281" y="4454"/>
                        <a:pt x="12019" y="3650"/>
                      </a:cubicBezTo>
                      <a:cubicBezTo>
                        <a:pt x="11915" y="3338"/>
                        <a:pt x="11684" y="3090"/>
                        <a:pt x="11518" y="2808"/>
                      </a:cubicBezTo>
                      <a:cubicBezTo>
                        <a:pt x="11028" y="1984"/>
                        <a:pt x="11128" y="954"/>
                        <a:pt x="11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5"/>
                <p:cNvSpPr/>
                <p:nvPr/>
              </p:nvSpPr>
              <p:spPr>
                <a:xfrm>
                  <a:off x="3465041" y="1027950"/>
                  <a:ext cx="258744" cy="584529"/>
                </a:xfrm>
                <a:custGeom>
                  <a:rect b="b" l="l" r="r" t="t"/>
                  <a:pathLst>
                    <a:path extrusionOk="0" h="17560" w="7773">
                      <a:moveTo>
                        <a:pt x="7680" y="0"/>
                      </a:moveTo>
                      <a:cubicBezTo>
                        <a:pt x="7561" y="0"/>
                        <a:pt x="6864" y="673"/>
                        <a:pt x="5921" y="1901"/>
                      </a:cubicBezTo>
                      <a:cubicBezTo>
                        <a:pt x="4943" y="3185"/>
                        <a:pt x="3711" y="5089"/>
                        <a:pt x="2623" y="7399"/>
                      </a:cubicBezTo>
                      <a:lnTo>
                        <a:pt x="2621" y="7399"/>
                      </a:lnTo>
                      <a:cubicBezTo>
                        <a:pt x="2514" y="7634"/>
                        <a:pt x="2410" y="7863"/>
                        <a:pt x="2304" y="8094"/>
                      </a:cubicBezTo>
                      <a:cubicBezTo>
                        <a:pt x="2194" y="8321"/>
                        <a:pt x="2104" y="8558"/>
                        <a:pt x="2005" y="8795"/>
                      </a:cubicBezTo>
                      <a:lnTo>
                        <a:pt x="2007" y="8795"/>
                      </a:lnTo>
                      <a:cubicBezTo>
                        <a:pt x="1016" y="11149"/>
                        <a:pt x="462" y="13359"/>
                        <a:pt x="229" y="14960"/>
                      </a:cubicBezTo>
                      <a:cubicBezTo>
                        <a:pt x="0" y="16569"/>
                        <a:pt x="69" y="17558"/>
                        <a:pt x="161" y="17560"/>
                      </a:cubicBezTo>
                      <a:cubicBezTo>
                        <a:pt x="161" y="17560"/>
                        <a:pt x="161" y="17560"/>
                        <a:pt x="161" y="17560"/>
                      </a:cubicBezTo>
                      <a:cubicBezTo>
                        <a:pt x="275" y="17560"/>
                        <a:pt x="355" y="16596"/>
                        <a:pt x="679" y="15043"/>
                      </a:cubicBezTo>
                      <a:cubicBezTo>
                        <a:pt x="1008" y="13489"/>
                        <a:pt x="1599" y="11345"/>
                        <a:pt x="2588" y="9037"/>
                      </a:cubicBezTo>
                      <a:lnTo>
                        <a:pt x="2592" y="9037"/>
                      </a:lnTo>
                      <a:cubicBezTo>
                        <a:pt x="2690" y="8805"/>
                        <a:pt x="2778" y="8574"/>
                        <a:pt x="2885" y="8348"/>
                      </a:cubicBezTo>
                      <a:cubicBezTo>
                        <a:pt x="2987" y="8121"/>
                        <a:pt x="3093" y="7896"/>
                        <a:pt x="3199" y="7667"/>
                      </a:cubicBezTo>
                      <a:lnTo>
                        <a:pt x="3195" y="7667"/>
                      </a:lnTo>
                      <a:cubicBezTo>
                        <a:pt x="4252" y="5393"/>
                        <a:pt x="5414" y="3494"/>
                        <a:pt x="6297" y="2169"/>
                      </a:cubicBezTo>
                      <a:cubicBezTo>
                        <a:pt x="7182" y="844"/>
                        <a:pt x="7773" y="75"/>
                        <a:pt x="7693" y="4"/>
                      </a:cubicBezTo>
                      <a:cubicBezTo>
                        <a:pt x="7690" y="2"/>
                        <a:pt x="7686"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5"/>
                <p:cNvSpPr/>
                <p:nvPr/>
              </p:nvSpPr>
              <p:spPr>
                <a:xfrm>
                  <a:off x="3641527" y="1032910"/>
                  <a:ext cx="25265" cy="92073"/>
                </a:xfrm>
                <a:custGeom>
                  <a:rect b="b" l="l" r="r" t="t"/>
                  <a:pathLst>
                    <a:path extrusionOk="0" h="2766" w="759">
                      <a:moveTo>
                        <a:pt x="519" y="1"/>
                      </a:moveTo>
                      <a:cubicBezTo>
                        <a:pt x="314" y="1"/>
                        <a:pt x="161" y="535"/>
                        <a:pt x="59" y="1237"/>
                      </a:cubicBezTo>
                      <a:lnTo>
                        <a:pt x="56" y="1237"/>
                      </a:lnTo>
                      <a:lnTo>
                        <a:pt x="44" y="1349"/>
                      </a:lnTo>
                      <a:lnTo>
                        <a:pt x="32" y="1460"/>
                      </a:lnTo>
                      <a:lnTo>
                        <a:pt x="34" y="1460"/>
                      </a:lnTo>
                      <a:cubicBezTo>
                        <a:pt x="1" y="1838"/>
                        <a:pt x="42" y="2210"/>
                        <a:pt x="140" y="2441"/>
                      </a:cubicBezTo>
                      <a:cubicBezTo>
                        <a:pt x="223" y="2653"/>
                        <a:pt x="330" y="2765"/>
                        <a:pt x="423" y="2765"/>
                      </a:cubicBezTo>
                      <a:cubicBezTo>
                        <a:pt x="435" y="2765"/>
                        <a:pt x="446" y="2763"/>
                        <a:pt x="457" y="2760"/>
                      </a:cubicBezTo>
                      <a:cubicBezTo>
                        <a:pt x="551" y="2729"/>
                        <a:pt x="574" y="2578"/>
                        <a:pt x="590" y="2361"/>
                      </a:cubicBezTo>
                      <a:cubicBezTo>
                        <a:pt x="602" y="2141"/>
                        <a:pt x="615" y="1864"/>
                        <a:pt x="660" y="1521"/>
                      </a:cubicBezTo>
                      <a:lnTo>
                        <a:pt x="662" y="1521"/>
                      </a:lnTo>
                      <a:lnTo>
                        <a:pt x="672" y="1419"/>
                      </a:lnTo>
                      <a:lnTo>
                        <a:pt x="684" y="1313"/>
                      </a:lnTo>
                      <a:lnTo>
                        <a:pt x="682" y="1313"/>
                      </a:lnTo>
                      <a:cubicBezTo>
                        <a:pt x="758" y="595"/>
                        <a:pt x="729" y="29"/>
                        <a:pt x="535" y="2"/>
                      </a:cubicBezTo>
                      <a:cubicBezTo>
                        <a:pt x="530" y="1"/>
                        <a:pt x="524" y="1"/>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25"/>
                <p:cNvSpPr/>
                <p:nvPr/>
              </p:nvSpPr>
              <p:spPr>
                <a:xfrm>
                  <a:off x="3593528" y="1079911"/>
                  <a:ext cx="22502" cy="113344"/>
                </a:xfrm>
                <a:custGeom>
                  <a:rect b="b" l="l" r="r" t="t"/>
                  <a:pathLst>
                    <a:path extrusionOk="0" h="3405" w="676">
                      <a:moveTo>
                        <a:pt x="387" y="0"/>
                      </a:moveTo>
                      <a:cubicBezTo>
                        <a:pt x="184" y="0"/>
                        <a:pt x="2" y="680"/>
                        <a:pt x="2" y="1575"/>
                      </a:cubicBezTo>
                      <a:lnTo>
                        <a:pt x="0" y="1575"/>
                      </a:lnTo>
                      <a:lnTo>
                        <a:pt x="2" y="1712"/>
                      </a:lnTo>
                      <a:cubicBezTo>
                        <a:pt x="2" y="1755"/>
                        <a:pt x="6" y="1802"/>
                        <a:pt x="8" y="1849"/>
                      </a:cubicBezTo>
                      <a:lnTo>
                        <a:pt x="10" y="1849"/>
                      </a:lnTo>
                      <a:cubicBezTo>
                        <a:pt x="54" y="2738"/>
                        <a:pt x="262" y="3405"/>
                        <a:pt x="463" y="3405"/>
                      </a:cubicBezTo>
                      <a:cubicBezTo>
                        <a:pt x="468" y="3405"/>
                        <a:pt x="474" y="3404"/>
                        <a:pt x="480" y="3403"/>
                      </a:cubicBezTo>
                      <a:cubicBezTo>
                        <a:pt x="675" y="3368"/>
                        <a:pt x="650" y="2693"/>
                        <a:pt x="636" y="1828"/>
                      </a:cubicBezTo>
                      <a:lnTo>
                        <a:pt x="640" y="1828"/>
                      </a:lnTo>
                      <a:lnTo>
                        <a:pt x="634" y="1696"/>
                      </a:lnTo>
                      <a:lnTo>
                        <a:pt x="634" y="1567"/>
                      </a:lnTo>
                      <a:lnTo>
                        <a:pt x="632" y="1567"/>
                      </a:lnTo>
                      <a:cubicBezTo>
                        <a:pt x="603" y="704"/>
                        <a:pt x="597" y="29"/>
                        <a:pt x="399" y="1"/>
                      </a:cubicBezTo>
                      <a:cubicBezTo>
                        <a:pt x="395" y="1"/>
                        <a:pt x="391"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25"/>
                <p:cNvSpPr/>
                <p:nvPr/>
              </p:nvSpPr>
              <p:spPr>
                <a:xfrm>
                  <a:off x="3533445" y="1155372"/>
                  <a:ext cx="34819" cy="125194"/>
                </a:xfrm>
                <a:custGeom>
                  <a:rect b="b" l="l" r="r" t="t"/>
                  <a:pathLst>
                    <a:path extrusionOk="0" h="3761" w="1046">
                      <a:moveTo>
                        <a:pt x="314" y="1"/>
                      </a:moveTo>
                      <a:cubicBezTo>
                        <a:pt x="313" y="1"/>
                        <a:pt x="312" y="1"/>
                        <a:pt x="312" y="1"/>
                      </a:cubicBezTo>
                      <a:cubicBezTo>
                        <a:pt x="106" y="5"/>
                        <a:pt x="0" y="768"/>
                        <a:pt x="83" y="1792"/>
                      </a:cubicBezTo>
                      <a:lnTo>
                        <a:pt x="81" y="1792"/>
                      </a:lnTo>
                      <a:cubicBezTo>
                        <a:pt x="87" y="1843"/>
                        <a:pt x="92" y="1894"/>
                        <a:pt x="98" y="1943"/>
                      </a:cubicBezTo>
                      <a:cubicBezTo>
                        <a:pt x="106" y="1995"/>
                        <a:pt x="110" y="2044"/>
                        <a:pt x="118" y="2095"/>
                      </a:cubicBezTo>
                      <a:lnTo>
                        <a:pt x="120" y="2095"/>
                      </a:lnTo>
                      <a:cubicBezTo>
                        <a:pt x="194" y="2604"/>
                        <a:pt x="325" y="3049"/>
                        <a:pt x="472" y="3348"/>
                      </a:cubicBezTo>
                      <a:cubicBezTo>
                        <a:pt x="602" y="3612"/>
                        <a:pt x="737" y="3760"/>
                        <a:pt x="832" y="3760"/>
                      </a:cubicBezTo>
                      <a:cubicBezTo>
                        <a:pt x="844" y="3760"/>
                        <a:pt x="855" y="3758"/>
                        <a:pt x="866" y="3753"/>
                      </a:cubicBezTo>
                      <a:cubicBezTo>
                        <a:pt x="1046" y="3671"/>
                        <a:pt x="840" y="2968"/>
                        <a:pt x="742" y="2011"/>
                      </a:cubicBezTo>
                      <a:lnTo>
                        <a:pt x="744" y="2011"/>
                      </a:lnTo>
                      <a:cubicBezTo>
                        <a:pt x="736" y="1962"/>
                        <a:pt x="733" y="1917"/>
                        <a:pt x="725" y="1870"/>
                      </a:cubicBezTo>
                      <a:cubicBezTo>
                        <a:pt x="719" y="1823"/>
                        <a:pt x="715" y="1774"/>
                        <a:pt x="709" y="1725"/>
                      </a:cubicBezTo>
                      <a:lnTo>
                        <a:pt x="707" y="1725"/>
                      </a:lnTo>
                      <a:cubicBezTo>
                        <a:pt x="602" y="770"/>
                        <a:pt x="514"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25"/>
                <p:cNvSpPr/>
                <p:nvPr/>
              </p:nvSpPr>
              <p:spPr>
                <a:xfrm>
                  <a:off x="3480486" y="1205036"/>
                  <a:ext cx="53526" cy="148163"/>
                </a:xfrm>
                <a:custGeom>
                  <a:rect b="b" l="l" r="r" t="t"/>
                  <a:pathLst>
                    <a:path extrusionOk="0" h="4451" w="1608">
                      <a:moveTo>
                        <a:pt x="322" y="0"/>
                      </a:moveTo>
                      <a:cubicBezTo>
                        <a:pt x="115" y="0"/>
                        <a:pt x="1" y="966"/>
                        <a:pt x="270" y="2181"/>
                      </a:cubicBezTo>
                      <a:lnTo>
                        <a:pt x="266" y="2181"/>
                      </a:lnTo>
                      <a:cubicBezTo>
                        <a:pt x="282" y="2242"/>
                        <a:pt x="298" y="2300"/>
                        <a:pt x="311" y="2363"/>
                      </a:cubicBezTo>
                      <a:cubicBezTo>
                        <a:pt x="325" y="2422"/>
                        <a:pt x="343" y="2482"/>
                        <a:pt x="358" y="2541"/>
                      </a:cubicBezTo>
                      <a:lnTo>
                        <a:pt x="360" y="2541"/>
                      </a:lnTo>
                      <a:cubicBezTo>
                        <a:pt x="676" y="3675"/>
                        <a:pt x="1185" y="4451"/>
                        <a:pt x="1394" y="4451"/>
                      </a:cubicBezTo>
                      <a:cubicBezTo>
                        <a:pt x="1407" y="4451"/>
                        <a:pt x="1419" y="4448"/>
                        <a:pt x="1429" y="4442"/>
                      </a:cubicBezTo>
                      <a:cubicBezTo>
                        <a:pt x="1607" y="4346"/>
                        <a:pt x="1251" y="3510"/>
                        <a:pt x="967" y="2377"/>
                      </a:cubicBezTo>
                      <a:lnTo>
                        <a:pt x="969" y="2377"/>
                      </a:lnTo>
                      <a:cubicBezTo>
                        <a:pt x="955" y="2320"/>
                        <a:pt x="940" y="2265"/>
                        <a:pt x="924" y="2208"/>
                      </a:cubicBezTo>
                      <a:cubicBezTo>
                        <a:pt x="910" y="2152"/>
                        <a:pt x="899" y="2095"/>
                        <a:pt x="885" y="2038"/>
                      </a:cubicBezTo>
                      <a:lnTo>
                        <a:pt x="881" y="2038"/>
                      </a:lnTo>
                      <a:cubicBezTo>
                        <a:pt x="601" y="911"/>
                        <a:pt x="525" y="4"/>
                        <a:pt x="323" y="0"/>
                      </a:cubicBezTo>
                      <a:cubicBezTo>
                        <a:pt x="323" y="0"/>
                        <a:pt x="322"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5"/>
                <p:cNvSpPr/>
                <p:nvPr/>
              </p:nvSpPr>
              <p:spPr>
                <a:xfrm>
                  <a:off x="3441241" y="1261657"/>
                  <a:ext cx="75296" cy="148063"/>
                </a:xfrm>
                <a:custGeom>
                  <a:rect b="b" l="l" r="r" t="t"/>
                  <a:pathLst>
                    <a:path extrusionOk="0" h="4448" w="2262">
                      <a:moveTo>
                        <a:pt x="165" y="0"/>
                      </a:moveTo>
                      <a:cubicBezTo>
                        <a:pt x="163" y="0"/>
                        <a:pt x="161" y="0"/>
                        <a:pt x="159" y="0"/>
                      </a:cubicBezTo>
                      <a:cubicBezTo>
                        <a:pt x="58" y="10"/>
                        <a:pt x="1" y="267"/>
                        <a:pt x="24" y="691"/>
                      </a:cubicBezTo>
                      <a:cubicBezTo>
                        <a:pt x="54" y="1112"/>
                        <a:pt x="175" y="1694"/>
                        <a:pt x="424" y="2310"/>
                      </a:cubicBezTo>
                      <a:lnTo>
                        <a:pt x="422" y="2310"/>
                      </a:lnTo>
                      <a:cubicBezTo>
                        <a:pt x="449" y="2371"/>
                        <a:pt x="473" y="2433"/>
                        <a:pt x="500" y="2494"/>
                      </a:cubicBezTo>
                      <a:cubicBezTo>
                        <a:pt x="527" y="2555"/>
                        <a:pt x="557" y="2613"/>
                        <a:pt x="582" y="2674"/>
                      </a:cubicBezTo>
                      <a:lnTo>
                        <a:pt x="586" y="2674"/>
                      </a:lnTo>
                      <a:cubicBezTo>
                        <a:pt x="874" y="3277"/>
                        <a:pt x="1224" y="3757"/>
                        <a:pt x="1512" y="4062"/>
                      </a:cubicBezTo>
                      <a:cubicBezTo>
                        <a:pt x="1755" y="4313"/>
                        <a:pt x="1952" y="4448"/>
                        <a:pt x="2059" y="4448"/>
                      </a:cubicBezTo>
                      <a:cubicBezTo>
                        <a:pt x="2081" y="4448"/>
                        <a:pt x="2099" y="4442"/>
                        <a:pt x="2113" y="4430"/>
                      </a:cubicBezTo>
                      <a:cubicBezTo>
                        <a:pt x="2262" y="4293"/>
                        <a:pt x="1659" y="3533"/>
                        <a:pt x="1152" y="2408"/>
                      </a:cubicBezTo>
                      <a:lnTo>
                        <a:pt x="1156" y="2408"/>
                      </a:lnTo>
                      <a:cubicBezTo>
                        <a:pt x="1128" y="2351"/>
                        <a:pt x="1103" y="2298"/>
                        <a:pt x="1077" y="2242"/>
                      </a:cubicBezTo>
                      <a:cubicBezTo>
                        <a:pt x="1052" y="2185"/>
                        <a:pt x="1030" y="2130"/>
                        <a:pt x="1005" y="2073"/>
                      </a:cubicBezTo>
                      <a:lnTo>
                        <a:pt x="1003" y="2073"/>
                      </a:lnTo>
                      <a:cubicBezTo>
                        <a:pt x="518" y="950"/>
                        <a:pt x="366" y="0"/>
                        <a:pt x="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5"/>
                <p:cNvSpPr/>
                <p:nvPr/>
              </p:nvSpPr>
              <p:spPr>
                <a:xfrm>
                  <a:off x="3501191" y="1334921"/>
                  <a:ext cx="153089" cy="68306"/>
                </a:xfrm>
                <a:custGeom>
                  <a:rect b="b" l="l" r="r" t="t"/>
                  <a:pathLst>
                    <a:path extrusionOk="0" h="2052" w="4599">
                      <a:moveTo>
                        <a:pt x="4394" y="1"/>
                      </a:moveTo>
                      <a:cubicBezTo>
                        <a:pt x="4137" y="1"/>
                        <a:pt x="3420" y="498"/>
                        <a:pt x="2428" y="929"/>
                      </a:cubicBezTo>
                      <a:lnTo>
                        <a:pt x="2428" y="927"/>
                      </a:lnTo>
                      <a:cubicBezTo>
                        <a:pt x="2371" y="951"/>
                        <a:pt x="2314" y="978"/>
                        <a:pt x="2259" y="1002"/>
                      </a:cubicBezTo>
                      <a:cubicBezTo>
                        <a:pt x="2203" y="1025"/>
                        <a:pt x="2146" y="1049"/>
                        <a:pt x="2087" y="1070"/>
                      </a:cubicBezTo>
                      <a:lnTo>
                        <a:pt x="2087" y="1074"/>
                      </a:lnTo>
                      <a:cubicBezTo>
                        <a:pt x="950" y="1548"/>
                        <a:pt x="1" y="1706"/>
                        <a:pt x="24" y="1927"/>
                      </a:cubicBezTo>
                      <a:cubicBezTo>
                        <a:pt x="30" y="2003"/>
                        <a:pt x="203" y="2052"/>
                        <a:pt x="489" y="2052"/>
                      </a:cubicBezTo>
                      <a:cubicBezTo>
                        <a:pt x="912" y="2052"/>
                        <a:pt x="1581" y="1945"/>
                        <a:pt x="2322" y="1655"/>
                      </a:cubicBezTo>
                      <a:lnTo>
                        <a:pt x="2322" y="1657"/>
                      </a:lnTo>
                      <a:cubicBezTo>
                        <a:pt x="2383" y="1634"/>
                        <a:pt x="2445" y="1606"/>
                        <a:pt x="2506" y="1583"/>
                      </a:cubicBezTo>
                      <a:cubicBezTo>
                        <a:pt x="2567" y="1556"/>
                        <a:pt x="2625" y="1528"/>
                        <a:pt x="2686" y="1501"/>
                      </a:cubicBezTo>
                      <a:lnTo>
                        <a:pt x="2686" y="1499"/>
                      </a:lnTo>
                      <a:cubicBezTo>
                        <a:pt x="3896" y="939"/>
                        <a:pt x="4598" y="168"/>
                        <a:pt x="4473" y="31"/>
                      </a:cubicBezTo>
                      <a:cubicBezTo>
                        <a:pt x="4456" y="10"/>
                        <a:pt x="4429" y="1"/>
                        <a:pt x="4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5"/>
                <p:cNvSpPr/>
                <p:nvPr/>
              </p:nvSpPr>
              <p:spPr>
                <a:xfrm>
                  <a:off x="3521462" y="1276170"/>
                  <a:ext cx="175359" cy="72234"/>
                </a:xfrm>
                <a:custGeom>
                  <a:rect b="b" l="l" r="r" t="t"/>
                  <a:pathLst>
                    <a:path extrusionOk="0" h="2170" w="5268">
                      <a:moveTo>
                        <a:pt x="5069" y="1"/>
                      </a:moveTo>
                      <a:cubicBezTo>
                        <a:pt x="4797" y="1"/>
                        <a:pt x="3962" y="557"/>
                        <a:pt x="2803" y="1023"/>
                      </a:cubicBezTo>
                      <a:lnTo>
                        <a:pt x="2803" y="1021"/>
                      </a:lnTo>
                      <a:cubicBezTo>
                        <a:pt x="2739" y="1048"/>
                        <a:pt x="2674" y="1074"/>
                        <a:pt x="2611" y="1101"/>
                      </a:cubicBezTo>
                      <a:cubicBezTo>
                        <a:pt x="2545" y="1126"/>
                        <a:pt x="2482" y="1150"/>
                        <a:pt x="2412" y="1175"/>
                      </a:cubicBezTo>
                      <a:lnTo>
                        <a:pt x="2412" y="1177"/>
                      </a:lnTo>
                      <a:cubicBezTo>
                        <a:pt x="1095" y="1680"/>
                        <a:pt x="0" y="1815"/>
                        <a:pt x="20" y="2039"/>
                      </a:cubicBezTo>
                      <a:cubicBezTo>
                        <a:pt x="22" y="2116"/>
                        <a:pt x="228" y="2170"/>
                        <a:pt x="570" y="2170"/>
                      </a:cubicBezTo>
                      <a:cubicBezTo>
                        <a:pt x="1050" y="2170"/>
                        <a:pt x="1799" y="2064"/>
                        <a:pt x="2631" y="1766"/>
                      </a:cubicBezTo>
                      <a:lnTo>
                        <a:pt x="2631" y="1768"/>
                      </a:lnTo>
                      <a:cubicBezTo>
                        <a:pt x="2702" y="1743"/>
                        <a:pt x="2770" y="1716"/>
                        <a:pt x="2840" y="1690"/>
                      </a:cubicBezTo>
                      <a:cubicBezTo>
                        <a:pt x="2909" y="1665"/>
                        <a:pt x="2977" y="1635"/>
                        <a:pt x="3050" y="1606"/>
                      </a:cubicBezTo>
                      <a:lnTo>
                        <a:pt x="3050" y="1602"/>
                      </a:lnTo>
                      <a:cubicBezTo>
                        <a:pt x="4436" y="1009"/>
                        <a:pt x="5268" y="169"/>
                        <a:pt x="5146" y="30"/>
                      </a:cubicBezTo>
                      <a:cubicBezTo>
                        <a:pt x="5130" y="10"/>
                        <a:pt x="5105" y="1"/>
                        <a:pt x="5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5"/>
                <p:cNvSpPr/>
                <p:nvPr/>
              </p:nvSpPr>
              <p:spPr>
                <a:xfrm>
                  <a:off x="3555215" y="1204337"/>
                  <a:ext cx="143502" cy="66442"/>
                </a:xfrm>
                <a:custGeom>
                  <a:rect b="b" l="l" r="r" t="t"/>
                  <a:pathLst>
                    <a:path extrusionOk="0" h="1996" w="4311">
                      <a:moveTo>
                        <a:pt x="4100" y="1"/>
                      </a:moveTo>
                      <a:cubicBezTo>
                        <a:pt x="3840" y="1"/>
                        <a:pt x="3149" y="422"/>
                        <a:pt x="2236" y="832"/>
                      </a:cubicBezTo>
                      <a:lnTo>
                        <a:pt x="2236" y="830"/>
                      </a:lnTo>
                      <a:cubicBezTo>
                        <a:pt x="2181" y="853"/>
                        <a:pt x="2130" y="879"/>
                        <a:pt x="2077" y="902"/>
                      </a:cubicBezTo>
                      <a:cubicBezTo>
                        <a:pt x="2022" y="926"/>
                        <a:pt x="1971" y="949"/>
                        <a:pt x="1918" y="971"/>
                      </a:cubicBezTo>
                      <a:lnTo>
                        <a:pt x="1918" y="975"/>
                      </a:lnTo>
                      <a:cubicBezTo>
                        <a:pt x="1384" y="1208"/>
                        <a:pt x="901" y="1386"/>
                        <a:pt x="552" y="1529"/>
                      </a:cubicBezTo>
                      <a:cubicBezTo>
                        <a:pt x="466" y="1566"/>
                        <a:pt x="388" y="1597"/>
                        <a:pt x="319" y="1632"/>
                      </a:cubicBezTo>
                      <a:cubicBezTo>
                        <a:pt x="249" y="1664"/>
                        <a:pt x="192" y="1699"/>
                        <a:pt x="163" y="1720"/>
                      </a:cubicBezTo>
                      <a:cubicBezTo>
                        <a:pt x="104" y="1769"/>
                        <a:pt x="43" y="1771"/>
                        <a:pt x="24" y="1816"/>
                      </a:cubicBezTo>
                      <a:cubicBezTo>
                        <a:pt x="0" y="1857"/>
                        <a:pt x="32" y="1963"/>
                        <a:pt x="188" y="1987"/>
                      </a:cubicBezTo>
                      <a:cubicBezTo>
                        <a:pt x="236" y="1994"/>
                        <a:pt x="279" y="1996"/>
                        <a:pt x="323" y="1996"/>
                      </a:cubicBezTo>
                      <a:cubicBezTo>
                        <a:pt x="349" y="1996"/>
                        <a:pt x="377" y="1995"/>
                        <a:pt x="405" y="1994"/>
                      </a:cubicBezTo>
                      <a:cubicBezTo>
                        <a:pt x="484" y="1993"/>
                        <a:pt x="572" y="1987"/>
                        <a:pt x="670" y="1973"/>
                      </a:cubicBezTo>
                      <a:cubicBezTo>
                        <a:pt x="1059" y="1924"/>
                        <a:pt x="1592" y="1789"/>
                        <a:pt x="2165" y="1554"/>
                      </a:cubicBezTo>
                      <a:lnTo>
                        <a:pt x="2165" y="1556"/>
                      </a:lnTo>
                      <a:cubicBezTo>
                        <a:pt x="2222" y="1533"/>
                        <a:pt x="2277" y="1507"/>
                        <a:pt x="2333" y="1480"/>
                      </a:cubicBezTo>
                      <a:cubicBezTo>
                        <a:pt x="2390" y="1456"/>
                        <a:pt x="2447" y="1431"/>
                        <a:pt x="2502" y="1405"/>
                      </a:cubicBezTo>
                      <a:lnTo>
                        <a:pt x="2502" y="1401"/>
                      </a:lnTo>
                      <a:cubicBezTo>
                        <a:pt x="3623" y="863"/>
                        <a:pt x="4310" y="184"/>
                        <a:pt x="4193" y="37"/>
                      </a:cubicBezTo>
                      <a:cubicBezTo>
                        <a:pt x="4174" y="12"/>
                        <a:pt x="4143"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5"/>
                <p:cNvSpPr/>
                <p:nvPr/>
              </p:nvSpPr>
              <p:spPr>
                <a:xfrm>
                  <a:off x="3602782" y="1122452"/>
                  <a:ext cx="139075" cy="62747"/>
                </a:xfrm>
                <a:custGeom>
                  <a:rect b="b" l="l" r="r" t="t"/>
                  <a:pathLst>
                    <a:path extrusionOk="0" h="1885" w="4178">
                      <a:moveTo>
                        <a:pt x="4077" y="1"/>
                      </a:moveTo>
                      <a:cubicBezTo>
                        <a:pt x="4030" y="1"/>
                        <a:pt x="3984" y="27"/>
                        <a:pt x="3917" y="52"/>
                      </a:cubicBezTo>
                      <a:cubicBezTo>
                        <a:pt x="3842" y="84"/>
                        <a:pt x="3721" y="129"/>
                        <a:pt x="3547" y="207"/>
                      </a:cubicBezTo>
                      <a:cubicBezTo>
                        <a:pt x="3214" y="358"/>
                        <a:pt x="2762" y="587"/>
                        <a:pt x="2237" y="806"/>
                      </a:cubicBezTo>
                      <a:lnTo>
                        <a:pt x="2237" y="804"/>
                      </a:lnTo>
                      <a:cubicBezTo>
                        <a:pt x="2185" y="826"/>
                        <a:pt x="2134" y="847"/>
                        <a:pt x="2081" y="871"/>
                      </a:cubicBezTo>
                      <a:cubicBezTo>
                        <a:pt x="2030" y="890"/>
                        <a:pt x="1977" y="912"/>
                        <a:pt x="1922" y="933"/>
                      </a:cubicBezTo>
                      <a:lnTo>
                        <a:pt x="1922" y="935"/>
                      </a:lnTo>
                      <a:cubicBezTo>
                        <a:pt x="867" y="1364"/>
                        <a:pt x="0" y="1550"/>
                        <a:pt x="31" y="1767"/>
                      </a:cubicBezTo>
                      <a:cubicBezTo>
                        <a:pt x="39" y="1840"/>
                        <a:pt x="193" y="1885"/>
                        <a:pt x="446" y="1885"/>
                      </a:cubicBezTo>
                      <a:cubicBezTo>
                        <a:pt x="834" y="1885"/>
                        <a:pt x="1456" y="1781"/>
                        <a:pt x="2149" y="1520"/>
                      </a:cubicBezTo>
                      <a:lnTo>
                        <a:pt x="2149" y="1522"/>
                      </a:lnTo>
                      <a:cubicBezTo>
                        <a:pt x="2206" y="1501"/>
                        <a:pt x="2263" y="1477"/>
                        <a:pt x="2320" y="1454"/>
                      </a:cubicBezTo>
                      <a:cubicBezTo>
                        <a:pt x="2374" y="1430"/>
                        <a:pt x="2429" y="1409"/>
                        <a:pt x="2486" y="1383"/>
                      </a:cubicBezTo>
                      <a:lnTo>
                        <a:pt x="2486" y="1381"/>
                      </a:lnTo>
                      <a:cubicBezTo>
                        <a:pt x="3040" y="1135"/>
                        <a:pt x="3496" y="841"/>
                        <a:pt x="3790" y="591"/>
                      </a:cubicBezTo>
                      <a:cubicBezTo>
                        <a:pt x="3931" y="471"/>
                        <a:pt x="4064" y="352"/>
                        <a:pt x="4120" y="221"/>
                      </a:cubicBezTo>
                      <a:cubicBezTo>
                        <a:pt x="4177" y="97"/>
                        <a:pt x="4144" y="13"/>
                        <a:pt x="4101" y="3"/>
                      </a:cubicBezTo>
                      <a:cubicBezTo>
                        <a:pt x="4093" y="2"/>
                        <a:pt x="4085" y="1"/>
                        <a:pt x="40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5"/>
                <p:cNvSpPr/>
                <p:nvPr/>
              </p:nvSpPr>
              <p:spPr>
                <a:xfrm>
                  <a:off x="3651247" y="1055512"/>
                  <a:ext cx="112179" cy="66941"/>
                </a:xfrm>
                <a:custGeom>
                  <a:rect b="b" l="l" r="r" t="t"/>
                  <a:pathLst>
                    <a:path extrusionOk="0" h="2011" w="3370">
                      <a:moveTo>
                        <a:pt x="3237" y="1"/>
                      </a:moveTo>
                      <a:cubicBezTo>
                        <a:pt x="3141" y="1"/>
                        <a:pt x="3022" y="129"/>
                        <a:pt x="2829" y="288"/>
                      </a:cubicBezTo>
                      <a:cubicBezTo>
                        <a:pt x="2615" y="470"/>
                        <a:pt x="2291" y="683"/>
                        <a:pt x="1858" y="875"/>
                      </a:cubicBezTo>
                      <a:lnTo>
                        <a:pt x="1858" y="871"/>
                      </a:lnTo>
                      <a:cubicBezTo>
                        <a:pt x="1815" y="891"/>
                        <a:pt x="1772" y="910"/>
                        <a:pt x="1729" y="930"/>
                      </a:cubicBezTo>
                      <a:cubicBezTo>
                        <a:pt x="1686" y="950"/>
                        <a:pt x="1641" y="967"/>
                        <a:pt x="1596" y="987"/>
                      </a:cubicBezTo>
                      <a:lnTo>
                        <a:pt x="1596" y="989"/>
                      </a:lnTo>
                      <a:cubicBezTo>
                        <a:pt x="685" y="1376"/>
                        <a:pt x="0" y="1742"/>
                        <a:pt x="83" y="1942"/>
                      </a:cubicBezTo>
                      <a:cubicBezTo>
                        <a:pt x="103" y="1989"/>
                        <a:pt x="169" y="2010"/>
                        <a:pt x="272" y="2010"/>
                      </a:cubicBezTo>
                      <a:cubicBezTo>
                        <a:pt x="562" y="2010"/>
                        <a:pt x="1148" y="1839"/>
                        <a:pt x="1838" y="1570"/>
                      </a:cubicBezTo>
                      <a:lnTo>
                        <a:pt x="1838" y="1572"/>
                      </a:lnTo>
                      <a:cubicBezTo>
                        <a:pt x="1885" y="1552"/>
                        <a:pt x="1934" y="1531"/>
                        <a:pt x="1981" y="1511"/>
                      </a:cubicBezTo>
                      <a:cubicBezTo>
                        <a:pt x="2026" y="1488"/>
                        <a:pt x="2075" y="1468"/>
                        <a:pt x="2122" y="1447"/>
                      </a:cubicBezTo>
                      <a:lnTo>
                        <a:pt x="2122" y="1445"/>
                      </a:lnTo>
                      <a:cubicBezTo>
                        <a:pt x="2600" y="1222"/>
                        <a:pt x="2995" y="891"/>
                        <a:pt x="3177" y="584"/>
                      </a:cubicBezTo>
                      <a:cubicBezTo>
                        <a:pt x="3369" y="274"/>
                        <a:pt x="3363" y="39"/>
                        <a:pt x="3275" y="8"/>
                      </a:cubicBezTo>
                      <a:cubicBezTo>
                        <a:pt x="3263" y="3"/>
                        <a:pt x="3250" y="1"/>
                        <a:pt x="3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25"/>
              <p:cNvGrpSpPr/>
              <p:nvPr/>
            </p:nvGrpSpPr>
            <p:grpSpPr>
              <a:xfrm>
                <a:off x="3487239" y="1131104"/>
                <a:ext cx="361530" cy="649334"/>
                <a:chOff x="1266852" y="1150479"/>
                <a:chExt cx="361530" cy="649334"/>
              </a:xfrm>
            </p:grpSpPr>
            <p:sp>
              <p:nvSpPr>
                <p:cNvPr id="9249" name="Google Shape;9249;p25"/>
                <p:cNvSpPr/>
                <p:nvPr/>
              </p:nvSpPr>
              <p:spPr>
                <a:xfrm>
                  <a:off x="1266852" y="1389611"/>
                  <a:ext cx="226322" cy="410202"/>
                </a:xfrm>
                <a:custGeom>
                  <a:rect b="b" l="l" r="r" t="t"/>
                  <a:pathLst>
                    <a:path extrusionOk="0" h="12323" w="6799">
                      <a:moveTo>
                        <a:pt x="6600" y="1"/>
                      </a:moveTo>
                      <a:cubicBezTo>
                        <a:pt x="6382" y="1"/>
                        <a:pt x="4731" y="2220"/>
                        <a:pt x="3041" y="5364"/>
                      </a:cubicBezTo>
                      <a:lnTo>
                        <a:pt x="3039" y="5362"/>
                      </a:lnTo>
                      <a:cubicBezTo>
                        <a:pt x="2952" y="5522"/>
                        <a:pt x="2866" y="5685"/>
                        <a:pt x="2784" y="5843"/>
                      </a:cubicBezTo>
                      <a:cubicBezTo>
                        <a:pt x="2700" y="6004"/>
                        <a:pt x="2618" y="6164"/>
                        <a:pt x="2534" y="6327"/>
                      </a:cubicBezTo>
                      <a:lnTo>
                        <a:pt x="2538" y="6331"/>
                      </a:lnTo>
                      <a:cubicBezTo>
                        <a:pt x="880" y="9582"/>
                        <a:pt x="1" y="12256"/>
                        <a:pt x="175" y="12320"/>
                      </a:cubicBezTo>
                      <a:cubicBezTo>
                        <a:pt x="178" y="12322"/>
                        <a:pt x="182" y="12322"/>
                        <a:pt x="185" y="12322"/>
                      </a:cubicBezTo>
                      <a:cubicBezTo>
                        <a:pt x="416" y="12322"/>
                        <a:pt x="1455" y="9772"/>
                        <a:pt x="3091" y="6615"/>
                      </a:cubicBezTo>
                      <a:lnTo>
                        <a:pt x="3095" y="6615"/>
                      </a:lnTo>
                      <a:cubicBezTo>
                        <a:pt x="3178" y="6452"/>
                        <a:pt x="3258" y="6294"/>
                        <a:pt x="3342" y="6135"/>
                      </a:cubicBezTo>
                      <a:cubicBezTo>
                        <a:pt x="3424" y="5975"/>
                        <a:pt x="3510" y="5818"/>
                        <a:pt x="3596" y="5657"/>
                      </a:cubicBezTo>
                      <a:lnTo>
                        <a:pt x="3595" y="5657"/>
                      </a:lnTo>
                      <a:cubicBezTo>
                        <a:pt x="5278" y="2461"/>
                        <a:pt x="6799" y="130"/>
                        <a:pt x="6613" y="5"/>
                      </a:cubicBezTo>
                      <a:cubicBezTo>
                        <a:pt x="6609" y="2"/>
                        <a:pt x="6605" y="1"/>
                        <a:pt x="6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5"/>
                <p:cNvSpPr/>
                <p:nvPr/>
              </p:nvSpPr>
              <p:spPr>
                <a:xfrm>
                  <a:off x="1393507" y="1263254"/>
                  <a:ext cx="93871" cy="269096"/>
                </a:xfrm>
                <a:custGeom>
                  <a:rect b="b" l="l" r="r" t="t"/>
                  <a:pathLst>
                    <a:path extrusionOk="0" h="8084" w="2820">
                      <a:moveTo>
                        <a:pt x="2389" y="0"/>
                      </a:moveTo>
                      <a:cubicBezTo>
                        <a:pt x="2347" y="0"/>
                        <a:pt x="2304" y="12"/>
                        <a:pt x="2264" y="29"/>
                      </a:cubicBezTo>
                      <a:cubicBezTo>
                        <a:pt x="1737" y="236"/>
                        <a:pt x="1467" y="814"/>
                        <a:pt x="1267" y="1344"/>
                      </a:cubicBezTo>
                      <a:cubicBezTo>
                        <a:pt x="502" y="3374"/>
                        <a:pt x="1" y="5543"/>
                        <a:pt x="173" y="7704"/>
                      </a:cubicBezTo>
                      <a:lnTo>
                        <a:pt x="224" y="8083"/>
                      </a:lnTo>
                      <a:cubicBezTo>
                        <a:pt x="706" y="7578"/>
                        <a:pt x="1007" y="6932"/>
                        <a:pt x="1273" y="6288"/>
                      </a:cubicBezTo>
                      <a:cubicBezTo>
                        <a:pt x="1811" y="4983"/>
                        <a:pt x="2238" y="3632"/>
                        <a:pt x="2545" y="2252"/>
                      </a:cubicBezTo>
                      <a:cubicBezTo>
                        <a:pt x="2700" y="1567"/>
                        <a:pt x="2820" y="831"/>
                        <a:pt x="2573" y="174"/>
                      </a:cubicBezTo>
                      <a:cubicBezTo>
                        <a:pt x="2547" y="109"/>
                        <a:pt x="2516" y="40"/>
                        <a:pt x="2455" y="13"/>
                      </a:cubicBezTo>
                      <a:cubicBezTo>
                        <a:pt x="2434" y="4"/>
                        <a:pt x="2412" y="0"/>
                        <a:pt x="2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5"/>
                <p:cNvSpPr/>
                <p:nvPr/>
              </p:nvSpPr>
              <p:spPr>
                <a:xfrm>
                  <a:off x="1474960" y="1150479"/>
                  <a:ext cx="153422" cy="253185"/>
                </a:xfrm>
                <a:custGeom>
                  <a:rect b="b" l="l" r="r" t="t"/>
                  <a:pathLst>
                    <a:path extrusionOk="0" h="7606" w="4609">
                      <a:moveTo>
                        <a:pt x="4146" y="0"/>
                      </a:moveTo>
                      <a:cubicBezTo>
                        <a:pt x="4017" y="0"/>
                        <a:pt x="3881" y="44"/>
                        <a:pt x="3765" y="101"/>
                      </a:cubicBezTo>
                      <a:cubicBezTo>
                        <a:pt x="2876" y="534"/>
                        <a:pt x="2257" y="1667"/>
                        <a:pt x="1848" y="2524"/>
                      </a:cubicBezTo>
                      <a:cubicBezTo>
                        <a:pt x="1067" y="4155"/>
                        <a:pt x="322" y="5816"/>
                        <a:pt x="1" y="7606"/>
                      </a:cubicBezTo>
                      <a:cubicBezTo>
                        <a:pt x="811" y="7091"/>
                        <a:pt x="1418" y="6253"/>
                        <a:pt x="1993" y="5509"/>
                      </a:cubicBezTo>
                      <a:cubicBezTo>
                        <a:pt x="2706" y="4585"/>
                        <a:pt x="3358" y="3564"/>
                        <a:pt x="3876" y="2495"/>
                      </a:cubicBezTo>
                      <a:cubicBezTo>
                        <a:pt x="4117" y="1998"/>
                        <a:pt x="4330" y="1489"/>
                        <a:pt x="4506" y="974"/>
                      </a:cubicBezTo>
                      <a:cubicBezTo>
                        <a:pt x="4559" y="817"/>
                        <a:pt x="4608" y="651"/>
                        <a:pt x="4600" y="485"/>
                      </a:cubicBezTo>
                      <a:cubicBezTo>
                        <a:pt x="4595" y="318"/>
                        <a:pt x="4520" y="146"/>
                        <a:pt x="4375" y="60"/>
                      </a:cubicBezTo>
                      <a:cubicBezTo>
                        <a:pt x="4305" y="18"/>
                        <a:pt x="4227" y="0"/>
                        <a:pt x="4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5"/>
                <p:cNvSpPr/>
                <p:nvPr/>
              </p:nvSpPr>
              <p:spPr>
                <a:xfrm>
                  <a:off x="1462511" y="1304397"/>
                  <a:ext cx="164940" cy="117571"/>
                </a:xfrm>
                <a:custGeom>
                  <a:rect b="b" l="l" r="r" t="t"/>
                  <a:pathLst>
                    <a:path extrusionOk="0" h="3532" w="4955">
                      <a:moveTo>
                        <a:pt x="4464" y="0"/>
                      </a:moveTo>
                      <a:cubicBezTo>
                        <a:pt x="4444" y="0"/>
                        <a:pt x="4424" y="1"/>
                        <a:pt x="4405" y="2"/>
                      </a:cubicBezTo>
                      <a:cubicBezTo>
                        <a:pt x="3604" y="61"/>
                        <a:pt x="2710" y="799"/>
                        <a:pt x="2109" y="1281"/>
                      </a:cubicBezTo>
                      <a:cubicBezTo>
                        <a:pt x="1408" y="1846"/>
                        <a:pt x="764" y="2478"/>
                        <a:pt x="175" y="3158"/>
                      </a:cubicBezTo>
                      <a:cubicBezTo>
                        <a:pt x="89" y="3256"/>
                        <a:pt x="1" y="3396"/>
                        <a:pt x="73" y="3504"/>
                      </a:cubicBezTo>
                      <a:cubicBezTo>
                        <a:pt x="86" y="3523"/>
                        <a:pt x="114" y="3532"/>
                        <a:pt x="154" y="3532"/>
                      </a:cubicBezTo>
                      <a:cubicBezTo>
                        <a:pt x="530" y="3532"/>
                        <a:pt x="1972" y="2776"/>
                        <a:pt x="2158" y="2686"/>
                      </a:cubicBezTo>
                      <a:cubicBezTo>
                        <a:pt x="3109" y="2220"/>
                        <a:pt x="4070" y="1840"/>
                        <a:pt x="4708" y="969"/>
                      </a:cubicBezTo>
                      <a:cubicBezTo>
                        <a:pt x="4718" y="958"/>
                        <a:pt x="4728" y="946"/>
                        <a:pt x="4736" y="934"/>
                      </a:cubicBezTo>
                      <a:cubicBezTo>
                        <a:pt x="4816" y="821"/>
                        <a:pt x="4888" y="699"/>
                        <a:pt x="4918" y="560"/>
                      </a:cubicBezTo>
                      <a:cubicBezTo>
                        <a:pt x="4955" y="411"/>
                        <a:pt x="4933" y="241"/>
                        <a:pt x="4826" y="130"/>
                      </a:cubicBezTo>
                      <a:cubicBezTo>
                        <a:pt x="4734" y="36"/>
                        <a:pt x="4597" y="0"/>
                        <a:pt x="4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25"/>
                <p:cNvSpPr/>
                <p:nvPr/>
              </p:nvSpPr>
              <p:spPr>
                <a:xfrm>
                  <a:off x="1354762" y="1510009"/>
                  <a:ext cx="181750" cy="87912"/>
                </a:xfrm>
                <a:custGeom>
                  <a:rect b="b" l="l" r="r" t="t"/>
                  <a:pathLst>
                    <a:path extrusionOk="0" h="2641" w="5460">
                      <a:moveTo>
                        <a:pt x="4785" y="0"/>
                      </a:moveTo>
                      <a:cubicBezTo>
                        <a:pt x="4022" y="0"/>
                        <a:pt x="3111" y="488"/>
                        <a:pt x="2484" y="811"/>
                      </a:cubicBezTo>
                      <a:cubicBezTo>
                        <a:pt x="1688" y="1228"/>
                        <a:pt x="930" y="1721"/>
                        <a:pt x="220" y="2269"/>
                      </a:cubicBezTo>
                      <a:cubicBezTo>
                        <a:pt x="116" y="2350"/>
                        <a:pt x="0" y="2471"/>
                        <a:pt x="53" y="2590"/>
                      </a:cubicBezTo>
                      <a:cubicBezTo>
                        <a:pt x="68" y="2626"/>
                        <a:pt x="131" y="2641"/>
                        <a:pt x="226" y="2641"/>
                      </a:cubicBezTo>
                      <a:cubicBezTo>
                        <a:pt x="717" y="2641"/>
                        <a:pt x="2070" y="2246"/>
                        <a:pt x="2257" y="2197"/>
                      </a:cubicBezTo>
                      <a:cubicBezTo>
                        <a:pt x="3277" y="1927"/>
                        <a:pt x="4295" y="1743"/>
                        <a:pt x="5093" y="1017"/>
                      </a:cubicBezTo>
                      <a:cubicBezTo>
                        <a:pt x="5103" y="1007"/>
                        <a:pt x="5115" y="997"/>
                        <a:pt x="5125" y="987"/>
                      </a:cubicBezTo>
                      <a:cubicBezTo>
                        <a:pt x="5224" y="893"/>
                        <a:pt x="5322" y="790"/>
                        <a:pt x="5381" y="661"/>
                      </a:cubicBezTo>
                      <a:cubicBezTo>
                        <a:pt x="5448" y="523"/>
                        <a:pt x="5459" y="349"/>
                        <a:pt x="5377" y="220"/>
                      </a:cubicBezTo>
                      <a:cubicBezTo>
                        <a:pt x="5293" y="93"/>
                        <a:pt x="5138" y="32"/>
                        <a:pt x="4988" y="13"/>
                      </a:cubicBezTo>
                      <a:cubicBezTo>
                        <a:pt x="4922" y="4"/>
                        <a:pt x="4854" y="0"/>
                        <a:pt x="4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25"/>
                <p:cNvSpPr/>
                <p:nvPr/>
              </p:nvSpPr>
              <p:spPr>
                <a:xfrm>
                  <a:off x="1384919" y="1392207"/>
                  <a:ext cx="192235" cy="158848"/>
                </a:xfrm>
                <a:custGeom>
                  <a:rect b="b" l="l" r="r" t="t"/>
                  <a:pathLst>
                    <a:path extrusionOk="0" h="4772" w="5775">
                      <a:moveTo>
                        <a:pt x="5324" y="0"/>
                      </a:moveTo>
                      <a:cubicBezTo>
                        <a:pt x="4831" y="0"/>
                        <a:pt x="3999" y="673"/>
                        <a:pt x="3792" y="845"/>
                      </a:cubicBezTo>
                      <a:cubicBezTo>
                        <a:pt x="3003" y="1506"/>
                        <a:pt x="2212" y="2168"/>
                        <a:pt x="1431" y="2841"/>
                      </a:cubicBezTo>
                      <a:cubicBezTo>
                        <a:pt x="784" y="3401"/>
                        <a:pt x="490" y="4091"/>
                        <a:pt x="1" y="4771"/>
                      </a:cubicBezTo>
                      <a:lnTo>
                        <a:pt x="1" y="4771"/>
                      </a:lnTo>
                      <a:cubicBezTo>
                        <a:pt x="110" y="4620"/>
                        <a:pt x="876" y="4477"/>
                        <a:pt x="1073" y="4407"/>
                      </a:cubicBezTo>
                      <a:cubicBezTo>
                        <a:pt x="1420" y="4288"/>
                        <a:pt x="1745" y="4145"/>
                        <a:pt x="2069" y="3967"/>
                      </a:cubicBezTo>
                      <a:cubicBezTo>
                        <a:pt x="2813" y="3561"/>
                        <a:pt x="3518" y="3084"/>
                        <a:pt x="4168" y="2538"/>
                      </a:cubicBezTo>
                      <a:cubicBezTo>
                        <a:pt x="4681" y="2107"/>
                        <a:pt x="5775" y="1158"/>
                        <a:pt x="5689" y="383"/>
                      </a:cubicBezTo>
                      <a:cubicBezTo>
                        <a:pt x="5658" y="104"/>
                        <a:pt x="5517" y="0"/>
                        <a:pt x="5324" y="0"/>
                      </a:cubicBezTo>
                      <a:close/>
                      <a:moveTo>
                        <a:pt x="1" y="4771"/>
                      </a:moveTo>
                      <a:cubicBezTo>
                        <a:pt x="1" y="4771"/>
                        <a:pt x="1" y="4771"/>
                        <a:pt x="1" y="4771"/>
                      </a:cubicBezTo>
                      <a:cubicBezTo>
                        <a:pt x="1" y="4771"/>
                        <a:pt x="1" y="4771"/>
                        <a:pt x="1" y="47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5"/>
                <p:cNvSpPr/>
                <p:nvPr/>
              </p:nvSpPr>
              <p:spPr>
                <a:xfrm>
                  <a:off x="1289720" y="1400762"/>
                  <a:ext cx="82320" cy="242732"/>
                </a:xfrm>
                <a:custGeom>
                  <a:rect b="b" l="l" r="r" t="t"/>
                  <a:pathLst>
                    <a:path extrusionOk="0" h="7292" w="2473">
                      <a:moveTo>
                        <a:pt x="1252" y="1"/>
                      </a:moveTo>
                      <a:cubicBezTo>
                        <a:pt x="924" y="1"/>
                        <a:pt x="530" y="331"/>
                        <a:pt x="398" y="658"/>
                      </a:cubicBezTo>
                      <a:cubicBezTo>
                        <a:pt x="1" y="1652"/>
                        <a:pt x="83" y="3046"/>
                        <a:pt x="226" y="4081"/>
                      </a:cubicBezTo>
                      <a:cubicBezTo>
                        <a:pt x="306" y="4665"/>
                        <a:pt x="441" y="5240"/>
                        <a:pt x="653" y="5790"/>
                      </a:cubicBezTo>
                      <a:cubicBezTo>
                        <a:pt x="815" y="6207"/>
                        <a:pt x="1150" y="6867"/>
                        <a:pt x="1434" y="7203"/>
                      </a:cubicBezTo>
                      <a:cubicBezTo>
                        <a:pt x="1472" y="7248"/>
                        <a:pt x="1527" y="7292"/>
                        <a:pt x="1581" y="7292"/>
                      </a:cubicBezTo>
                      <a:cubicBezTo>
                        <a:pt x="1596" y="7292"/>
                        <a:pt x="1611" y="7288"/>
                        <a:pt x="1625" y="7280"/>
                      </a:cubicBezTo>
                      <a:cubicBezTo>
                        <a:pt x="1659" y="7260"/>
                        <a:pt x="1676" y="7219"/>
                        <a:pt x="1688" y="7180"/>
                      </a:cubicBezTo>
                      <a:cubicBezTo>
                        <a:pt x="1798" y="6851"/>
                        <a:pt x="1921" y="6497"/>
                        <a:pt x="2017" y="6137"/>
                      </a:cubicBezTo>
                      <a:cubicBezTo>
                        <a:pt x="2473" y="4383"/>
                        <a:pt x="2160" y="2136"/>
                        <a:pt x="1694" y="411"/>
                      </a:cubicBezTo>
                      <a:cubicBezTo>
                        <a:pt x="1614" y="115"/>
                        <a:pt x="1445"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5"/>
                <p:cNvSpPr/>
                <p:nvPr/>
              </p:nvSpPr>
              <p:spPr>
                <a:xfrm>
                  <a:off x="1329930" y="1575617"/>
                  <a:ext cx="197328" cy="71735"/>
                </a:xfrm>
                <a:custGeom>
                  <a:rect b="b" l="l" r="r" t="t"/>
                  <a:pathLst>
                    <a:path extrusionOk="0" h="2155" w="5928">
                      <a:moveTo>
                        <a:pt x="4854" y="0"/>
                      </a:moveTo>
                      <a:cubicBezTo>
                        <a:pt x="4175" y="0"/>
                        <a:pt x="3476" y="265"/>
                        <a:pt x="2839" y="543"/>
                      </a:cubicBezTo>
                      <a:cubicBezTo>
                        <a:pt x="1874" y="963"/>
                        <a:pt x="910" y="1429"/>
                        <a:pt x="96" y="2101"/>
                      </a:cubicBezTo>
                      <a:lnTo>
                        <a:pt x="96" y="2101"/>
                      </a:lnTo>
                      <a:cubicBezTo>
                        <a:pt x="1931" y="2009"/>
                        <a:pt x="3749" y="1596"/>
                        <a:pt x="5442" y="878"/>
                      </a:cubicBezTo>
                      <a:cubicBezTo>
                        <a:pt x="5575" y="825"/>
                        <a:pt x="5712" y="764"/>
                        <a:pt x="5802" y="653"/>
                      </a:cubicBezTo>
                      <a:cubicBezTo>
                        <a:pt x="5892" y="543"/>
                        <a:pt x="5927" y="369"/>
                        <a:pt x="5835" y="259"/>
                      </a:cubicBezTo>
                      <a:cubicBezTo>
                        <a:pt x="5790" y="201"/>
                        <a:pt x="5718" y="169"/>
                        <a:pt x="5649" y="142"/>
                      </a:cubicBezTo>
                      <a:cubicBezTo>
                        <a:pt x="5391" y="42"/>
                        <a:pt x="5124" y="0"/>
                        <a:pt x="4854" y="0"/>
                      </a:cubicBezTo>
                      <a:close/>
                      <a:moveTo>
                        <a:pt x="96" y="2101"/>
                      </a:moveTo>
                      <a:lnTo>
                        <a:pt x="96" y="2101"/>
                      </a:lnTo>
                      <a:cubicBezTo>
                        <a:pt x="64" y="2102"/>
                        <a:pt x="32" y="2104"/>
                        <a:pt x="1" y="2105"/>
                      </a:cubicBezTo>
                      <a:lnTo>
                        <a:pt x="32" y="2154"/>
                      </a:lnTo>
                      <a:cubicBezTo>
                        <a:pt x="53" y="2136"/>
                        <a:pt x="74" y="2118"/>
                        <a:pt x="96" y="21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7" name="Google Shape;9257;p25"/>
            <p:cNvGrpSpPr/>
            <p:nvPr/>
          </p:nvGrpSpPr>
          <p:grpSpPr>
            <a:xfrm>
              <a:off x="3517102" y="2473933"/>
              <a:ext cx="590853" cy="538858"/>
              <a:chOff x="2374102" y="2397733"/>
              <a:chExt cx="590853" cy="538858"/>
            </a:xfrm>
          </p:grpSpPr>
          <p:grpSp>
            <p:nvGrpSpPr>
              <p:cNvPr id="9258" name="Google Shape;9258;p25"/>
              <p:cNvGrpSpPr/>
              <p:nvPr/>
            </p:nvGrpSpPr>
            <p:grpSpPr>
              <a:xfrm>
                <a:off x="2374102" y="2397733"/>
                <a:ext cx="590853" cy="538858"/>
                <a:chOff x="1993102" y="2397733"/>
                <a:chExt cx="590853" cy="538858"/>
              </a:xfrm>
            </p:grpSpPr>
            <p:sp>
              <p:nvSpPr>
                <p:cNvPr id="9259" name="Google Shape;9259;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8" name="Google Shape;9278;p25"/>
              <p:cNvGrpSpPr/>
              <p:nvPr/>
            </p:nvGrpSpPr>
            <p:grpSpPr>
              <a:xfrm>
                <a:off x="2672051" y="2466803"/>
                <a:ext cx="88776" cy="97630"/>
                <a:chOff x="2291051" y="2466803"/>
                <a:chExt cx="88776" cy="97630"/>
              </a:xfrm>
            </p:grpSpPr>
            <p:sp>
              <p:nvSpPr>
                <p:cNvPr id="9279" name="Google Shape;9279;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25"/>
            <p:cNvGrpSpPr/>
            <p:nvPr/>
          </p:nvGrpSpPr>
          <p:grpSpPr>
            <a:xfrm rot="352659">
              <a:off x="3394332" y="1622136"/>
              <a:ext cx="676583" cy="547330"/>
              <a:chOff x="1981897" y="1546050"/>
              <a:chExt cx="676612" cy="547354"/>
            </a:xfrm>
          </p:grpSpPr>
          <p:grpSp>
            <p:nvGrpSpPr>
              <p:cNvPr id="9316" name="Google Shape;9316;p25"/>
              <p:cNvGrpSpPr/>
              <p:nvPr/>
            </p:nvGrpSpPr>
            <p:grpSpPr>
              <a:xfrm>
                <a:off x="2240847" y="1546050"/>
                <a:ext cx="258712" cy="250429"/>
                <a:chOff x="1490538" y="753834"/>
                <a:chExt cx="470985" cy="455906"/>
              </a:xfrm>
            </p:grpSpPr>
            <p:sp>
              <p:nvSpPr>
                <p:cNvPr id="9317" name="Google Shape;931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25"/>
              <p:cNvGrpSpPr/>
              <p:nvPr/>
            </p:nvGrpSpPr>
            <p:grpSpPr>
              <a:xfrm>
                <a:off x="2399797" y="1673288"/>
                <a:ext cx="258712" cy="250429"/>
                <a:chOff x="1490538" y="753834"/>
                <a:chExt cx="470985" cy="455906"/>
              </a:xfrm>
            </p:grpSpPr>
            <p:sp>
              <p:nvSpPr>
                <p:cNvPr id="9328" name="Google Shape;932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25"/>
              <p:cNvGrpSpPr/>
              <p:nvPr/>
            </p:nvGrpSpPr>
            <p:grpSpPr>
              <a:xfrm>
                <a:off x="2159535" y="1742038"/>
                <a:ext cx="258712" cy="250429"/>
                <a:chOff x="1490538" y="753834"/>
                <a:chExt cx="470985" cy="455906"/>
              </a:xfrm>
            </p:grpSpPr>
            <p:sp>
              <p:nvSpPr>
                <p:cNvPr id="9339" name="Google Shape;933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25"/>
              <p:cNvGrpSpPr/>
              <p:nvPr/>
            </p:nvGrpSpPr>
            <p:grpSpPr>
              <a:xfrm>
                <a:off x="2323985" y="1842975"/>
                <a:ext cx="258712" cy="250429"/>
                <a:chOff x="1490538" y="753834"/>
                <a:chExt cx="470985" cy="455906"/>
              </a:xfrm>
            </p:grpSpPr>
            <p:sp>
              <p:nvSpPr>
                <p:cNvPr id="9350" name="Google Shape;9350;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25"/>
              <p:cNvGrpSpPr/>
              <p:nvPr/>
            </p:nvGrpSpPr>
            <p:grpSpPr>
              <a:xfrm>
                <a:off x="1981897" y="1804075"/>
                <a:ext cx="258712" cy="250429"/>
                <a:chOff x="1490538" y="753834"/>
                <a:chExt cx="470985" cy="455906"/>
              </a:xfrm>
            </p:grpSpPr>
            <p:sp>
              <p:nvSpPr>
                <p:cNvPr id="9361" name="Google Shape;936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1" name="Google Shape;9371;p25"/>
            <p:cNvGrpSpPr/>
            <p:nvPr/>
          </p:nvGrpSpPr>
          <p:grpSpPr>
            <a:xfrm flipH="1">
              <a:off x="3270102" y="2806996"/>
              <a:ext cx="590853" cy="538858"/>
              <a:chOff x="2374102" y="2397733"/>
              <a:chExt cx="590853" cy="538858"/>
            </a:xfrm>
          </p:grpSpPr>
          <p:grpSp>
            <p:nvGrpSpPr>
              <p:cNvPr id="9372" name="Google Shape;9372;p25"/>
              <p:cNvGrpSpPr/>
              <p:nvPr/>
            </p:nvGrpSpPr>
            <p:grpSpPr>
              <a:xfrm>
                <a:off x="2374102" y="2397733"/>
                <a:ext cx="590853" cy="538858"/>
                <a:chOff x="1993102" y="2397733"/>
                <a:chExt cx="590853" cy="538858"/>
              </a:xfrm>
            </p:grpSpPr>
            <p:sp>
              <p:nvSpPr>
                <p:cNvPr id="9373" name="Google Shape;9373;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9" name="Google Shape;9389;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2" name="Google Shape;9392;p25"/>
              <p:cNvGrpSpPr/>
              <p:nvPr/>
            </p:nvGrpSpPr>
            <p:grpSpPr>
              <a:xfrm>
                <a:off x="2672051" y="2466803"/>
                <a:ext cx="88776" cy="97630"/>
                <a:chOff x="2291051" y="2466803"/>
                <a:chExt cx="88776" cy="97630"/>
              </a:xfrm>
            </p:grpSpPr>
            <p:sp>
              <p:nvSpPr>
                <p:cNvPr id="9393" name="Google Shape;9393;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25"/>
            <p:cNvGrpSpPr/>
            <p:nvPr/>
          </p:nvGrpSpPr>
          <p:grpSpPr>
            <a:xfrm>
              <a:off x="3446433" y="3091192"/>
              <a:ext cx="1319021" cy="1203001"/>
              <a:chOff x="2374102" y="2397733"/>
              <a:chExt cx="590853" cy="538858"/>
            </a:xfrm>
          </p:grpSpPr>
          <p:grpSp>
            <p:nvGrpSpPr>
              <p:cNvPr id="9430" name="Google Shape;9430;p25"/>
              <p:cNvGrpSpPr/>
              <p:nvPr/>
            </p:nvGrpSpPr>
            <p:grpSpPr>
              <a:xfrm>
                <a:off x="2374102" y="2397733"/>
                <a:ext cx="590853" cy="538858"/>
                <a:chOff x="1993102" y="2397733"/>
                <a:chExt cx="590853" cy="538858"/>
              </a:xfrm>
            </p:grpSpPr>
            <p:sp>
              <p:nvSpPr>
                <p:cNvPr id="9431" name="Google Shape;9431;p25"/>
                <p:cNvSpPr/>
                <p:nvPr/>
              </p:nvSpPr>
              <p:spPr>
                <a:xfrm>
                  <a:off x="1993102" y="2398932"/>
                  <a:ext cx="590853" cy="537660"/>
                </a:xfrm>
                <a:custGeom>
                  <a:rect b="b" l="l" r="r" t="t"/>
                  <a:pathLst>
                    <a:path extrusionOk="0" h="16152" w="17750">
                      <a:moveTo>
                        <a:pt x="7756" y="0"/>
                      </a:moveTo>
                      <a:cubicBezTo>
                        <a:pt x="7590" y="0"/>
                        <a:pt x="7418" y="26"/>
                        <a:pt x="7248" y="80"/>
                      </a:cubicBezTo>
                      <a:cubicBezTo>
                        <a:pt x="6916" y="188"/>
                        <a:pt x="6570" y="333"/>
                        <a:pt x="6227" y="333"/>
                      </a:cubicBezTo>
                      <a:cubicBezTo>
                        <a:pt x="6139" y="333"/>
                        <a:pt x="6051" y="324"/>
                        <a:pt x="5964" y="302"/>
                      </a:cubicBezTo>
                      <a:cubicBezTo>
                        <a:pt x="5676" y="230"/>
                        <a:pt x="5407" y="25"/>
                        <a:pt x="5122" y="25"/>
                      </a:cubicBezTo>
                      <a:cubicBezTo>
                        <a:pt x="5086" y="25"/>
                        <a:pt x="5050" y="28"/>
                        <a:pt x="5013" y="35"/>
                      </a:cubicBezTo>
                      <a:cubicBezTo>
                        <a:pt x="4807" y="75"/>
                        <a:pt x="4645" y="231"/>
                        <a:pt x="4463" y="331"/>
                      </a:cubicBezTo>
                      <a:cubicBezTo>
                        <a:pt x="4072" y="544"/>
                        <a:pt x="3621" y="495"/>
                        <a:pt x="3224" y="703"/>
                      </a:cubicBezTo>
                      <a:cubicBezTo>
                        <a:pt x="2811" y="918"/>
                        <a:pt x="2365" y="1106"/>
                        <a:pt x="2124" y="1533"/>
                      </a:cubicBezTo>
                      <a:cubicBezTo>
                        <a:pt x="1883" y="1950"/>
                        <a:pt x="1911" y="2494"/>
                        <a:pt x="1619" y="2878"/>
                      </a:cubicBezTo>
                      <a:cubicBezTo>
                        <a:pt x="1392" y="3181"/>
                        <a:pt x="1000" y="3339"/>
                        <a:pt x="807" y="3666"/>
                      </a:cubicBezTo>
                      <a:cubicBezTo>
                        <a:pt x="619" y="3985"/>
                        <a:pt x="672" y="4406"/>
                        <a:pt x="861" y="4727"/>
                      </a:cubicBezTo>
                      <a:cubicBezTo>
                        <a:pt x="1049" y="5048"/>
                        <a:pt x="1353" y="5283"/>
                        <a:pt x="1668" y="5479"/>
                      </a:cubicBezTo>
                      <a:cubicBezTo>
                        <a:pt x="2766" y="6166"/>
                        <a:pt x="4230" y="6407"/>
                        <a:pt x="5152" y="7358"/>
                      </a:cubicBezTo>
                      <a:cubicBezTo>
                        <a:pt x="4522" y="7244"/>
                        <a:pt x="3860" y="6882"/>
                        <a:pt x="3244" y="6683"/>
                      </a:cubicBezTo>
                      <a:cubicBezTo>
                        <a:pt x="2517" y="6446"/>
                        <a:pt x="1781" y="6234"/>
                        <a:pt x="1040" y="6054"/>
                      </a:cubicBezTo>
                      <a:cubicBezTo>
                        <a:pt x="921" y="6025"/>
                        <a:pt x="788" y="6001"/>
                        <a:pt x="662" y="6001"/>
                      </a:cubicBezTo>
                      <a:cubicBezTo>
                        <a:pt x="492" y="6001"/>
                        <a:pt x="334" y="6045"/>
                        <a:pt x="237" y="6178"/>
                      </a:cubicBezTo>
                      <a:cubicBezTo>
                        <a:pt x="122" y="6340"/>
                        <a:pt x="151" y="6557"/>
                        <a:pt x="186" y="6753"/>
                      </a:cubicBezTo>
                      <a:cubicBezTo>
                        <a:pt x="241" y="7064"/>
                        <a:pt x="296" y="7376"/>
                        <a:pt x="353" y="7685"/>
                      </a:cubicBezTo>
                      <a:cubicBezTo>
                        <a:pt x="366" y="7763"/>
                        <a:pt x="382" y="7845"/>
                        <a:pt x="423" y="7914"/>
                      </a:cubicBezTo>
                      <a:cubicBezTo>
                        <a:pt x="529" y="8080"/>
                        <a:pt x="750" y="8106"/>
                        <a:pt x="944" y="8135"/>
                      </a:cubicBezTo>
                      <a:cubicBezTo>
                        <a:pt x="1137" y="8162"/>
                        <a:pt x="1363" y="8241"/>
                        <a:pt x="1406" y="8433"/>
                      </a:cubicBezTo>
                      <a:cubicBezTo>
                        <a:pt x="1120" y="8454"/>
                        <a:pt x="832" y="8478"/>
                        <a:pt x="544" y="8503"/>
                      </a:cubicBezTo>
                      <a:cubicBezTo>
                        <a:pt x="427" y="8513"/>
                        <a:pt x="300" y="8526"/>
                        <a:pt x="221" y="8615"/>
                      </a:cubicBezTo>
                      <a:cubicBezTo>
                        <a:pt x="169" y="8671"/>
                        <a:pt x="151" y="8752"/>
                        <a:pt x="133" y="8828"/>
                      </a:cubicBezTo>
                      <a:cubicBezTo>
                        <a:pt x="53" y="9208"/>
                        <a:pt x="0" y="9601"/>
                        <a:pt x="53" y="9989"/>
                      </a:cubicBezTo>
                      <a:cubicBezTo>
                        <a:pt x="108" y="10374"/>
                        <a:pt x="284" y="10756"/>
                        <a:pt x="591" y="10993"/>
                      </a:cubicBezTo>
                      <a:cubicBezTo>
                        <a:pt x="1141" y="10676"/>
                        <a:pt x="1778" y="10505"/>
                        <a:pt x="2413" y="10505"/>
                      </a:cubicBezTo>
                      <a:cubicBezTo>
                        <a:pt x="2454" y="10505"/>
                        <a:pt x="2494" y="10506"/>
                        <a:pt x="2535" y="10507"/>
                      </a:cubicBezTo>
                      <a:cubicBezTo>
                        <a:pt x="2098" y="10744"/>
                        <a:pt x="1689" y="11038"/>
                        <a:pt x="1323" y="11374"/>
                      </a:cubicBezTo>
                      <a:cubicBezTo>
                        <a:pt x="1615" y="11600"/>
                        <a:pt x="1850" y="11901"/>
                        <a:pt x="1991" y="12242"/>
                      </a:cubicBezTo>
                      <a:cubicBezTo>
                        <a:pt x="2067" y="12426"/>
                        <a:pt x="2120" y="12623"/>
                        <a:pt x="2255" y="12770"/>
                      </a:cubicBezTo>
                      <a:cubicBezTo>
                        <a:pt x="2338" y="12859"/>
                        <a:pt x="2466" y="12918"/>
                        <a:pt x="2585" y="12918"/>
                      </a:cubicBezTo>
                      <a:cubicBezTo>
                        <a:pt x="2659" y="12918"/>
                        <a:pt x="2729" y="12895"/>
                        <a:pt x="2784" y="12842"/>
                      </a:cubicBezTo>
                      <a:cubicBezTo>
                        <a:pt x="2852" y="12778"/>
                        <a:pt x="2870" y="12676"/>
                        <a:pt x="2913" y="12594"/>
                      </a:cubicBezTo>
                      <a:cubicBezTo>
                        <a:pt x="3116" y="12204"/>
                        <a:pt x="3563" y="12136"/>
                        <a:pt x="3976" y="11613"/>
                      </a:cubicBezTo>
                      <a:cubicBezTo>
                        <a:pt x="4361" y="11120"/>
                        <a:pt x="5113" y="11046"/>
                        <a:pt x="5667" y="10729"/>
                      </a:cubicBezTo>
                      <a:lnTo>
                        <a:pt x="5667" y="10729"/>
                      </a:lnTo>
                      <a:cubicBezTo>
                        <a:pt x="5377" y="11431"/>
                        <a:pt x="4786" y="11936"/>
                        <a:pt x="4293" y="12494"/>
                      </a:cubicBezTo>
                      <a:cubicBezTo>
                        <a:pt x="4036" y="12782"/>
                        <a:pt x="3099" y="13389"/>
                        <a:pt x="3410" y="13858"/>
                      </a:cubicBezTo>
                      <a:cubicBezTo>
                        <a:pt x="3467" y="13946"/>
                        <a:pt x="3559" y="14001"/>
                        <a:pt x="3647" y="14054"/>
                      </a:cubicBezTo>
                      <a:cubicBezTo>
                        <a:pt x="4083" y="14310"/>
                        <a:pt x="4516" y="14569"/>
                        <a:pt x="4948" y="14825"/>
                      </a:cubicBezTo>
                      <a:cubicBezTo>
                        <a:pt x="5356" y="15064"/>
                        <a:pt x="5784" y="15313"/>
                        <a:pt x="6254" y="15334"/>
                      </a:cubicBezTo>
                      <a:cubicBezTo>
                        <a:pt x="6278" y="15335"/>
                        <a:pt x="6302" y="15336"/>
                        <a:pt x="6326" y="15336"/>
                      </a:cubicBezTo>
                      <a:cubicBezTo>
                        <a:pt x="6600" y="15336"/>
                        <a:pt x="6880" y="15272"/>
                        <a:pt x="7150" y="15272"/>
                      </a:cubicBezTo>
                      <a:cubicBezTo>
                        <a:pt x="7292" y="15272"/>
                        <a:pt x="7432" y="15290"/>
                        <a:pt x="7565" y="15344"/>
                      </a:cubicBezTo>
                      <a:cubicBezTo>
                        <a:pt x="7865" y="15465"/>
                        <a:pt x="8067" y="15753"/>
                        <a:pt x="8335" y="15935"/>
                      </a:cubicBezTo>
                      <a:cubicBezTo>
                        <a:pt x="8546" y="16079"/>
                        <a:pt x="8801" y="16152"/>
                        <a:pt x="9056" y="16152"/>
                      </a:cubicBezTo>
                      <a:cubicBezTo>
                        <a:pt x="9250" y="16152"/>
                        <a:pt x="9443" y="16109"/>
                        <a:pt x="9617" y="16023"/>
                      </a:cubicBezTo>
                      <a:cubicBezTo>
                        <a:pt x="9830" y="15919"/>
                        <a:pt x="10012" y="15755"/>
                        <a:pt x="10233" y="15675"/>
                      </a:cubicBezTo>
                      <a:cubicBezTo>
                        <a:pt x="10476" y="15587"/>
                        <a:pt x="10746" y="15641"/>
                        <a:pt x="10983" y="15557"/>
                      </a:cubicBezTo>
                      <a:cubicBezTo>
                        <a:pt x="11128" y="15504"/>
                        <a:pt x="11218" y="15387"/>
                        <a:pt x="11353" y="15328"/>
                      </a:cubicBezTo>
                      <a:cubicBezTo>
                        <a:pt x="11668" y="15189"/>
                        <a:pt x="12169" y="15354"/>
                        <a:pt x="12400" y="15041"/>
                      </a:cubicBezTo>
                      <a:cubicBezTo>
                        <a:pt x="12561" y="14819"/>
                        <a:pt x="12449" y="14512"/>
                        <a:pt x="12322" y="14269"/>
                      </a:cubicBezTo>
                      <a:cubicBezTo>
                        <a:pt x="11690" y="13068"/>
                        <a:pt x="10826" y="11972"/>
                        <a:pt x="10439" y="10670"/>
                      </a:cubicBezTo>
                      <a:lnTo>
                        <a:pt x="10439" y="10670"/>
                      </a:lnTo>
                      <a:cubicBezTo>
                        <a:pt x="10450" y="10706"/>
                        <a:pt x="10987" y="10928"/>
                        <a:pt x="11061" y="10989"/>
                      </a:cubicBezTo>
                      <a:cubicBezTo>
                        <a:pt x="11237" y="11130"/>
                        <a:pt x="11435" y="11329"/>
                        <a:pt x="11500" y="11555"/>
                      </a:cubicBezTo>
                      <a:cubicBezTo>
                        <a:pt x="11551" y="11737"/>
                        <a:pt x="11506" y="11905"/>
                        <a:pt x="11584" y="12097"/>
                      </a:cubicBezTo>
                      <a:cubicBezTo>
                        <a:pt x="11682" y="12330"/>
                        <a:pt x="11864" y="12537"/>
                        <a:pt x="12040" y="12715"/>
                      </a:cubicBezTo>
                      <a:cubicBezTo>
                        <a:pt x="12316" y="12995"/>
                        <a:pt x="12631" y="13240"/>
                        <a:pt x="12876" y="13547"/>
                      </a:cubicBezTo>
                      <a:cubicBezTo>
                        <a:pt x="13028" y="13739"/>
                        <a:pt x="13150" y="13954"/>
                        <a:pt x="13261" y="14172"/>
                      </a:cubicBezTo>
                      <a:cubicBezTo>
                        <a:pt x="13340" y="14328"/>
                        <a:pt x="13420" y="14494"/>
                        <a:pt x="13567" y="14585"/>
                      </a:cubicBezTo>
                      <a:cubicBezTo>
                        <a:pt x="13647" y="14636"/>
                        <a:pt x="13741" y="14658"/>
                        <a:pt x="13836" y="14658"/>
                      </a:cubicBezTo>
                      <a:cubicBezTo>
                        <a:pt x="13930" y="14658"/>
                        <a:pt x="14026" y="14636"/>
                        <a:pt x="14113" y="14600"/>
                      </a:cubicBezTo>
                      <a:cubicBezTo>
                        <a:pt x="14285" y="14526"/>
                        <a:pt x="14432" y="14402"/>
                        <a:pt x="14575" y="14277"/>
                      </a:cubicBezTo>
                      <a:cubicBezTo>
                        <a:pt x="14798" y="14083"/>
                        <a:pt x="15045" y="13807"/>
                        <a:pt x="14931" y="13533"/>
                      </a:cubicBezTo>
                      <a:cubicBezTo>
                        <a:pt x="14878" y="13408"/>
                        <a:pt x="14763" y="13244"/>
                        <a:pt x="14872" y="13163"/>
                      </a:cubicBezTo>
                      <a:lnTo>
                        <a:pt x="14872" y="13163"/>
                      </a:lnTo>
                      <a:cubicBezTo>
                        <a:pt x="15066" y="13212"/>
                        <a:pt x="15291" y="13379"/>
                        <a:pt x="15458" y="13488"/>
                      </a:cubicBezTo>
                      <a:cubicBezTo>
                        <a:pt x="15525" y="13534"/>
                        <a:pt x="15612" y="13579"/>
                        <a:pt x="15689" y="13579"/>
                      </a:cubicBezTo>
                      <a:cubicBezTo>
                        <a:pt x="15725" y="13579"/>
                        <a:pt x="15759" y="13568"/>
                        <a:pt x="15788" y="13543"/>
                      </a:cubicBezTo>
                      <a:cubicBezTo>
                        <a:pt x="15829" y="13508"/>
                        <a:pt x="15845" y="13451"/>
                        <a:pt x="15857" y="13398"/>
                      </a:cubicBezTo>
                      <a:cubicBezTo>
                        <a:pt x="16004" y="12725"/>
                        <a:pt x="15573" y="12488"/>
                        <a:pt x="14974" y="12283"/>
                      </a:cubicBezTo>
                      <a:cubicBezTo>
                        <a:pt x="15116" y="12200"/>
                        <a:pt x="15233" y="12167"/>
                        <a:pt x="15337" y="12167"/>
                      </a:cubicBezTo>
                      <a:cubicBezTo>
                        <a:pt x="15607" y="12167"/>
                        <a:pt x="15790" y="12391"/>
                        <a:pt x="16096" y="12549"/>
                      </a:cubicBezTo>
                      <a:cubicBezTo>
                        <a:pt x="16213" y="12610"/>
                        <a:pt x="16308" y="12653"/>
                        <a:pt x="16387" y="12653"/>
                      </a:cubicBezTo>
                      <a:cubicBezTo>
                        <a:pt x="16465" y="12653"/>
                        <a:pt x="16529" y="12611"/>
                        <a:pt x="16583" y="12504"/>
                      </a:cubicBezTo>
                      <a:cubicBezTo>
                        <a:pt x="16698" y="12277"/>
                        <a:pt x="16638" y="11735"/>
                        <a:pt x="16681" y="11466"/>
                      </a:cubicBezTo>
                      <a:cubicBezTo>
                        <a:pt x="16706" y="11320"/>
                        <a:pt x="16742" y="11163"/>
                        <a:pt x="16857" y="11069"/>
                      </a:cubicBezTo>
                      <a:cubicBezTo>
                        <a:pt x="16927" y="11012"/>
                        <a:pt x="17016" y="10989"/>
                        <a:pt x="17100" y="10952"/>
                      </a:cubicBezTo>
                      <a:cubicBezTo>
                        <a:pt x="17750" y="10652"/>
                        <a:pt x="17710" y="9599"/>
                        <a:pt x="17671" y="9012"/>
                      </a:cubicBezTo>
                      <a:cubicBezTo>
                        <a:pt x="17656" y="8757"/>
                        <a:pt x="17616" y="8501"/>
                        <a:pt x="17503" y="8272"/>
                      </a:cubicBezTo>
                      <a:cubicBezTo>
                        <a:pt x="17284" y="7822"/>
                        <a:pt x="16804" y="7546"/>
                        <a:pt x="16311" y="7448"/>
                      </a:cubicBezTo>
                      <a:cubicBezTo>
                        <a:pt x="16125" y="7411"/>
                        <a:pt x="15937" y="7397"/>
                        <a:pt x="15748" y="7397"/>
                      </a:cubicBezTo>
                      <a:cubicBezTo>
                        <a:pt x="15493" y="7397"/>
                        <a:pt x="15235" y="7423"/>
                        <a:pt x="14980" y="7456"/>
                      </a:cubicBezTo>
                      <a:cubicBezTo>
                        <a:pt x="14923" y="7464"/>
                        <a:pt x="14870" y="7470"/>
                        <a:pt x="14808" y="7477"/>
                      </a:cubicBezTo>
                      <a:cubicBezTo>
                        <a:pt x="14446" y="7526"/>
                        <a:pt x="14082" y="7579"/>
                        <a:pt x="13719" y="7579"/>
                      </a:cubicBezTo>
                      <a:cubicBezTo>
                        <a:pt x="13584" y="7579"/>
                        <a:pt x="13448" y="7572"/>
                        <a:pt x="13312" y="7554"/>
                      </a:cubicBezTo>
                      <a:lnTo>
                        <a:pt x="13312" y="7554"/>
                      </a:lnTo>
                      <a:cubicBezTo>
                        <a:pt x="13333" y="7556"/>
                        <a:pt x="13354" y="7558"/>
                        <a:pt x="13375" y="7558"/>
                      </a:cubicBezTo>
                      <a:cubicBezTo>
                        <a:pt x="13877" y="7558"/>
                        <a:pt x="14559" y="6828"/>
                        <a:pt x="14892" y="6559"/>
                      </a:cubicBezTo>
                      <a:cubicBezTo>
                        <a:pt x="15506" y="6070"/>
                        <a:pt x="16109" y="5518"/>
                        <a:pt x="16415" y="4796"/>
                      </a:cubicBezTo>
                      <a:cubicBezTo>
                        <a:pt x="16520" y="4543"/>
                        <a:pt x="16511" y="4404"/>
                        <a:pt x="16426" y="4181"/>
                      </a:cubicBezTo>
                      <a:cubicBezTo>
                        <a:pt x="16319" y="3897"/>
                        <a:pt x="16291" y="3784"/>
                        <a:pt x="16299" y="3451"/>
                      </a:cubicBezTo>
                      <a:cubicBezTo>
                        <a:pt x="16307" y="3159"/>
                        <a:pt x="16158" y="2874"/>
                        <a:pt x="15917" y="2709"/>
                      </a:cubicBezTo>
                      <a:cubicBezTo>
                        <a:pt x="15575" y="2474"/>
                        <a:pt x="15095" y="2502"/>
                        <a:pt x="14772" y="2239"/>
                      </a:cubicBezTo>
                      <a:cubicBezTo>
                        <a:pt x="14506" y="2024"/>
                        <a:pt x="14387" y="1637"/>
                        <a:pt x="14070" y="1500"/>
                      </a:cubicBezTo>
                      <a:cubicBezTo>
                        <a:pt x="13967" y="1455"/>
                        <a:pt x="13861" y="1438"/>
                        <a:pt x="13754" y="1438"/>
                      </a:cubicBezTo>
                      <a:cubicBezTo>
                        <a:pt x="13425" y="1438"/>
                        <a:pt x="13080" y="1596"/>
                        <a:pt x="12750" y="1596"/>
                      </a:cubicBezTo>
                      <a:cubicBezTo>
                        <a:pt x="12703" y="1596"/>
                        <a:pt x="12656" y="1593"/>
                        <a:pt x="12610" y="1586"/>
                      </a:cubicBezTo>
                      <a:cubicBezTo>
                        <a:pt x="12112" y="1507"/>
                        <a:pt x="11868" y="912"/>
                        <a:pt x="11333" y="901"/>
                      </a:cubicBezTo>
                      <a:cubicBezTo>
                        <a:pt x="11325" y="900"/>
                        <a:pt x="11317" y="900"/>
                        <a:pt x="11309" y="900"/>
                      </a:cubicBezTo>
                      <a:cubicBezTo>
                        <a:pt x="11212" y="900"/>
                        <a:pt x="11123" y="911"/>
                        <a:pt x="11034" y="911"/>
                      </a:cubicBezTo>
                      <a:cubicBezTo>
                        <a:pt x="10948" y="911"/>
                        <a:pt x="10863" y="901"/>
                        <a:pt x="10772" y="861"/>
                      </a:cubicBezTo>
                      <a:cubicBezTo>
                        <a:pt x="10642" y="805"/>
                        <a:pt x="10560" y="658"/>
                        <a:pt x="10417" y="632"/>
                      </a:cubicBezTo>
                      <a:cubicBezTo>
                        <a:pt x="10389" y="627"/>
                        <a:pt x="10361" y="624"/>
                        <a:pt x="10333" y="624"/>
                      </a:cubicBezTo>
                      <a:cubicBezTo>
                        <a:pt x="9991" y="624"/>
                        <a:pt x="9628" y="1006"/>
                        <a:pt x="9484" y="1261"/>
                      </a:cubicBezTo>
                      <a:cubicBezTo>
                        <a:pt x="9078" y="1977"/>
                        <a:pt x="9294" y="2956"/>
                        <a:pt x="9182" y="3749"/>
                      </a:cubicBezTo>
                      <a:cubicBezTo>
                        <a:pt x="9053" y="4655"/>
                        <a:pt x="8822" y="5545"/>
                        <a:pt x="8495" y="6399"/>
                      </a:cubicBezTo>
                      <a:cubicBezTo>
                        <a:pt x="8305" y="5737"/>
                        <a:pt x="8192" y="5224"/>
                        <a:pt x="8202" y="4551"/>
                      </a:cubicBezTo>
                      <a:cubicBezTo>
                        <a:pt x="8213" y="3715"/>
                        <a:pt x="8391" y="3085"/>
                        <a:pt x="8618" y="2290"/>
                      </a:cubicBezTo>
                      <a:cubicBezTo>
                        <a:pt x="8746" y="1979"/>
                        <a:pt x="8893" y="1672"/>
                        <a:pt x="8941" y="1339"/>
                      </a:cubicBezTo>
                      <a:cubicBezTo>
                        <a:pt x="9068" y="484"/>
                        <a:pt x="8467" y="0"/>
                        <a:pt x="7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5"/>
                <p:cNvSpPr/>
                <p:nvPr/>
              </p:nvSpPr>
              <p:spPr>
                <a:xfrm>
                  <a:off x="2024025" y="2442238"/>
                  <a:ext cx="470286" cy="467656"/>
                </a:xfrm>
                <a:custGeom>
                  <a:rect b="b" l="l" r="r" t="t"/>
                  <a:pathLst>
                    <a:path extrusionOk="0" h="14049" w="14128">
                      <a:moveTo>
                        <a:pt x="2226" y="6881"/>
                      </a:moveTo>
                      <a:lnTo>
                        <a:pt x="2226" y="6881"/>
                      </a:lnTo>
                      <a:cubicBezTo>
                        <a:pt x="2238" y="6882"/>
                        <a:pt x="2249" y="6883"/>
                        <a:pt x="2260" y="6883"/>
                      </a:cubicBezTo>
                      <a:lnTo>
                        <a:pt x="2260" y="6883"/>
                      </a:lnTo>
                      <a:cubicBezTo>
                        <a:pt x="2249" y="6883"/>
                        <a:pt x="2238" y="6882"/>
                        <a:pt x="2226" y="6881"/>
                      </a:cubicBezTo>
                      <a:close/>
                      <a:moveTo>
                        <a:pt x="3645" y="8734"/>
                      </a:moveTo>
                      <a:lnTo>
                        <a:pt x="3645" y="8734"/>
                      </a:lnTo>
                      <a:cubicBezTo>
                        <a:pt x="3631" y="8739"/>
                        <a:pt x="3617" y="8744"/>
                        <a:pt x="3602" y="8748"/>
                      </a:cubicBezTo>
                      <a:cubicBezTo>
                        <a:pt x="3617" y="8744"/>
                        <a:pt x="3631" y="8739"/>
                        <a:pt x="3645" y="8734"/>
                      </a:cubicBezTo>
                      <a:close/>
                      <a:moveTo>
                        <a:pt x="3978" y="8814"/>
                      </a:moveTo>
                      <a:cubicBezTo>
                        <a:pt x="3864" y="8857"/>
                        <a:pt x="3752" y="8905"/>
                        <a:pt x="3644" y="8960"/>
                      </a:cubicBezTo>
                      <a:cubicBezTo>
                        <a:pt x="3757" y="8917"/>
                        <a:pt x="3869" y="8868"/>
                        <a:pt x="3978" y="8814"/>
                      </a:cubicBezTo>
                      <a:close/>
                      <a:moveTo>
                        <a:pt x="3839" y="9281"/>
                      </a:moveTo>
                      <a:cubicBezTo>
                        <a:pt x="3567" y="9440"/>
                        <a:pt x="3297" y="9603"/>
                        <a:pt x="3031" y="9774"/>
                      </a:cubicBezTo>
                      <a:cubicBezTo>
                        <a:pt x="3302" y="9615"/>
                        <a:pt x="3575" y="9454"/>
                        <a:pt x="3839" y="9281"/>
                      </a:cubicBezTo>
                      <a:close/>
                      <a:moveTo>
                        <a:pt x="9698" y="11644"/>
                      </a:moveTo>
                      <a:cubicBezTo>
                        <a:pt x="9698" y="11646"/>
                        <a:pt x="9699" y="11647"/>
                        <a:pt x="9700" y="11649"/>
                      </a:cubicBezTo>
                      <a:cubicBezTo>
                        <a:pt x="9699" y="11647"/>
                        <a:pt x="9698" y="11646"/>
                        <a:pt x="9698" y="11644"/>
                      </a:cubicBezTo>
                      <a:close/>
                      <a:moveTo>
                        <a:pt x="3381" y="1"/>
                      </a:moveTo>
                      <a:cubicBezTo>
                        <a:pt x="3916" y="831"/>
                        <a:pt x="4440" y="1665"/>
                        <a:pt x="4939" y="2514"/>
                      </a:cubicBezTo>
                      <a:cubicBezTo>
                        <a:pt x="5151" y="2872"/>
                        <a:pt x="5364" y="3248"/>
                        <a:pt x="5423" y="3661"/>
                      </a:cubicBezTo>
                      <a:cubicBezTo>
                        <a:pt x="4744" y="2833"/>
                        <a:pt x="3937" y="2109"/>
                        <a:pt x="3039" y="1530"/>
                      </a:cubicBezTo>
                      <a:lnTo>
                        <a:pt x="3039" y="1530"/>
                      </a:lnTo>
                      <a:cubicBezTo>
                        <a:pt x="3516" y="2080"/>
                        <a:pt x="3996" y="2632"/>
                        <a:pt x="4474" y="3182"/>
                      </a:cubicBezTo>
                      <a:cubicBezTo>
                        <a:pt x="4190" y="2945"/>
                        <a:pt x="3902" y="2706"/>
                        <a:pt x="3618" y="2469"/>
                      </a:cubicBezTo>
                      <a:lnTo>
                        <a:pt x="3618" y="2469"/>
                      </a:lnTo>
                      <a:cubicBezTo>
                        <a:pt x="3902" y="2733"/>
                        <a:pt x="4147" y="3037"/>
                        <a:pt x="4346" y="3369"/>
                      </a:cubicBezTo>
                      <a:cubicBezTo>
                        <a:pt x="4037" y="3111"/>
                        <a:pt x="3726" y="2851"/>
                        <a:pt x="3419" y="2592"/>
                      </a:cubicBezTo>
                      <a:lnTo>
                        <a:pt x="3419" y="2592"/>
                      </a:lnTo>
                      <a:cubicBezTo>
                        <a:pt x="3622" y="2829"/>
                        <a:pt x="3828" y="3066"/>
                        <a:pt x="4029" y="3301"/>
                      </a:cubicBezTo>
                      <a:cubicBezTo>
                        <a:pt x="3475" y="2792"/>
                        <a:pt x="2855" y="2354"/>
                        <a:pt x="2189" y="1997"/>
                      </a:cubicBezTo>
                      <a:lnTo>
                        <a:pt x="2189" y="1997"/>
                      </a:lnTo>
                      <a:cubicBezTo>
                        <a:pt x="2960" y="2722"/>
                        <a:pt x="3931" y="3274"/>
                        <a:pt x="4458" y="4192"/>
                      </a:cubicBezTo>
                      <a:cubicBezTo>
                        <a:pt x="3994" y="3888"/>
                        <a:pt x="3567" y="3555"/>
                        <a:pt x="3113" y="3242"/>
                      </a:cubicBezTo>
                      <a:lnTo>
                        <a:pt x="3113" y="3242"/>
                      </a:lnTo>
                      <a:cubicBezTo>
                        <a:pt x="3387" y="3593"/>
                        <a:pt x="3657" y="3943"/>
                        <a:pt x="3931" y="4291"/>
                      </a:cubicBezTo>
                      <a:cubicBezTo>
                        <a:pt x="3428" y="4035"/>
                        <a:pt x="2939" y="3747"/>
                        <a:pt x="2469" y="3436"/>
                      </a:cubicBezTo>
                      <a:lnTo>
                        <a:pt x="2469" y="3436"/>
                      </a:lnTo>
                      <a:cubicBezTo>
                        <a:pt x="2428" y="3493"/>
                        <a:pt x="2481" y="3571"/>
                        <a:pt x="2530" y="3620"/>
                      </a:cubicBezTo>
                      <a:cubicBezTo>
                        <a:pt x="2908" y="3988"/>
                        <a:pt x="3281" y="4358"/>
                        <a:pt x="3657" y="4726"/>
                      </a:cubicBezTo>
                      <a:cubicBezTo>
                        <a:pt x="3381" y="4550"/>
                        <a:pt x="3105" y="4376"/>
                        <a:pt x="2829" y="4199"/>
                      </a:cubicBezTo>
                      <a:cubicBezTo>
                        <a:pt x="2771" y="4162"/>
                        <a:pt x="2700" y="4123"/>
                        <a:pt x="2634" y="4123"/>
                      </a:cubicBezTo>
                      <a:cubicBezTo>
                        <a:pt x="2611" y="4123"/>
                        <a:pt x="2588" y="4128"/>
                        <a:pt x="2567" y="4139"/>
                      </a:cubicBezTo>
                      <a:cubicBezTo>
                        <a:pt x="2843" y="4493"/>
                        <a:pt x="3168" y="4806"/>
                        <a:pt x="3477" y="5131"/>
                      </a:cubicBezTo>
                      <a:cubicBezTo>
                        <a:pt x="3671" y="5333"/>
                        <a:pt x="4147" y="5705"/>
                        <a:pt x="4172" y="5998"/>
                      </a:cubicBezTo>
                      <a:cubicBezTo>
                        <a:pt x="4082" y="6030"/>
                        <a:pt x="3986" y="6051"/>
                        <a:pt x="3890" y="6073"/>
                      </a:cubicBezTo>
                      <a:cubicBezTo>
                        <a:pt x="4029" y="6200"/>
                        <a:pt x="4176" y="6337"/>
                        <a:pt x="4233" y="6519"/>
                      </a:cubicBezTo>
                      <a:cubicBezTo>
                        <a:pt x="3399" y="6247"/>
                        <a:pt x="2523" y="6109"/>
                        <a:pt x="1648" y="6109"/>
                      </a:cubicBezTo>
                      <a:cubicBezTo>
                        <a:pt x="1300" y="6109"/>
                        <a:pt x="953" y="6130"/>
                        <a:pt x="608" y="6174"/>
                      </a:cubicBezTo>
                      <a:cubicBezTo>
                        <a:pt x="1524" y="6278"/>
                        <a:pt x="2412" y="6566"/>
                        <a:pt x="3291" y="6846"/>
                      </a:cubicBezTo>
                      <a:cubicBezTo>
                        <a:pt x="3065" y="6880"/>
                        <a:pt x="2837" y="6896"/>
                        <a:pt x="2608" y="6896"/>
                      </a:cubicBezTo>
                      <a:cubicBezTo>
                        <a:pt x="2492" y="6896"/>
                        <a:pt x="2376" y="6892"/>
                        <a:pt x="2260" y="6883"/>
                      </a:cubicBezTo>
                      <a:lnTo>
                        <a:pt x="2260" y="6883"/>
                      </a:lnTo>
                      <a:cubicBezTo>
                        <a:pt x="2685" y="6916"/>
                        <a:pt x="3108" y="6985"/>
                        <a:pt x="3520" y="7090"/>
                      </a:cubicBezTo>
                      <a:cubicBezTo>
                        <a:pt x="3312" y="7156"/>
                        <a:pt x="3090" y="7188"/>
                        <a:pt x="2872" y="7188"/>
                      </a:cubicBezTo>
                      <a:cubicBezTo>
                        <a:pt x="2848" y="7188"/>
                        <a:pt x="2824" y="7187"/>
                        <a:pt x="2800" y="7186"/>
                      </a:cubicBezTo>
                      <a:lnTo>
                        <a:pt x="2800" y="7186"/>
                      </a:lnTo>
                      <a:cubicBezTo>
                        <a:pt x="2988" y="7198"/>
                        <a:pt x="3178" y="7214"/>
                        <a:pt x="3368" y="7227"/>
                      </a:cubicBezTo>
                      <a:cubicBezTo>
                        <a:pt x="2183" y="7431"/>
                        <a:pt x="946" y="7654"/>
                        <a:pt x="1" y="8390"/>
                      </a:cubicBezTo>
                      <a:cubicBezTo>
                        <a:pt x="510" y="8005"/>
                        <a:pt x="1136" y="7803"/>
                        <a:pt x="1766" y="7715"/>
                      </a:cubicBezTo>
                      <a:cubicBezTo>
                        <a:pt x="2125" y="7665"/>
                        <a:pt x="2486" y="7650"/>
                        <a:pt x="2847" y="7650"/>
                      </a:cubicBezTo>
                      <a:cubicBezTo>
                        <a:pt x="3123" y="7650"/>
                        <a:pt x="3399" y="7659"/>
                        <a:pt x="3675" y="7668"/>
                      </a:cubicBezTo>
                      <a:cubicBezTo>
                        <a:pt x="2659" y="7946"/>
                        <a:pt x="1645" y="8220"/>
                        <a:pt x="629" y="8496"/>
                      </a:cubicBezTo>
                      <a:cubicBezTo>
                        <a:pt x="1577" y="8349"/>
                        <a:pt x="2532" y="8259"/>
                        <a:pt x="3489" y="8224"/>
                      </a:cubicBezTo>
                      <a:cubicBezTo>
                        <a:pt x="3524" y="8223"/>
                        <a:pt x="3559" y="8222"/>
                        <a:pt x="3594" y="8222"/>
                      </a:cubicBezTo>
                      <a:cubicBezTo>
                        <a:pt x="3698" y="8222"/>
                        <a:pt x="3803" y="8230"/>
                        <a:pt x="3896" y="8273"/>
                      </a:cubicBezTo>
                      <a:cubicBezTo>
                        <a:pt x="3720" y="8382"/>
                        <a:pt x="3528" y="8468"/>
                        <a:pt x="3330" y="8525"/>
                      </a:cubicBezTo>
                      <a:cubicBezTo>
                        <a:pt x="3606" y="8447"/>
                        <a:pt x="3888" y="8408"/>
                        <a:pt x="4175" y="8408"/>
                      </a:cubicBezTo>
                      <a:cubicBezTo>
                        <a:pt x="4182" y="8408"/>
                        <a:pt x="4189" y="8408"/>
                        <a:pt x="4196" y="8408"/>
                      </a:cubicBezTo>
                      <a:cubicBezTo>
                        <a:pt x="4036" y="8554"/>
                        <a:pt x="3848" y="8665"/>
                        <a:pt x="3645" y="8734"/>
                      </a:cubicBezTo>
                      <a:lnTo>
                        <a:pt x="3645" y="8734"/>
                      </a:lnTo>
                      <a:cubicBezTo>
                        <a:pt x="3876" y="8660"/>
                        <a:pt x="4116" y="8614"/>
                        <a:pt x="4358" y="8594"/>
                      </a:cubicBezTo>
                      <a:lnTo>
                        <a:pt x="4358" y="8594"/>
                      </a:lnTo>
                      <a:cubicBezTo>
                        <a:pt x="4236" y="8675"/>
                        <a:pt x="4109" y="8748"/>
                        <a:pt x="3978" y="8814"/>
                      </a:cubicBezTo>
                      <a:lnTo>
                        <a:pt x="3978" y="8814"/>
                      </a:lnTo>
                      <a:cubicBezTo>
                        <a:pt x="4213" y="8725"/>
                        <a:pt x="4457" y="8661"/>
                        <a:pt x="4704" y="8621"/>
                      </a:cubicBezTo>
                      <a:lnTo>
                        <a:pt x="4704" y="8621"/>
                      </a:lnTo>
                      <a:cubicBezTo>
                        <a:pt x="4436" y="8868"/>
                        <a:pt x="4143" y="9082"/>
                        <a:pt x="3839" y="9281"/>
                      </a:cubicBezTo>
                      <a:lnTo>
                        <a:pt x="3839" y="9281"/>
                      </a:lnTo>
                      <a:cubicBezTo>
                        <a:pt x="4149" y="9101"/>
                        <a:pt x="4461" y="8925"/>
                        <a:pt x="4773" y="8748"/>
                      </a:cubicBezTo>
                      <a:cubicBezTo>
                        <a:pt x="4930" y="8660"/>
                        <a:pt x="5094" y="8578"/>
                        <a:pt x="5243" y="8480"/>
                      </a:cubicBezTo>
                      <a:cubicBezTo>
                        <a:pt x="5321" y="8429"/>
                        <a:pt x="5417" y="8288"/>
                        <a:pt x="5491" y="8253"/>
                      </a:cubicBezTo>
                      <a:cubicBezTo>
                        <a:pt x="5535" y="8232"/>
                        <a:pt x="5572" y="8223"/>
                        <a:pt x="5603" y="8223"/>
                      </a:cubicBezTo>
                      <a:cubicBezTo>
                        <a:pt x="5760" y="8223"/>
                        <a:pt x="5771" y="8453"/>
                        <a:pt x="5701" y="8621"/>
                      </a:cubicBezTo>
                      <a:cubicBezTo>
                        <a:pt x="5566" y="8938"/>
                        <a:pt x="5380" y="9230"/>
                        <a:pt x="5192" y="9516"/>
                      </a:cubicBezTo>
                      <a:cubicBezTo>
                        <a:pt x="4636" y="10365"/>
                        <a:pt x="4057" y="11197"/>
                        <a:pt x="3452" y="12011"/>
                      </a:cubicBezTo>
                      <a:cubicBezTo>
                        <a:pt x="4019" y="11375"/>
                        <a:pt x="4566" y="10719"/>
                        <a:pt x="5092" y="10046"/>
                      </a:cubicBezTo>
                      <a:lnTo>
                        <a:pt x="5092" y="10046"/>
                      </a:lnTo>
                      <a:cubicBezTo>
                        <a:pt x="4945" y="10443"/>
                        <a:pt x="4757" y="10823"/>
                        <a:pt x="4526" y="11177"/>
                      </a:cubicBezTo>
                      <a:cubicBezTo>
                        <a:pt x="4898" y="10696"/>
                        <a:pt x="5325" y="10257"/>
                        <a:pt x="5797" y="9876"/>
                      </a:cubicBezTo>
                      <a:lnTo>
                        <a:pt x="5797" y="9876"/>
                      </a:lnTo>
                      <a:cubicBezTo>
                        <a:pt x="5595" y="10295"/>
                        <a:pt x="5395" y="10712"/>
                        <a:pt x="5192" y="11130"/>
                      </a:cubicBezTo>
                      <a:cubicBezTo>
                        <a:pt x="5550" y="10490"/>
                        <a:pt x="5916" y="9835"/>
                        <a:pt x="6462" y="9341"/>
                      </a:cubicBezTo>
                      <a:lnTo>
                        <a:pt x="6462" y="9341"/>
                      </a:lnTo>
                      <a:cubicBezTo>
                        <a:pt x="5857" y="10578"/>
                        <a:pt x="5327" y="11851"/>
                        <a:pt x="4875" y="13147"/>
                      </a:cubicBezTo>
                      <a:cubicBezTo>
                        <a:pt x="5065" y="12980"/>
                        <a:pt x="5184" y="12753"/>
                        <a:pt x="5301" y="12528"/>
                      </a:cubicBezTo>
                      <a:cubicBezTo>
                        <a:pt x="5713" y="11729"/>
                        <a:pt x="6118" y="10927"/>
                        <a:pt x="6511" y="10120"/>
                      </a:cubicBezTo>
                      <a:lnTo>
                        <a:pt x="6511" y="10120"/>
                      </a:lnTo>
                      <a:cubicBezTo>
                        <a:pt x="6548" y="10490"/>
                        <a:pt x="6542" y="10864"/>
                        <a:pt x="6499" y="11234"/>
                      </a:cubicBezTo>
                      <a:cubicBezTo>
                        <a:pt x="6578" y="10921"/>
                        <a:pt x="6658" y="10604"/>
                        <a:pt x="6736" y="10291"/>
                      </a:cubicBezTo>
                      <a:cubicBezTo>
                        <a:pt x="6779" y="10113"/>
                        <a:pt x="6828" y="9929"/>
                        <a:pt x="6944" y="9788"/>
                      </a:cubicBezTo>
                      <a:cubicBezTo>
                        <a:pt x="6965" y="10171"/>
                        <a:pt x="6989" y="10553"/>
                        <a:pt x="7010" y="10937"/>
                      </a:cubicBezTo>
                      <a:cubicBezTo>
                        <a:pt x="7067" y="10461"/>
                        <a:pt x="7169" y="9991"/>
                        <a:pt x="7314" y="9533"/>
                      </a:cubicBezTo>
                      <a:cubicBezTo>
                        <a:pt x="7449" y="9929"/>
                        <a:pt x="7480" y="10353"/>
                        <a:pt x="7511" y="10770"/>
                      </a:cubicBezTo>
                      <a:cubicBezTo>
                        <a:pt x="7576" y="10424"/>
                        <a:pt x="7641" y="10079"/>
                        <a:pt x="7705" y="9731"/>
                      </a:cubicBezTo>
                      <a:cubicBezTo>
                        <a:pt x="7840" y="10220"/>
                        <a:pt x="7913" y="10727"/>
                        <a:pt x="7924" y="11236"/>
                      </a:cubicBezTo>
                      <a:cubicBezTo>
                        <a:pt x="7979" y="10639"/>
                        <a:pt x="8032" y="10042"/>
                        <a:pt x="8087" y="9443"/>
                      </a:cubicBezTo>
                      <a:cubicBezTo>
                        <a:pt x="8251" y="10972"/>
                        <a:pt x="8290" y="12512"/>
                        <a:pt x="8204" y="14049"/>
                      </a:cubicBezTo>
                      <a:cubicBezTo>
                        <a:pt x="8564" y="12865"/>
                        <a:pt x="8559" y="11606"/>
                        <a:pt x="8549" y="10367"/>
                      </a:cubicBezTo>
                      <a:lnTo>
                        <a:pt x="8549" y="10367"/>
                      </a:lnTo>
                      <a:cubicBezTo>
                        <a:pt x="8613" y="10670"/>
                        <a:pt x="8674" y="10974"/>
                        <a:pt x="8737" y="11279"/>
                      </a:cubicBezTo>
                      <a:lnTo>
                        <a:pt x="8606" y="9907"/>
                      </a:lnTo>
                      <a:lnTo>
                        <a:pt x="8966" y="11001"/>
                      </a:lnTo>
                      <a:cubicBezTo>
                        <a:pt x="8868" y="10526"/>
                        <a:pt x="8782" y="10046"/>
                        <a:pt x="8707" y="9566"/>
                      </a:cubicBezTo>
                      <a:lnTo>
                        <a:pt x="8707" y="9566"/>
                      </a:lnTo>
                      <a:cubicBezTo>
                        <a:pt x="9076" y="10240"/>
                        <a:pt x="9406" y="10933"/>
                        <a:pt x="9698" y="11644"/>
                      </a:cubicBezTo>
                      <a:lnTo>
                        <a:pt x="9698" y="11644"/>
                      </a:lnTo>
                      <a:cubicBezTo>
                        <a:pt x="9347" y="10786"/>
                        <a:pt x="9187" y="9864"/>
                        <a:pt x="9030" y="8950"/>
                      </a:cubicBezTo>
                      <a:lnTo>
                        <a:pt x="9030" y="8950"/>
                      </a:lnTo>
                      <a:cubicBezTo>
                        <a:pt x="9410" y="9214"/>
                        <a:pt x="9801" y="9404"/>
                        <a:pt x="10152" y="9721"/>
                      </a:cubicBezTo>
                      <a:cubicBezTo>
                        <a:pt x="10506" y="10046"/>
                        <a:pt x="10821" y="10416"/>
                        <a:pt x="11123" y="10790"/>
                      </a:cubicBezTo>
                      <a:cubicBezTo>
                        <a:pt x="11424" y="11162"/>
                        <a:pt x="11720" y="11547"/>
                        <a:pt x="12103" y="11833"/>
                      </a:cubicBezTo>
                      <a:cubicBezTo>
                        <a:pt x="11896" y="11299"/>
                        <a:pt x="11592" y="10804"/>
                        <a:pt x="11213" y="10375"/>
                      </a:cubicBezTo>
                      <a:lnTo>
                        <a:pt x="11213" y="10375"/>
                      </a:lnTo>
                      <a:cubicBezTo>
                        <a:pt x="11542" y="10453"/>
                        <a:pt x="11806" y="10690"/>
                        <a:pt x="12052" y="10921"/>
                      </a:cubicBezTo>
                      <a:cubicBezTo>
                        <a:pt x="11800" y="10614"/>
                        <a:pt x="11571" y="10291"/>
                        <a:pt x="11365" y="9954"/>
                      </a:cubicBezTo>
                      <a:lnTo>
                        <a:pt x="11365" y="9954"/>
                      </a:lnTo>
                      <a:cubicBezTo>
                        <a:pt x="11690" y="10148"/>
                        <a:pt x="12015" y="10344"/>
                        <a:pt x="12344" y="10535"/>
                      </a:cubicBezTo>
                      <a:cubicBezTo>
                        <a:pt x="12092" y="10152"/>
                        <a:pt x="11843" y="9768"/>
                        <a:pt x="11591" y="9384"/>
                      </a:cubicBezTo>
                      <a:lnTo>
                        <a:pt x="11591" y="9384"/>
                      </a:lnTo>
                      <a:cubicBezTo>
                        <a:pt x="11931" y="9606"/>
                        <a:pt x="12287" y="9807"/>
                        <a:pt x="12657" y="9983"/>
                      </a:cubicBezTo>
                      <a:cubicBezTo>
                        <a:pt x="12420" y="9566"/>
                        <a:pt x="12078" y="9222"/>
                        <a:pt x="11739" y="8879"/>
                      </a:cubicBezTo>
                      <a:lnTo>
                        <a:pt x="11739" y="8879"/>
                      </a:lnTo>
                      <a:cubicBezTo>
                        <a:pt x="12209" y="9095"/>
                        <a:pt x="12655" y="9369"/>
                        <a:pt x="13059" y="9692"/>
                      </a:cubicBezTo>
                      <a:cubicBezTo>
                        <a:pt x="12739" y="9044"/>
                        <a:pt x="12064" y="8656"/>
                        <a:pt x="11612" y="8095"/>
                      </a:cubicBezTo>
                      <a:lnTo>
                        <a:pt x="11612" y="8095"/>
                      </a:lnTo>
                      <a:cubicBezTo>
                        <a:pt x="12505" y="8439"/>
                        <a:pt x="13354" y="8901"/>
                        <a:pt x="14127" y="9467"/>
                      </a:cubicBezTo>
                      <a:cubicBezTo>
                        <a:pt x="13636" y="8740"/>
                        <a:pt x="12689" y="8480"/>
                        <a:pt x="12052" y="7877"/>
                      </a:cubicBezTo>
                      <a:lnTo>
                        <a:pt x="12052" y="7877"/>
                      </a:lnTo>
                      <a:lnTo>
                        <a:pt x="13184" y="8185"/>
                      </a:lnTo>
                      <a:lnTo>
                        <a:pt x="13184" y="8185"/>
                      </a:lnTo>
                      <a:lnTo>
                        <a:pt x="11906" y="7590"/>
                      </a:lnTo>
                      <a:lnTo>
                        <a:pt x="11906" y="7590"/>
                      </a:lnTo>
                      <a:cubicBezTo>
                        <a:pt x="12148" y="7597"/>
                        <a:pt x="12387" y="7642"/>
                        <a:pt x="12616" y="7721"/>
                      </a:cubicBezTo>
                      <a:cubicBezTo>
                        <a:pt x="12142" y="7486"/>
                        <a:pt x="11643" y="7302"/>
                        <a:pt x="11131" y="7177"/>
                      </a:cubicBezTo>
                      <a:cubicBezTo>
                        <a:pt x="11295" y="7082"/>
                        <a:pt x="11487" y="7061"/>
                        <a:pt x="11680" y="7061"/>
                      </a:cubicBezTo>
                      <a:cubicBezTo>
                        <a:pt x="11751" y="7061"/>
                        <a:pt x="11822" y="7064"/>
                        <a:pt x="11892" y="7067"/>
                      </a:cubicBezTo>
                      <a:cubicBezTo>
                        <a:pt x="12436" y="7090"/>
                        <a:pt x="12984" y="7118"/>
                        <a:pt x="13530" y="7149"/>
                      </a:cubicBezTo>
                      <a:cubicBezTo>
                        <a:pt x="12714" y="7096"/>
                        <a:pt x="11898" y="7020"/>
                        <a:pt x="11086" y="6922"/>
                      </a:cubicBezTo>
                      <a:cubicBezTo>
                        <a:pt x="11639" y="6722"/>
                        <a:pt x="12142" y="6425"/>
                        <a:pt x="12679" y="6178"/>
                      </a:cubicBezTo>
                      <a:lnTo>
                        <a:pt x="12679" y="6178"/>
                      </a:lnTo>
                      <a:cubicBezTo>
                        <a:pt x="12309" y="6253"/>
                        <a:pt x="11951" y="6364"/>
                        <a:pt x="11602" y="6511"/>
                      </a:cubicBezTo>
                      <a:cubicBezTo>
                        <a:pt x="11882" y="6315"/>
                        <a:pt x="12150" y="6112"/>
                        <a:pt x="12456" y="5959"/>
                      </a:cubicBezTo>
                      <a:cubicBezTo>
                        <a:pt x="12599" y="5887"/>
                        <a:pt x="12736" y="5814"/>
                        <a:pt x="12867" y="5724"/>
                      </a:cubicBezTo>
                      <a:cubicBezTo>
                        <a:pt x="12961" y="5660"/>
                        <a:pt x="13100" y="5483"/>
                        <a:pt x="13199" y="5452"/>
                      </a:cubicBezTo>
                      <a:lnTo>
                        <a:pt x="13199" y="5452"/>
                      </a:lnTo>
                      <a:cubicBezTo>
                        <a:pt x="12518" y="5662"/>
                        <a:pt x="11835" y="5871"/>
                        <a:pt x="11154" y="6080"/>
                      </a:cubicBezTo>
                      <a:cubicBezTo>
                        <a:pt x="11545" y="5828"/>
                        <a:pt x="11849" y="5442"/>
                        <a:pt x="12002" y="5002"/>
                      </a:cubicBezTo>
                      <a:lnTo>
                        <a:pt x="12002" y="5002"/>
                      </a:lnTo>
                      <a:cubicBezTo>
                        <a:pt x="11702" y="5186"/>
                        <a:pt x="11405" y="5366"/>
                        <a:pt x="11105" y="5550"/>
                      </a:cubicBezTo>
                      <a:cubicBezTo>
                        <a:pt x="11383" y="5319"/>
                        <a:pt x="11618" y="5039"/>
                        <a:pt x="11796" y="4722"/>
                      </a:cubicBezTo>
                      <a:lnTo>
                        <a:pt x="11796" y="4722"/>
                      </a:lnTo>
                      <a:cubicBezTo>
                        <a:pt x="11412" y="4859"/>
                        <a:pt x="11101" y="5141"/>
                        <a:pt x="10800" y="5413"/>
                      </a:cubicBezTo>
                      <a:cubicBezTo>
                        <a:pt x="11569" y="4677"/>
                        <a:pt x="12225" y="3826"/>
                        <a:pt x="12743" y="2896"/>
                      </a:cubicBezTo>
                      <a:lnTo>
                        <a:pt x="12743" y="2896"/>
                      </a:lnTo>
                      <a:cubicBezTo>
                        <a:pt x="12025" y="3503"/>
                        <a:pt x="11356" y="4168"/>
                        <a:pt x="10743" y="4879"/>
                      </a:cubicBezTo>
                      <a:cubicBezTo>
                        <a:pt x="10698" y="4742"/>
                        <a:pt x="10798" y="4603"/>
                        <a:pt x="10886" y="4487"/>
                      </a:cubicBezTo>
                      <a:cubicBezTo>
                        <a:pt x="11178" y="4103"/>
                        <a:pt x="11399" y="3669"/>
                        <a:pt x="11542" y="3205"/>
                      </a:cubicBezTo>
                      <a:lnTo>
                        <a:pt x="11542" y="3205"/>
                      </a:lnTo>
                      <a:cubicBezTo>
                        <a:pt x="11199" y="3606"/>
                        <a:pt x="10858" y="4011"/>
                        <a:pt x="10516" y="4413"/>
                      </a:cubicBezTo>
                      <a:cubicBezTo>
                        <a:pt x="10708" y="4031"/>
                        <a:pt x="10896" y="3645"/>
                        <a:pt x="11086" y="3264"/>
                      </a:cubicBezTo>
                      <a:lnTo>
                        <a:pt x="11086" y="3264"/>
                      </a:lnTo>
                      <a:cubicBezTo>
                        <a:pt x="10577" y="3604"/>
                        <a:pt x="10232" y="4139"/>
                        <a:pt x="9905" y="4657"/>
                      </a:cubicBezTo>
                      <a:cubicBezTo>
                        <a:pt x="10124" y="4262"/>
                        <a:pt x="10346" y="3867"/>
                        <a:pt x="10473" y="3436"/>
                      </a:cubicBezTo>
                      <a:lnTo>
                        <a:pt x="10473" y="3436"/>
                      </a:lnTo>
                      <a:cubicBezTo>
                        <a:pt x="10134" y="3767"/>
                        <a:pt x="9827" y="4125"/>
                        <a:pt x="9547" y="4507"/>
                      </a:cubicBezTo>
                      <a:cubicBezTo>
                        <a:pt x="9637" y="4240"/>
                        <a:pt x="9729" y="3976"/>
                        <a:pt x="9819" y="3710"/>
                      </a:cubicBezTo>
                      <a:cubicBezTo>
                        <a:pt x="9856" y="3604"/>
                        <a:pt x="9870" y="3454"/>
                        <a:pt x="9764" y="3416"/>
                      </a:cubicBezTo>
                      <a:cubicBezTo>
                        <a:pt x="9469" y="3741"/>
                        <a:pt x="9210" y="4100"/>
                        <a:pt x="8987" y="4481"/>
                      </a:cubicBezTo>
                      <a:cubicBezTo>
                        <a:pt x="8948" y="4213"/>
                        <a:pt x="9087" y="3955"/>
                        <a:pt x="9206" y="3712"/>
                      </a:cubicBezTo>
                      <a:cubicBezTo>
                        <a:pt x="9328" y="3469"/>
                        <a:pt x="9430" y="3182"/>
                        <a:pt x="9320" y="2935"/>
                      </a:cubicBezTo>
                      <a:lnTo>
                        <a:pt x="9320" y="2935"/>
                      </a:lnTo>
                      <a:cubicBezTo>
                        <a:pt x="9132" y="3342"/>
                        <a:pt x="8909" y="3737"/>
                        <a:pt x="8654" y="4111"/>
                      </a:cubicBezTo>
                      <a:cubicBezTo>
                        <a:pt x="8654" y="3659"/>
                        <a:pt x="8764" y="3215"/>
                        <a:pt x="8825" y="2769"/>
                      </a:cubicBezTo>
                      <a:cubicBezTo>
                        <a:pt x="8887" y="2320"/>
                        <a:pt x="8899" y="1849"/>
                        <a:pt x="8713" y="1434"/>
                      </a:cubicBezTo>
                      <a:cubicBezTo>
                        <a:pt x="8653" y="1831"/>
                        <a:pt x="8578" y="2222"/>
                        <a:pt x="8496" y="2614"/>
                      </a:cubicBezTo>
                      <a:cubicBezTo>
                        <a:pt x="8437" y="2896"/>
                        <a:pt x="8441" y="3199"/>
                        <a:pt x="8371" y="3473"/>
                      </a:cubicBezTo>
                      <a:cubicBezTo>
                        <a:pt x="8277" y="3837"/>
                        <a:pt x="8018" y="4197"/>
                        <a:pt x="7852" y="4532"/>
                      </a:cubicBezTo>
                      <a:cubicBezTo>
                        <a:pt x="7666" y="4908"/>
                        <a:pt x="7484" y="5286"/>
                        <a:pt x="7308" y="5667"/>
                      </a:cubicBezTo>
                      <a:cubicBezTo>
                        <a:pt x="7314" y="4957"/>
                        <a:pt x="7296" y="4250"/>
                        <a:pt x="7253" y="3544"/>
                      </a:cubicBezTo>
                      <a:cubicBezTo>
                        <a:pt x="7206" y="2780"/>
                        <a:pt x="7228" y="2005"/>
                        <a:pt x="7220" y="1238"/>
                      </a:cubicBezTo>
                      <a:lnTo>
                        <a:pt x="7220" y="1238"/>
                      </a:lnTo>
                      <a:cubicBezTo>
                        <a:pt x="7014" y="2054"/>
                        <a:pt x="6871" y="2882"/>
                        <a:pt x="6787" y="3720"/>
                      </a:cubicBezTo>
                      <a:cubicBezTo>
                        <a:pt x="6738" y="3307"/>
                        <a:pt x="6689" y="2890"/>
                        <a:pt x="6640" y="2477"/>
                      </a:cubicBezTo>
                      <a:cubicBezTo>
                        <a:pt x="6613" y="2929"/>
                        <a:pt x="6609" y="3381"/>
                        <a:pt x="6629" y="3835"/>
                      </a:cubicBezTo>
                      <a:cubicBezTo>
                        <a:pt x="6541" y="3438"/>
                        <a:pt x="6411" y="3048"/>
                        <a:pt x="6239" y="2680"/>
                      </a:cubicBezTo>
                      <a:lnTo>
                        <a:pt x="6239" y="2680"/>
                      </a:lnTo>
                      <a:cubicBezTo>
                        <a:pt x="6225" y="3035"/>
                        <a:pt x="6241" y="3389"/>
                        <a:pt x="6290" y="3741"/>
                      </a:cubicBezTo>
                      <a:cubicBezTo>
                        <a:pt x="6131" y="3301"/>
                        <a:pt x="5947" y="2868"/>
                        <a:pt x="5742" y="2448"/>
                      </a:cubicBezTo>
                      <a:lnTo>
                        <a:pt x="5742" y="2448"/>
                      </a:lnTo>
                      <a:cubicBezTo>
                        <a:pt x="5777" y="2866"/>
                        <a:pt x="5840" y="3283"/>
                        <a:pt x="5932" y="3694"/>
                      </a:cubicBezTo>
                      <a:cubicBezTo>
                        <a:pt x="5814" y="3328"/>
                        <a:pt x="5693" y="2960"/>
                        <a:pt x="5576" y="2596"/>
                      </a:cubicBezTo>
                      <a:lnTo>
                        <a:pt x="5576" y="2596"/>
                      </a:lnTo>
                      <a:cubicBezTo>
                        <a:pt x="5652" y="2935"/>
                        <a:pt x="5726" y="3272"/>
                        <a:pt x="5801" y="3612"/>
                      </a:cubicBezTo>
                      <a:cubicBezTo>
                        <a:pt x="5513" y="2937"/>
                        <a:pt x="5223" y="2256"/>
                        <a:pt x="4845" y="1627"/>
                      </a:cubicBezTo>
                      <a:cubicBezTo>
                        <a:pt x="4466" y="999"/>
                        <a:pt x="3988" y="416"/>
                        <a:pt x="338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5"/>
                <p:cNvSpPr/>
                <p:nvPr/>
              </p:nvSpPr>
              <p:spPr>
                <a:xfrm>
                  <a:off x="2165160" y="2555413"/>
                  <a:ext cx="235376" cy="210610"/>
                </a:xfrm>
                <a:custGeom>
                  <a:rect b="b" l="l" r="r" t="t"/>
                  <a:pathLst>
                    <a:path extrusionOk="0" h="6327" w="7071">
                      <a:moveTo>
                        <a:pt x="2191" y="1"/>
                      </a:moveTo>
                      <a:cubicBezTo>
                        <a:pt x="2138" y="390"/>
                        <a:pt x="2128" y="782"/>
                        <a:pt x="2162" y="1173"/>
                      </a:cubicBezTo>
                      <a:cubicBezTo>
                        <a:pt x="2183" y="1424"/>
                        <a:pt x="2326" y="1700"/>
                        <a:pt x="2304" y="1948"/>
                      </a:cubicBezTo>
                      <a:cubicBezTo>
                        <a:pt x="2293" y="2075"/>
                        <a:pt x="2263" y="2122"/>
                        <a:pt x="2224" y="2122"/>
                      </a:cubicBezTo>
                      <a:cubicBezTo>
                        <a:pt x="2147" y="2122"/>
                        <a:pt x="2033" y="1940"/>
                        <a:pt x="1958" y="1831"/>
                      </a:cubicBezTo>
                      <a:cubicBezTo>
                        <a:pt x="1619" y="1355"/>
                        <a:pt x="1363" y="827"/>
                        <a:pt x="1108" y="302"/>
                      </a:cubicBezTo>
                      <a:lnTo>
                        <a:pt x="1108" y="302"/>
                      </a:lnTo>
                      <a:cubicBezTo>
                        <a:pt x="1361" y="1052"/>
                        <a:pt x="1639" y="1788"/>
                        <a:pt x="1944" y="2514"/>
                      </a:cubicBezTo>
                      <a:cubicBezTo>
                        <a:pt x="1700" y="2281"/>
                        <a:pt x="1424" y="2080"/>
                        <a:pt x="1130" y="1913"/>
                      </a:cubicBezTo>
                      <a:lnTo>
                        <a:pt x="1130" y="1913"/>
                      </a:lnTo>
                      <a:lnTo>
                        <a:pt x="1520" y="2359"/>
                      </a:lnTo>
                      <a:cubicBezTo>
                        <a:pt x="1294" y="2295"/>
                        <a:pt x="1099" y="2152"/>
                        <a:pt x="911" y="2011"/>
                      </a:cubicBezTo>
                      <a:lnTo>
                        <a:pt x="911" y="2011"/>
                      </a:lnTo>
                      <a:cubicBezTo>
                        <a:pt x="1097" y="2232"/>
                        <a:pt x="1247" y="2482"/>
                        <a:pt x="1357" y="2748"/>
                      </a:cubicBezTo>
                      <a:lnTo>
                        <a:pt x="1357" y="2748"/>
                      </a:lnTo>
                      <a:cubicBezTo>
                        <a:pt x="1340" y="2711"/>
                        <a:pt x="1048" y="2667"/>
                        <a:pt x="999" y="2639"/>
                      </a:cubicBezTo>
                      <a:cubicBezTo>
                        <a:pt x="917" y="2594"/>
                        <a:pt x="858" y="2526"/>
                        <a:pt x="784" y="2477"/>
                      </a:cubicBezTo>
                      <a:cubicBezTo>
                        <a:pt x="541" y="2320"/>
                        <a:pt x="257" y="2209"/>
                        <a:pt x="1" y="2080"/>
                      </a:cubicBezTo>
                      <a:lnTo>
                        <a:pt x="1" y="2080"/>
                      </a:lnTo>
                      <a:cubicBezTo>
                        <a:pt x="404" y="2471"/>
                        <a:pt x="776" y="2894"/>
                        <a:pt x="1110" y="3346"/>
                      </a:cubicBezTo>
                      <a:cubicBezTo>
                        <a:pt x="1277" y="3573"/>
                        <a:pt x="1255" y="3667"/>
                        <a:pt x="1273" y="3916"/>
                      </a:cubicBezTo>
                      <a:cubicBezTo>
                        <a:pt x="1279" y="4023"/>
                        <a:pt x="1337" y="4115"/>
                        <a:pt x="1414" y="4174"/>
                      </a:cubicBezTo>
                      <a:cubicBezTo>
                        <a:pt x="1561" y="4284"/>
                        <a:pt x="1991" y="4284"/>
                        <a:pt x="1735" y="4575"/>
                      </a:cubicBezTo>
                      <a:cubicBezTo>
                        <a:pt x="1529" y="4806"/>
                        <a:pt x="1179" y="5006"/>
                        <a:pt x="940" y="5205"/>
                      </a:cubicBezTo>
                      <a:cubicBezTo>
                        <a:pt x="1058" y="5147"/>
                        <a:pt x="1185" y="5110"/>
                        <a:pt x="1308" y="5096"/>
                      </a:cubicBezTo>
                      <a:lnTo>
                        <a:pt x="1308" y="5096"/>
                      </a:lnTo>
                      <a:cubicBezTo>
                        <a:pt x="1138" y="5313"/>
                        <a:pt x="942" y="5450"/>
                        <a:pt x="754" y="5642"/>
                      </a:cubicBezTo>
                      <a:cubicBezTo>
                        <a:pt x="541" y="5859"/>
                        <a:pt x="335" y="6090"/>
                        <a:pt x="140" y="6327"/>
                      </a:cubicBezTo>
                      <a:cubicBezTo>
                        <a:pt x="416" y="6096"/>
                        <a:pt x="692" y="5867"/>
                        <a:pt x="969" y="5634"/>
                      </a:cubicBezTo>
                      <a:cubicBezTo>
                        <a:pt x="1067" y="5554"/>
                        <a:pt x="1165" y="5470"/>
                        <a:pt x="1277" y="5427"/>
                      </a:cubicBezTo>
                      <a:lnTo>
                        <a:pt x="1277" y="5427"/>
                      </a:lnTo>
                      <a:cubicBezTo>
                        <a:pt x="1161" y="5605"/>
                        <a:pt x="1044" y="5781"/>
                        <a:pt x="930" y="5959"/>
                      </a:cubicBezTo>
                      <a:cubicBezTo>
                        <a:pt x="1177" y="5703"/>
                        <a:pt x="1390" y="5454"/>
                        <a:pt x="1688" y="5258"/>
                      </a:cubicBezTo>
                      <a:cubicBezTo>
                        <a:pt x="2017" y="5045"/>
                        <a:pt x="2344" y="4832"/>
                        <a:pt x="2672" y="4616"/>
                      </a:cubicBezTo>
                      <a:lnTo>
                        <a:pt x="2672" y="4616"/>
                      </a:lnTo>
                      <a:lnTo>
                        <a:pt x="2598" y="5211"/>
                      </a:lnTo>
                      <a:cubicBezTo>
                        <a:pt x="2668" y="5049"/>
                        <a:pt x="2776" y="4902"/>
                        <a:pt x="2907" y="4783"/>
                      </a:cubicBezTo>
                      <a:cubicBezTo>
                        <a:pt x="2982" y="5006"/>
                        <a:pt x="3058" y="5231"/>
                        <a:pt x="3134" y="5454"/>
                      </a:cubicBezTo>
                      <a:cubicBezTo>
                        <a:pt x="3211" y="5258"/>
                        <a:pt x="3256" y="5053"/>
                        <a:pt x="3275" y="4843"/>
                      </a:cubicBezTo>
                      <a:cubicBezTo>
                        <a:pt x="3373" y="5125"/>
                        <a:pt x="3469" y="5405"/>
                        <a:pt x="3567" y="5685"/>
                      </a:cubicBezTo>
                      <a:cubicBezTo>
                        <a:pt x="3624" y="5466"/>
                        <a:pt x="3655" y="5241"/>
                        <a:pt x="3657" y="5014"/>
                      </a:cubicBezTo>
                      <a:cubicBezTo>
                        <a:pt x="3804" y="5162"/>
                        <a:pt x="3947" y="5319"/>
                        <a:pt x="4084" y="5479"/>
                      </a:cubicBezTo>
                      <a:cubicBezTo>
                        <a:pt x="4107" y="5235"/>
                        <a:pt x="4105" y="4986"/>
                        <a:pt x="4074" y="4742"/>
                      </a:cubicBezTo>
                      <a:lnTo>
                        <a:pt x="4074" y="4742"/>
                      </a:lnTo>
                      <a:cubicBezTo>
                        <a:pt x="4264" y="4863"/>
                        <a:pt x="4436" y="5016"/>
                        <a:pt x="4581" y="5192"/>
                      </a:cubicBezTo>
                      <a:cubicBezTo>
                        <a:pt x="4440" y="4683"/>
                        <a:pt x="4338" y="4195"/>
                        <a:pt x="4771" y="3806"/>
                      </a:cubicBezTo>
                      <a:cubicBezTo>
                        <a:pt x="5090" y="3520"/>
                        <a:pt x="5456" y="3293"/>
                        <a:pt x="5820" y="3072"/>
                      </a:cubicBezTo>
                      <a:lnTo>
                        <a:pt x="5820" y="3072"/>
                      </a:lnTo>
                      <a:lnTo>
                        <a:pt x="5648" y="3154"/>
                      </a:lnTo>
                      <a:cubicBezTo>
                        <a:pt x="6080" y="2778"/>
                        <a:pt x="6562" y="2489"/>
                        <a:pt x="7071" y="2295"/>
                      </a:cubicBezTo>
                      <a:lnTo>
                        <a:pt x="7071" y="2295"/>
                      </a:lnTo>
                      <a:cubicBezTo>
                        <a:pt x="6615" y="2394"/>
                        <a:pt x="6165" y="2554"/>
                        <a:pt x="5734" y="2768"/>
                      </a:cubicBezTo>
                      <a:lnTo>
                        <a:pt x="5734" y="2768"/>
                      </a:lnTo>
                      <a:cubicBezTo>
                        <a:pt x="5927" y="2656"/>
                        <a:pt x="6102" y="2495"/>
                        <a:pt x="6239" y="2299"/>
                      </a:cubicBezTo>
                      <a:lnTo>
                        <a:pt x="6239" y="2299"/>
                      </a:lnTo>
                      <a:cubicBezTo>
                        <a:pt x="5924" y="2404"/>
                        <a:pt x="5620" y="2581"/>
                        <a:pt x="5354" y="2814"/>
                      </a:cubicBezTo>
                      <a:cubicBezTo>
                        <a:pt x="5503" y="2647"/>
                        <a:pt x="5652" y="2483"/>
                        <a:pt x="5798" y="2316"/>
                      </a:cubicBezTo>
                      <a:lnTo>
                        <a:pt x="5798" y="2316"/>
                      </a:lnTo>
                      <a:cubicBezTo>
                        <a:pt x="5633" y="2384"/>
                        <a:pt x="5479" y="2497"/>
                        <a:pt x="5353" y="2642"/>
                      </a:cubicBezTo>
                      <a:lnTo>
                        <a:pt x="5353" y="2642"/>
                      </a:lnTo>
                      <a:cubicBezTo>
                        <a:pt x="5824" y="2088"/>
                        <a:pt x="6298" y="1528"/>
                        <a:pt x="6769" y="974"/>
                      </a:cubicBezTo>
                      <a:lnTo>
                        <a:pt x="6769" y="974"/>
                      </a:lnTo>
                      <a:cubicBezTo>
                        <a:pt x="6147" y="1533"/>
                        <a:pt x="5520" y="2095"/>
                        <a:pt x="4896" y="2657"/>
                      </a:cubicBezTo>
                      <a:cubicBezTo>
                        <a:pt x="5195" y="2240"/>
                        <a:pt x="5448" y="1788"/>
                        <a:pt x="5657" y="1310"/>
                      </a:cubicBezTo>
                      <a:lnTo>
                        <a:pt x="5657" y="1310"/>
                      </a:lnTo>
                      <a:cubicBezTo>
                        <a:pt x="5311" y="1672"/>
                        <a:pt x="4966" y="2036"/>
                        <a:pt x="4622" y="2401"/>
                      </a:cubicBezTo>
                      <a:cubicBezTo>
                        <a:pt x="4898" y="1927"/>
                        <a:pt x="5119" y="1414"/>
                        <a:pt x="5268" y="884"/>
                      </a:cubicBezTo>
                      <a:lnTo>
                        <a:pt x="5268" y="884"/>
                      </a:lnTo>
                      <a:cubicBezTo>
                        <a:pt x="4867" y="1404"/>
                        <a:pt x="4465" y="1925"/>
                        <a:pt x="4007" y="2383"/>
                      </a:cubicBezTo>
                      <a:lnTo>
                        <a:pt x="4800" y="797"/>
                      </a:lnTo>
                      <a:lnTo>
                        <a:pt x="4800" y="797"/>
                      </a:lnTo>
                      <a:cubicBezTo>
                        <a:pt x="4434" y="1163"/>
                        <a:pt x="4101" y="1580"/>
                        <a:pt x="3817" y="2033"/>
                      </a:cubicBezTo>
                      <a:cubicBezTo>
                        <a:pt x="3960" y="1668"/>
                        <a:pt x="4103" y="1306"/>
                        <a:pt x="4248" y="942"/>
                      </a:cubicBezTo>
                      <a:lnTo>
                        <a:pt x="4248" y="942"/>
                      </a:lnTo>
                      <a:cubicBezTo>
                        <a:pt x="4029" y="1295"/>
                        <a:pt x="3812" y="1647"/>
                        <a:pt x="3592" y="1997"/>
                      </a:cubicBezTo>
                      <a:cubicBezTo>
                        <a:pt x="3610" y="1741"/>
                        <a:pt x="3630" y="1486"/>
                        <a:pt x="3645" y="1230"/>
                      </a:cubicBezTo>
                      <a:lnTo>
                        <a:pt x="3645" y="1230"/>
                      </a:lnTo>
                      <a:cubicBezTo>
                        <a:pt x="3514" y="1498"/>
                        <a:pt x="3408" y="1782"/>
                        <a:pt x="3338" y="2076"/>
                      </a:cubicBezTo>
                      <a:cubicBezTo>
                        <a:pt x="3291" y="1328"/>
                        <a:pt x="3015" y="621"/>
                        <a:pt x="2569" y="99"/>
                      </a:cubicBezTo>
                      <a:lnTo>
                        <a:pt x="2569" y="99"/>
                      </a:lnTo>
                      <a:cubicBezTo>
                        <a:pt x="2892" y="702"/>
                        <a:pt x="2847" y="1488"/>
                        <a:pt x="2788" y="2222"/>
                      </a:cubicBezTo>
                      <a:cubicBezTo>
                        <a:pt x="2535" y="1506"/>
                        <a:pt x="2334" y="762"/>
                        <a:pt x="2191"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25"/>
                <p:cNvSpPr/>
                <p:nvPr/>
              </p:nvSpPr>
              <p:spPr>
                <a:xfrm>
                  <a:off x="2259262" y="2649215"/>
                  <a:ext cx="180318" cy="111879"/>
                </a:xfrm>
                <a:custGeom>
                  <a:rect b="b" l="l" r="r" t="t"/>
                  <a:pathLst>
                    <a:path extrusionOk="0" h="3361" w="5417">
                      <a:moveTo>
                        <a:pt x="2527" y="1"/>
                      </a:moveTo>
                      <a:cubicBezTo>
                        <a:pt x="1690" y="1"/>
                        <a:pt x="803" y="306"/>
                        <a:pt x="260" y="937"/>
                      </a:cubicBezTo>
                      <a:cubicBezTo>
                        <a:pt x="251" y="949"/>
                        <a:pt x="239" y="964"/>
                        <a:pt x="227" y="978"/>
                      </a:cubicBezTo>
                      <a:cubicBezTo>
                        <a:pt x="147" y="1080"/>
                        <a:pt x="80" y="1191"/>
                        <a:pt x="49" y="1311"/>
                      </a:cubicBezTo>
                      <a:cubicBezTo>
                        <a:pt x="0" y="1532"/>
                        <a:pt x="82" y="1769"/>
                        <a:pt x="239" y="1933"/>
                      </a:cubicBezTo>
                      <a:cubicBezTo>
                        <a:pt x="374" y="2074"/>
                        <a:pt x="527" y="2119"/>
                        <a:pt x="699" y="2192"/>
                      </a:cubicBezTo>
                      <a:cubicBezTo>
                        <a:pt x="830" y="2248"/>
                        <a:pt x="961" y="2366"/>
                        <a:pt x="1104" y="2393"/>
                      </a:cubicBezTo>
                      <a:cubicBezTo>
                        <a:pt x="1503" y="2466"/>
                        <a:pt x="1805" y="2681"/>
                        <a:pt x="1971" y="3119"/>
                      </a:cubicBezTo>
                      <a:cubicBezTo>
                        <a:pt x="1928" y="3004"/>
                        <a:pt x="1883" y="2887"/>
                        <a:pt x="1838" y="2773"/>
                      </a:cubicBezTo>
                      <a:lnTo>
                        <a:pt x="1838" y="2773"/>
                      </a:lnTo>
                      <a:cubicBezTo>
                        <a:pt x="1926" y="2969"/>
                        <a:pt x="2022" y="3161"/>
                        <a:pt x="2128" y="3345"/>
                      </a:cubicBezTo>
                      <a:cubicBezTo>
                        <a:pt x="2096" y="3088"/>
                        <a:pt x="1865" y="2738"/>
                        <a:pt x="2112" y="2564"/>
                      </a:cubicBezTo>
                      <a:cubicBezTo>
                        <a:pt x="2173" y="2522"/>
                        <a:pt x="2222" y="2504"/>
                        <a:pt x="2265" y="2504"/>
                      </a:cubicBezTo>
                      <a:cubicBezTo>
                        <a:pt x="2379" y="2504"/>
                        <a:pt x="2447" y="2627"/>
                        <a:pt x="2558" y="2744"/>
                      </a:cubicBezTo>
                      <a:cubicBezTo>
                        <a:pt x="2742" y="2935"/>
                        <a:pt x="2905" y="3149"/>
                        <a:pt x="3069" y="3360"/>
                      </a:cubicBezTo>
                      <a:cubicBezTo>
                        <a:pt x="2862" y="3029"/>
                        <a:pt x="2656" y="2697"/>
                        <a:pt x="2449" y="2366"/>
                      </a:cubicBezTo>
                      <a:lnTo>
                        <a:pt x="2449" y="2366"/>
                      </a:lnTo>
                      <a:cubicBezTo>
                        <a:pt x="2666" y="2571"/>
                        <a:pt x="2885" y="2775"/>
                        <a:pt x="3106" y="2979"/>
                      </a:cubicBezTo>
                      <a:cubicBezTo>
                        <a:pt x="2879" y="2677"/>
                        <a:pt x="2670" y="2354"/>
                        <a:pt x="2488" y="2014"/>
                      </a:cubicBezTo>
                      <a:lnTo>
                        <a:pt x="2488" y="2014"/>
                      </a:lnTo>
                      <a:cubicBezTo>
                        <a:pt x="2870" y="2315"/>
                        <a:pt x="3224" y="2656"/>
                        <a:pt x="3547" y="3029"/>
                      </a:cubicBezTo>
                      <a:cubicBezTo>
                        <a:pt x="3375" y="2718"/>
                        <a:pt x="3179" y="2425"/>
                        <a:pt x="2967" y="2151"/>
                      </a:cubicBezTo>
                      <a:lnTo>
                        <a:pt x="2967" y="2151"/>
                      </a:lnTo>
                      <a:cubicBezTo>
                        <a:pt x="3189" y="2354"/>
                        <a:pt x="3420" y="2548"/>
                        <a:pt x="3658" y="2726"/>
                      </a:cubicBezTo>
                      <a:cubicBezTo>
                        <a:pt x="3418" y="2474"/>
                        <a:pt x="3183" y="2209"/>
                        <a:pt x="2960" y="1933"/>
                      </a:cubicBezTo>
                      <a:lnTo>
                        <a:pt x="2960" y="1933"/>
                      </a:lnTo>
                      <a:cubicBezTo>
                        <a:pt x="3163" y="2078"/>
                        <a:pt x="3369" y="2221"/>
                        <a:pt x="3574" y="2366"/>
                      </a:cubicBezTo>
                      <a:lnTo>
                        <a:pt x="2905" y="1464"/>
                      </a:lnTo>
                      <a:lnTo>
                        <a:pt x="3698" y="2088"/>
                      </a:lnTo>
                      <a:cubicBezTo>
                        <a:pt x="3512" y="1898"/>
                        <a:pt x="3057" y="1591"/>
                        <a:pt x="2963" y="1346"/>
                      </a:cubicBezTo>
                      <a:cubicBezTo>
                        <a:pt x="2909" y="1198"/>
                        <a:pt x="2958" y="1152"/>
                        <a:pt x="3042" y="1152"/>
                      </a:cubicBezTo>
                      <a:cubicBezTo>
                        <a:pt x="3134" y="1152"/>
                        <a:pt x="3267" y="1207"/>
                        <a:pt x="3353" y="1246"/>
                      </a:cubicBezTo>
                      <a:cubicBezTo>
                        <a:pt x="4030" y="1552"/>
                        <a:pt x="4729" y="1826"/>
                        <a:pt x="5416" y="2117"/>
                      </a:cubicBezTo>
                      <a:cubicBezTo>
                        <a:pt x="5416" y="2029"/>
                        <a:pt x="5330" y="1967"/>
                        <a:pt x="5252" y="1925"/>
                      </a:cubicBezTo>
                      <a:cubicBezTo>
                        <a:pt x="4537" y="1532"/>
                        <a:pt x="3772" y="1203"/>
                        <a:pt x="3075" y="788"/>
                      </a:cubicBezTo>
                      <a:cubicBezTo>
                        <a:pt x="3095" y="778"/>
                        <a:pt x="3119" y="774"/>
                        <a:pt x="3147" y="774"/>
                      </a:cubicBezTo>
                      <a:cubicBezTo>
                        <a:pt x="3359" y="774"/>
                        <a:pt x="3777" y="1041"/>
                        <a:pt x="3936" y="1103"/>
                      </a:cubicBezTo>
                      <a:cubicBezTo>
                        <a:pt x="3652" y="904"/>
                        <a:pt x="3365" y="700"/>
                        <a:pt x="3081" y="499"/>
                      </a:cubicBezTo>
                      <a:lnTo>
                        <a:pt x="3081" y="499"/>
                      </a:lnTo>
                      <a:cubicBezTo>
                        <a:pt x="3304" y="536"/>
                        <a:pt x="3525" y="571"/>
                        <a:pt x="3744" y="606"/>
                      </a:cubicBezTo>
                      <a:cubicBezTo>
                        <a:pt x="3578" y="518"/>
                        <a:pt x="3414" y="430"/>
                        <a:pt x="3247" y="342"/>
                      </a:cubicBezTo>
                      <a:cubicBezTo>
                        <a:pt x="3674" y="342"/>
                        <a:pt x="4099" y="385"/>
                        <a:pt x="4514" y="473"/>
                      </a:cubicBezTo>
                      <a:cubicBezTo>
                        <a:pt x="4097" y="311"/>
                        <a:pt x="3668" y="180"/>
                        <a:pt x="3234" y="78"/>
                      </a:cubicBezTo>
                      <a:cubicBezTo>
                        <a:pt x="3009" y="27"/>
                        <a:pt x="2770" y="1"/>
                        <a:pt x="2527"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5"/>
                <p:cNvSpPr/>
                <p:nvPr/>
              </p:nvSpPr>
              <p:spPr>
                <a:xfrm>
                  <a:off x="2087236" y="2625748"/>
                  <a:ext cx="164673" cy="107452"/>
                </a:xfrm>
                <a:custGeom>
                  <a:rect b="b" l="l" r="r" t="t"/>
                  <a:pathLst>
                    <a:path extrusionOk="0" h="3228" w="4947">
                      <a:moveTo>
                        <a:pt x="2625" y="1468"/>
                      </a:moveTo>
                      <a:cubicBezTo>
                        <a:pt x="2525" y="1480"/>
                        <a:pt x="2425" y="1499"/>
                        <a:pt x="2326" y="1525"/>
                      </a:cubicBezTo>
                      <a:cubicBezTo>
                        <a:pt x="2426" y="1514"/>
                        <a:pt x="2526" y="1495"/>
                        <a:pt x="2625" y="1468"/>
                      </a:cubicBezTo>
                      <a:close/>
                      <a:moveTo>
                        <a:pt x="2083" y="2777"/>
                      </a:moveTo>
                      <a:lnTo>
                        <a:pt x="2083" y="2777"/>
                      </a:lnTo>
                      <a:cubicBezTo>
                        <a:pt x="2081" y="2778"/>
                        <a:pt x="2079" y="2779"/>
                        <a:pt x="2077" y="2779"/>
                      </a:cubicBezTo>
                      <a:cubicBezTo>
                        <a:pt x="2079" y="2779"/>
                        <a:pt x="2081" y="2778"/>
                        <a:pt x="2083" y="2777"/>
                      </a:cubicBezTo>
                      <a:close/>
                      <a:moveTo>
                        <a:pt x="3533" y="1"/>
                      </a:moveTo>
                      <a:cubicBezTo>
                        <a:pt x="3446" y="1"/>
                        <a:pt x="3359" y="4"/>
                        <a:pt x="3273" y="8"/>
                      </a:cubicBezTo>
                      <a:cubicBezTo>
                        <a:pt x="3336" y="92"/>
                        <a:pt x="3399" y="172"/>
                        <a:pt x="3461" y="254"/>
                      </a:cubicBezTo>
                      <a:cubicBezTo>
                        <a:pt x="3305" y="333"/>
                        <a:pt x="3138" y="378"/>
                        <a:pt x="2972" y="387"/>
                      </a:cubicBezTo>
                      <a:cubicBezTo>
                        <a:pt x="3105" y="444"/>
                        <a:pt x="3236" y="503"/>
                        <a:pt x="3369" y="558"/>
                      </a:cubicBezTo>
                      <a:cubicBezTo>
                        <a:pt x="2821" y="585"/>
                        <a:pt x="2283" y="673"/>
                        <a:pt x="1735" y="691"/>
                      </a:cubicBezTo>
                      <a:cubicBezTo>
                        <a:pt x="1582" y="695"/>
                        <a:pt x="1406" y="700"/>
                        <a:pt x="1222" y="700"/>
                      </a:cubicBezTo>
                      <a:cubicBezTo>
                        <a:pt x="798" y="700"/>
                        <a:pt x="331" y="672"/>
                        <a:pt x="1" y="532"/>
                      </a:cubicBezTo>
                      <a:lnTo>
                        <a:pt x="1" y="532"/>
                      </a:lnTo>
                      <a:cubicBezTo>
                        <a:pt x="553" y="767"/>
                        <a:pt x="1146" y="906"/>
                        <a:pt x="1743" y="947"/>
                      </a:cubicBezTo>
                      <a:cubicBezTo>
                        <a:pt x="1870" y="956"/>
                        <a:pt x="1997" y="961"/>
                        <a:pt x="2125" y="961"/>
                      </a:cubicBezTo>
                      <a:cubicBezTo>
                        <a:pt x="2304" y="961"/>
                        <a:pt x="2483" y="952"/>
                        <a:pt x="2663" y="933"/>
                      </a:cubicBezTo>
                      <a:cubicBezTo>
                        <a:pt x="2764" y="923"/>
                        <a:pt x="2862" y="921"/>
                        <a:pt x="2959" y="921"/>
                      </a:cubicBezTo>
                      <a:cubicBezTo>
                        <a:pt x="3053" y="921"/>
                        <a:pt x="3147" y="923"/>
                        <a:pt x="3243" y="923"/>
                      </a:cubicBezTo>
                      <a:cubicBezTo>
                        <a:pt x="3306" y="923"/>
                        <a:pt x="3370" y="922"/>
                        <a:pt x="3436" y="918"/>
                      </a:cubicBezTo>
                      <a:lnTo>
                        <a:pt x="3436" y="918"/>
                      </a:lnTo>
                      <a:cubicBezTo>
                        <a:pt x="2770" y="957"/>
                        <a:pt x="2102" y="1123"/>
                        <a:pt x="1465" y="1407"/>
                      </a:cubicBezTo>
                      <a:cubicBezTo>
                        <a:pt x="1795" y="1342"/>
                        <a:pt x="2127" y="1308"/>
                        <a:pt x="2456" y="1308"/>
                      </a:cubicBezTo>
                      <a:cubicBezTo>
                        <a:pt x="2630" y="1308"/>
                        <a:pt x="2804" y="1318"/>
                        <a:pt x="2976" y="1337"/>
                      </a:cubicBezTo>
                      <a:cubicBezTo>
                        <a:pt x="2861" y="1391"/>
                        <a:pt x="2744" y="1435"/>
                        <a:pt x="2625" y="1468"/>
                      </a:cubicBezTo>
                      <a:lnTo>
                        <a:pt x="2625" y="1468"/>
                      </a:lnTo>
                      <a:cubicBezTo>
                        <a:pt x="2710" y="1458"/>
                        <a:pt x="2795" y="1453"/>
                        <a:pt x="2880" y="1453"/>
                      </a:cubicBezTo>
                      <a:cubicBezTo>
                        <a:pt x="2989" y="1453"/>
                        <a:pt x="3097" y="1461"/>
                        <a:pt x="3203" y="1478"/>
                      </a:cubicBezTo>
                      <a:cubicBezTo>
                        <a:pt x="3029" y="1603"/>
                        <a:pt x="2835" y="1689"/>
                        <a:pt x="2637" y="1728"/>
                      </a:cubicBezTo>
                      <a:cubicBezTo>
                        <a:pt x="2831" y="1709"/>
                        <a:pt x="3021" y="1689"/>
                        <a:pt x="3215" y="1669"/>
                      </a:cubicBezTo>
                      <a:lnTo>
                        <a:pt x="3215" y="1669"/>
                      </a:lnTo>
                      <a:cubicBezTo>
                        <a:pt x="3025" y="1765"/>
                        <a:pt x="2835" y="1859"/>
                        <a:pt x="2645" y="1955"/>
                      </a:cubicBezTo>
                      <a:cubicBezTo>
                        <a:pt x="2840" y="1892"/>
                        <a:pt x="3041" y="1857"/>
                        <a:pt x="3238" y="1857"/>
                      </a:cubicBezTo>
                      <a:cubicBezTo>
                        <a:pt x="3267" y="1857"/>
                        <a:pt x="3296" y="1858"/>
                        <a:pt x="3324" y="1859"/>
                      </a:cubicBezTo>
                      <a:cubicBezTo>
                        <a:pt x="3089" y="2014"/>
                        <a:pt x="2835" y="2129"/>
                        <a:pt x="2575" y="2196"/>
                      </a:cubicBezTo>
                      <a:cubicBezTo>
                        <a:pt x="2874" y="2139"/>
                        <a:pt x="3173" y="2080"/>
                        <a:pt x="3475" y="2022"/>
                      </a:cubicBezTo>
                      <a:lnTo>
                        <a:pt x="3475" y="2022"/>
                      </a:lnTo>
                      <a:cubicBezTo>
                        <a:pt x="3048" y="2357"/>
                        <a:pt x="2574" y="2617"/>
                        <a:pt x="2083" y="2777"/>
                      </a:cubicBezTo>
                      <a:lnTo>
                        <a:pt x="2083" y="2777"/>
                      </a:lnTo>
                      <a:cubicBezTo>
                        <a:pt x="2260" y="2720"/>
                        <a:pt x="2455" y="2714"/>
                        <a:pt x="2631" y="2658"/>
                      </a:cubicBezTo>
                      <a:cubicBezTo>
                        <a:pt x="2811" y="2597"/>
                        <a:pt x="2989" y="2560"/>
                        <a:pt x="3169" y="2560"/>
                      </a:cubicBezTo>
                      <a:cubicBezTo>
                        <a:pt x="3193" y="2560"/>
                        <a:pt x="3218" y="2561"/>
                        <a:pt x="3242" y="2562"/>
                      </a:cubicBezTo>
                      <a:cubicBezTo>
                        <a:pt x="3130" y="2648"/>
                        <a:pt x="3011" y="2719"/>
                        <a:pt x="2890" y="2773"/>
                      </a:cubicBezTo>
                      <a:cubicBezTo>
                        <a:pt x="3072" y="2736"/>
                        <a:pt x="3258" y="2697"/>
                        <a:pt x="3442" y="2660"/>
                      </a:cubicBezTo>
                      <a:lnTo>
                        <a:pt x="3442" y="2660"/>
                      </a:lnTo>
                      <a:cubicBezTo>
                        <a:pt x="3186" y="2864"/>
                        <a:pt x="2911" y="3033"/>
                        <a:pt x="2625" y="3162"/>
                      </a:cubicBezTo>
                      <a:lnTo>
                        <a:pt x="2625" y="3162"/>
                      </a:lnTo>
                      <a:cubicBezTo>
                        <a:pt x="2962" y="3022"/>
                        <a:pt x="3305" y="2895"/>
                        <a:pt x="3647" y="2783"/>
                      </a:cubicBezTo>
                      <a:cubicBezTo>
                        <a:pt x="3962" y="2679"/>
                        <a:pt x="4412" y="2656"/>
                        <a:pt x="4665" y="2384"/>
                      </a:cubicBezTo>
                      <a:cubicBezTo>
                        <a:pt x="4947" y="2082"/>
                        <a:pt x="4921" y="1585"/>
                        <a:pt x="4843" y="1182"/>
                      </a:cubicBezTo>
                      <a:cubicBezTo>
                        <a:pt x="4782" y="857"/>
                        <a:pt x="4694" y="526"/>
                        <a:pt x="4485" y="307"/>
                      </a:cubicBezTo>
                      <a:cubicBezTo>
                        <a:pt x="4239" y="51"/>
                        <a:pt x="3885" y="1"/>
                        <a:pt x="3533" y="1"/>
                      </a:cubicBezTo>
                      <a:close/>
                      <a:moveTo>
                        <a:pt x="2625" y="3162"/>
                      </a:moveTo>
                      <a:cubicBezTo>
                        <a:pt x="2573" y="3183"/>
                        <a:pt x="2521" y="3205"/>
                        <a:pt x="2469" y="3227"/>
                      </a:cubicBezTo>
                      <a:cubicBezTo>
                        <a:pt x="2521" y="3207"/>
                        <a:pt x="2573" y="3185"/>
                        <a:pt x="2625" y="3162"/>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5"/>
                <p:cNvSpPr/>
                <p:nvPr/>
              </p:nvSpPr>
              <p:spPr>
                <a:xfrm>
                  <a:off x="2301669" y="2419570"/>
                  <a:ext cx="243398" cy="219664"/>
                </a:xfrm>
                <a:custGeom>
                  <a:rect b="b" l="l" r="r" t="t"/>
                  <a:pathLst>
                    <a:path extrusionOk="0" h="6599" w="7312">
                      <a:moveTo>
                        <a:pt x="1072" y="1"/>
                      </a:moveTo>
                      <a:cubicBezTo>
                        <a:pt x="730" y="1"/>
                        <a:pt x="364" y="382"/>
                        <a:pt x="220" y="639"/>
                      </a:cubicBezTo>
                      <a:cubicBezTo>
                        <a:pt x="88" y="874"/>
                        <a:pt x="22" y="1134"/>
                        <a:pt x="0" y="1398"/>
                      </a:cubicBezTo>
                      <a:cubicBezTo>
                        <a:pt x="4" y="1416"/>
                        <a:pt x="8" y="1435"/>
                        <a:pt x="14" y="1453"/>
                      </a:cubicBezTo>
                      <a:lnTo>
                        <a:pt x="470" y="880"/>
                      </a:lnTo>
                      <a:cubicBezTo>
                        <a:pt x="537" y="797"/>
                        <a:pt x="611" y="707"/>
                        <a:pt x="717" y="684"/>
                      </a:cubicBezTo>
                      <a:cubicBezTo>
                        <a:pt x="733" y="681"/>
                        <a:pt x="748" y="679"/>
                        <a:pt x="764" y="679"/>
                      </a:cubicBezTo>
                      <a:cubicBezTo>
                        <a:pt x="864" y="679"/>
                        <a:pt x="961" y="739"/>
                        <a:pt x="1022" y="819"/>
                      </a:cubicBezTo>
                      <a:cubicBezTo>
                        <a:pt x="1096" y="913"/>
                        <a:pt x="1130" y="1026"/>
                        <a:pt x="1163" y="1140"/>
                      </a:cubicBezTo>
                      <a:cubicBezTo>
                        <a:pt x="1280" y="1040"/>
                        <a:pt x="1394" y="942"/>
                        <a:pt x="1511" y="844"/>
                      </a:cubicBezTo>
                      <a:lnTo>
                        <a:pt x="1511" y="844"/>
                      </a:lnTo>
                      <a:cubicBezTo>
                        <a:pt x="1576" y="2228"/>
                        <a:pt x="1429" y="3624"/>
                        <a:pt x="1085" y="4967"/>
                      </a:cubicBezTo>
                      <a:cubicBezTo>
                        <a:pt x="1646" y="3673"/>
                        <a:pt x="1695" y="2209"/>
                        <a:pt x="2193" y="887"/>
                      </a:cubicBezTo>
                      <a:cubicBezTo>
                        <a:pt x="2245" y="1032"/>
                        <a:pt x="2298" y="1177"/>
                        <a:pt x="2351" y="1320"/>
                      </a:cubicBezTo>
                      <a:cubicBezTo>
                        <a:pt x="2408" y="1220"/>
                        <a:pt x="2478" y="1130"/>
                        <a:pt x="2562" y="1052"/>
                      </a:cubicBezTo>
                      <a:cubicBezTo>
                        <a:pt x="2694" y="1187"/>
                        <a:pt x="2790" y="1357"/>
                        <a:pt x="2838" y="1541"/>
                      </a:cubicBezTo>
                      <a:cubicBezTo>
                        <a:pt x="2929" y="1453"/>
                        <a:pt x="3017" y="1367"/>
                        <a:pt x="3107" y="1281"/>
                      </a:cubicBezTo>
                      <a:cubicBezTo>
                        <a:pt x="3131" y="1259"/>
                        <a:pt x="3160" y="1232"/>
                        <a:pt x="3194" y="1232"/>
                      </a:cubicBezTo>
                      <a:cubicBezTo>
                        <a:pt x="3196" y="1232"/>
                        <a:pt x="3198" y="1232"/>
                        <a:pt x="3201" y="1232"/>
                      </a:cubicBezTo>
                      <a:cubicBezTo>
                        <a:pt x="3240" y="1238"/>
                        <a:pt x="3267" y="1277"/>
                        <a:pt x="3287" y="1310"/>
                      </a:cubicBezTo>
                      <a:cubicBezTo>
                        <a:pt x="3359" y="1441"/>
                        <a:pt x="3430" y="1569"/>
                        <a:pt x="3498" y="1698"/>
                      </a:cubicBezTo>
                      <a:cubicBezTo>
                        <a:pt x="3631" y="1512"/>
                        <a:pt x="3821" y="1365"/>
                        <a:pt x="4036" y="1289"/>
                      </a:cubicBezTo>
                      <a:lnTo>
                        <a:pt x="4036" y="1289"/>
                      </a:lnTo>
                      <a:cubicBezTo>
                        <a:pt x="4017" y="1543"/>
                        <a:pt x="4095" y="1541"/>
                        <a:pt x="4277" y="1617"/>
                      </a:cubicBezTo>
                      <a:cubicBezTo>
                        <a:pt x="4387" y="1662"/>
                        <a:pt x="4522" y="1621"/>
                        <a:pt x="4442" y="1837"/>
                      </a:cubicBezTo>
                      <a:cubicBezTo>
                        <a:pt x="4113" y="2708"/>
                        <a:pt x="3338" y="3393"/>
                        <a:pt x="3191" y="4313"/>
                      </a:cubicBezTo>
                      <a:cubicBezTo>
                        <a:pt x="3502" y="3898"/>
                        <a:pt x="3778" y="3453"/>
                        <a:pt x="4013" y="2992"/>
                      </a:cubicBezTo>
                      <a:cubicBezTo>
                        <a:pt x="4230" y="2561"/>
                        <a:pt x="4442" y="2087"/>
                        <a:pt x="4862" y="1854"/>
                      </a:cubicBezTo>
                      <a:cubicBezTo>
                        <a:pt x="4892" y="1838"/>
                        <a:pt x="4928" y="1821"/>
                        <a:pt x="4963" y="1821"/>
                      </a:cubicBezTo>
                      <a:cubicBezTo>
                        <a:pt x="4969" y="1821"/>
                        <a:pt x="4975" y="1822"/>
                        <a:pt x="4982" y="1823"/>
                      </a:cubicBezTo>
                      <a:cubicBezTo>
                        <a:pt x="5072" y="1837"/>
                        <a:pt x="5101" y="1956"/>
                        <a:pt x="5087" y="2048"/>
                      </a:cubicBezTo>
                      <a:cubicBezTo>
                        <a:pt x="5072" y="2138"/>
                        <a:pt x="5033" y="2234"/>
                        <a:pt x="5070" y="2318"/>
                      </a:cubicBezTo>
                      <a:cubicBezTo>
                        <a:pt x="5092" y="2272"/>
                        <a:pt x="5142" y="2249"/>
                        <a:pt x="5194" y="2249"/>
                      </a:cubicBezTo>
                      <a:cubicBezTo>
                        <a:pt x="5242" y="2249"/>
                        <a:pt x="5292" y="2269"/>
                        <a:pt x="5322" y="2306"/>
                      </a:cubicBezTo>
                      <a:cubicBezTo>
                        <a:pt x="5383" y="2387"/>
                        <a:pt x="5363" y="2510"/>
                        <a:pt x="5295" y="2582"/>
                      </a:cubicBezTo>
                      <a:cubicBezTo>
                        <a:pt x="5354" y="2579"/>
                        <a:pt x="5414" y="2577"/>
                        <a:pt x="5475" y="2573"/>
                      </a:cubicBezTo>
                      <a:cubicBezTo>
                        <a:pt x="5491" y="2622"/>
                        <a:pt x="5504" y="2674"/>
                        <a:pt x="5520" y="2725"/>
                      </a:cubicBezTo>
                      <a:cubicBezTo>
                        <a:pt x="5639" y="2653"/>
                        <a:pt x="5775" y="2604"/>
                        <a:pt x="5912" y="2580"/>
                      </a:cubicBezTo>
                      <a:lnTo>
                        <a:pt x="5912" y="2580"/>
                      </a:lnTo>
                      <a:cubicBezTo>
                        <a:pt x="5913" y="2727"/>
                        <a:pt x="5874" y="2874"/>
                        <a:pt x="5798" y="2999"/>
                      </a:cubicBezTo>
                      <a:cubicBezTo>
                        <a:pt x="5884" y="2947"/>
                        <a:pt x="5972" y="2898"/>
                        <a:pt x="6060" y="2847"/>
                      </a:cubicBezTo>
                      <a:lnTo>
                        <a:pt x="6060" y="2847"/>
                      </a:lnTo>
                      <a:cubicBezTo>
                        <a:pt x="6088" y="2970"/>
                        <a:pt x="6043" y="3105"/>
                        <a:pt x="5951" y="3185"/>
                      </a:cubicBezTo>
                      <a:cubicBezTo>
                        <a:pt x="6042" y="3141"/>
                        <a:pt x="6143" y="3114"/>
                        <a:pt x="6243" y="3114"/>
                      </a:cubicBezTo>
                      <a:cubicBezTo>
                        <a:pt x="6250" y="3114"/>
                        <a:pt x="6257" y="3115"/>
                        <a:pt x="6264" y="3115"/>
                      </a:cubicBezTo>
                      <a:cubicBezTo>
                        <a:pt x="6217" y="3273"/>
                        <a:pt x="6127" y="3418"/>
                        <a:pt x="6002" y="3526"/>
                      </a:cubicBezTo>
                      <a:cubicBezTo>
                        <a:pt x="6135" y="3428"/>
                        <a:pt x="6297" y="3369"/>
                        <a:pt x="6464" y="3361"/>
                      </a:cubicBezTo>
                      <a:lnTo>
                        <a:pt x="6464" y="3361"/>
                      </a:lnTo>
                      <a:cubicBezTo>
                        <a:pt x="6418" y="3500"/>
                        <a:pt x="6344" y="3630"/>
                        <a:pt x="6248" y="3743"/>
                      </a:cubicBezTo>
                      <a:lnTo>
                        <a:pt x="6638" y="3530"/>
                      </a:lnTo>
                      <a:lnTo>
                        <a:pt x="6638" y="3530"/>
                      </a:lnTo>
                      <a:cubicBezTo>
                        <a:pt x="6618" y="3569"/>
                        <a:pt x="6601" y="3606"/>
                        <a:pt x="6581" y="3645"/>
                      </a:cubicBezTo>
                      <a:cubicBezTo>
                        <a:pt x="6640" y="3634"/>
                        <a:pt x="6696" y="3624"/>
                        <a:pt x="6755" y="3610"/>
                      </a:cubicBezTo>
                      <a:lnTo>
                        <a:pt x="6755" y="3610"/>
                      </a:lnTo>
                      <a:cubicBezTo>
                        <a:pt x="5739" y="4800"/>
                        <a:pt x="4522" y="5816"/>
                        <a:pt x="3169" y="6599"/>
                      </a:cubicBezTo>
                      <a:cubicBezTo>
                        <a:pt x="4277" y="6192"/>
                        <a:pt x="5248" y="5489"/>
                        <a:pt x="6203" y="4798"/>
                      </a:cubicBezTo>
                      <a:cubicBezTo>
                        <a:pt x="6430" y="4634"/>
                        <a:pt x="6657" y="4467"/>
                        <a:pt x="6884" y="4303"/>
                      </a:cubicBezTo>
                      <a:lnTo>
                        <a:pt x="6884" y="4303"/>
                      </a:lnTo>
                      <a:lnTo>
                        <a:pt x="6802" y="4573"/>
                      </a:lnTo>
                      <a:cubicBezTo>
                        <a:pt x="6849" y="4422"/>
                        <a:pt x="7100" y="4397"/>
                        <a:pt x="7184" y="4262"/>
                      </a:cubicBezTo>
                      <a:cubicBezTo>
                        <a:pt x="7286" y="4099"/>
                        <a:pt x="7311" y="3890"/>
                        <a:pt x="7233" y="3714"/>
                      </a:cubicBezTo>
                      <a:cubicBezTo>
                        <a:pt x="7192" y="3620"/>
                        <a:pt x="7125" y="3538"/>
                        <a:pt x="7106" y="3438"/>
                      </a:cubicBezTo>
                      <a:cubicBezTo>
                        <a:pt x="7100" y="3403"/>
                        <a:pt x="7098" y="3369"/>
                        <a:pt x="7098" y="3332"/>
                      </a:cubicBezTo>
                      <a:cubicBezTo>
                        <a:pt x="7094" y="3099"/>
                        <a:pt x="7066" y="2880"/>
                        <a:pt x="7021" y="2651"/>
                      </a:cubicBezTo>
                      <a:cubicBezTo>
                        <a:pt x="6976" y="2402"/>
                        <a:pt x="6833" y="2250"/>
                        <a:pt x="6655" y="2087"/>
                      </a:cubicBezTo>
                      <a:cubicBezTo>
                        <a:pt x="6313" y="1852"/>
                        <a:pt x="5833" y="1878"/>
                        <a:pt x="5510" y="1617"/>
                      </a:cubicBezTo>
                      <a:cubicBezTo>
                        <a:pt x="5244" y="1402"/>
                        <a:pt x="5123" y="1015"/>
                        <a:pt x="4808" y="878"/>
                      </a:cubicBezTo>
                      <a:cubicBezTo>
                        <a:pt x="4704" y="832"/>
                        <a:pt x="4598" y="815"/>
                        <a:pt x="4490" y="815"/>
                      </a:cubicBezTo>
                      <a:cubicBezTo>
                        <a:pt x="4162" y="815"/>
                        <a:pt x="3817" y="974"/>
                        <a:pt x="3488" y="974"/>
                      </a:cubicBezTo>
                      <a:cubicBezTo>
                        <a:pt x="3440" y="974"/>
                        <a:pt x="3394" y="971"/>
                        <a:pt x="3347" y="964"/>
                      </a:cubicBezTo>
                      <a:cubicBezTo>
                        <a:pt x="2850" y="885"/>
                        <a:pt x="2606" y="290"/>
                        <a:pt x="2069" y="279"/>
                      </a:cubicBezTo>
                      <a:cubicBezTo>
                        <a:pt x="2057" y="278"/>
                        <a:pt x="2046" y="278"/>
                        <a:pt x="2034" y="278"/>
                      </a:cubicBezTo>
                      <a:cubicBezTo>
                        <a:pt x="1942" y="278"/>
                        <a:pt x="1856" y="288"/>
                        <a:pt x="1771" y="288"/>
                      </a:cubicBezTo>
                      <a:cubicBezTo>
                        <a:pt x="1686" y="288"/>
                        <a:pt x="1601" y="278"/>
                        <a:pt x="1509" y="239"/>
                      </a:cubicBezTo>
                      <a:cubicBezTo>
                        <a:pt x="1380" y="183"/>
                        <a:pt x="1296" y="36"/>
                        <a:pt x="1155" y="9"/>
                      </a:cubicBezTo>
                      <a:cubicBezTo>
                        <a:pt x="1128" y="3"/>
                        <a:pt x="1100" y="1"/>
                        <a:pt x="107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5"/>
                <p:cNvSpPr/>
                <p:nvPr/>
              </p:nvSpPr>
              <p:spPr>
                <a:xfrm>
                  <a:off x="2013673" y="2397733"/>
                  <a:ext cx="280148" cy="234810"/>
                </a:xfrm>
                <a:custGeom>
                  <a:rect b="b" l="l" r="r" t="t"/>
                  <a:pathLst>
                    <a:path extrusionOk="0" h="7054" w="8416">
                      <a:moveTo>
                        <a:pt x="6415" y="195"/>
                      </a:moveTo>
                      <a:lnTo>
                        <a:pt x="6415" y="195"/>
                      </a:lnTo>
                      <a:cubicBezTo>
                        <a:pt x="6369" y="222"/>
                        <a:pt x="6324" y="251"/>
                        <a:pt x="6281" y="282"/>
                      </a:cubicBezTo>
                      <a:lnTo>
                        <a:pt x="6281" y="282"/>
                      </a:lnTo>
                      <a:cubicBezTo>
                        <a:pt x="6283" y="279"/>
                        <a:pt x="6284" y="276"/>
                        <a:pt x="6286" y="273"/>
                      </a:cubicBezTo>
                      <a:cubicBezTo>
                        <a:pt x="6309" y="232"/>
                        <a:pt x="6358" y="212"/>
                        <a:pt x="6405" y="199"/>
                      </a:cubicBezTo>
                      <a:cubicBezTo>
                        <a:pt x="6408" y="198"/>
                        <a:pt x="6412" y="197"/>
                        <a:pt x="6415" y="195"/>
                      </a:cubicBezTo>
                      <a:close/>
                      <a:moveTo>
                        <a:pt x="6269" y="353"/>
                      </a:moveTo>
                      <a:lnTo>
                        <a:pt x="6293" y="566"/>
                      </a:lnTo>
                      <a:lnTo>
                        <a:pt x="6293" y="566"/>
                      </a:lnTo>
                      <a:cubicBezTo>
                        <a:pt x="6286" y="512"/>
                        <a:pt x="6280" y="458"/>
                        <a:pt x="6274" y="404"/>
                      </a:cubicBezTo>
                      <a:cubicBezTo>
                        <a:pt x="6271" y="387"/>
                        <a:pt x="6269" y="370"/>
                        <a:pt x="6269" y="353"/>
                      </a:cubicBezTo>
                      <a:close/>
                      <a:moveTo>
                        <a:pt x="7139" y="0"/>
                      </a:moveTo>
                      <a:cubicBezTo>
                        <a:pt x="6906" y="0"/>
                        <a:pt x="6673" y="59"/>
                        <a:pt x="6466" y="167"/>
                      </a:cubicBezTo>
                      <a:lnTo>
                        <a:pt x="6466" y="167"/>
                      </a:lnTo>
                      <a:cubicBezTo>
                        <a:pt x="6185" y="263"/>
                        <a:pt x="5897" y="363"/>
                        <a:pt x="5610" y="363"/>
                      </a:cubicBezTo>
                      <a:cubicBezTo>
                        <a:pt x="5522" y="363"/>
                        <a:pt x="5434" y="354"/>
                        <a:pt x="5346" y="332"/>
                      </a:cubicBezTo>
                      <a:cubicBezTo>
                        <a:pt x="5057" y="260"/>
                        <a:pt x="4788" y="56"/>
                        <a:pt x="4502" y="56"/>
                      </a:cubicBezTo>
                      <a:cubicBezTo>
                        <a:pt x="4467" y="56"/>
                        <a:pt x="4431" y="59"/>
                        <a:pt x="4395" y="66"/>
                      </a:cubicBezTo>
                      <a:cubicBezTo>
                        <a:pt x="4189" y="105"/>
                        <a:pt x="4027" y="261"/>
                        <a:pt x="3843" y="361"/>
                      </a:cubicBezTo>
                      <a:cubicBezTo>
                        <a:pt x="3452" y="574"/>
                        <a:pt x="3001" y="526"/>
                        <a:pt x="2606" y="733"/>
                      </a:cubicBezTo>
                      <a:cubicBezTo>
                        <a:pt x="2193" y="948"/>
                        <a:pt x="1747" y="1138"/>
                        <a:pt x="1504" y="1563"/>
                      </a:cubicBezTo>
                      <a:cubicBezTo>
                        <a:pt x="1265" y="1982"/>
                        <a:pt x="1289" y="2524"/>
                        <a:pt x="1001" y="2910"/>
                      </a:cubicBezTo>
                      <a:cubicBezTo>
                        <a:pt x="774" y="3211"/>
                        <a:pt x="382" y="3372"/>
                        <a:pt x="189" y="3696"/>
                      </a:cubicBezTo>
                      <a:cubicBezTo>
                        <a:pt x="1" y="4017"/>
                        <a:pt x="54" y="4438"/>
                        <a:pt x="241" y="4759"/>
                      </a:cubicBezTo>
                      <a:cubicBezTo>
                        <a:pt x="431" y="5078"/>
                        <a:pt x="735" y="5313"/>
                        <a:pt x="1050" y="5509"/>
                      </a:cubicBezTo>
                      <a:cubicBezTo>
                        <a:pt x="2007" y="6110"/>
                        <a:pt x="3240" y="6368"/>
                        <a:pt x="4152" y="7053"/>
                      </a:cubicBezTo>
                      <a:cubicBezTo>
                        <a:pt x="3788" y="6523"/>
                        <a:pt x="3270" y="6104"/>
                        <a:pt x="2721" y="5761"/>
                      </a:cubicBezTo>
                      <a:cubicBezTo>
                        <a:pt x="2105" y="5378"/>
                        <a:pt x="1443" y="5069"/>
                        <a:pt x="819" y="4695"/>
                      </a:cubicBezTo>
                      <a:cubicBezTo>
                        <a:pt x="754" y="4654"/>
                        <a:pt x="682" y="4609"/>
                        <a:pt x="651" y="4538"/>
                      </a:cubicBezTo>
                      <a:cubicBezTo>
                        <a:pt x="619" y="4468"/>
                        <a:pt x="647" y="4364"/>
                        <a:pt x="721" y="4346"/>
                      </a:cubicBezTo>
                      <a:cubicBezTo>
                        <a:pt x="733" y="4344"/>
                        <a:pt x="745" y="4343"/>
                        <a:pt x="757" y="4343"/>
                      </a:cubicBezTo>
                      <a:cubicBezTo>
                        <a:pt x="771" y="4343"/>
                        <a:pt x="784" y="4344"/>
                        <a:pt x="798" y="4344"/>
                      </a:cubicBezTo>
                      <a:cubicBezTo>
                        <a:pt x="817" y="4344"/>
                        <a:pt x="836" y="4342"/>
                        <a:pt x="852" y="4333"/>
                      </a:cubicBezTo>
                      <a:cubicBezTo>
                        <a:pt x="911" y="4295"/>
                        <a:pt x="882" y="4205"/>
                        <a:pt x="835" y="4154"/>
                      </a:cubicBezTo>
                      <a:cubicBezTo>
                        <a:pt x="788" y="4102"/>
                        <a:pt x="727" y="4051"/>
                        <a:pt x="737" y="3982"/>
                      </a:cubicBezTo>
                      <a:cubicBezTo>
                        <a:pt x="813" y="3980"/>
                        <a:pt x="891" y="3978"/>
                        <a:pt x="966" y="3974"/>
                      </a:cubicBezTo>
                      <a:cubicBezTo>
                        <a:pt x="911" y="3847"/>
                        <a:pt x="854" y="3724"/>
                        <a:pt x="797" y="3597"/>
                      </a:cubicBezTo>
                      <a:cubicBezTo>
                        <a:pt x="788" y="3573"/>
                        <a:pt x="778" y="3550"/>
                        <a:pt x="788" y="3530"/>
                      </a:cubicBezTo>
                      <a:cubicBezTo>
                        <a:pt x="799" y="3501"/>
                        <a:pt x="838" y="3495"/>
                        <a:pt x="872" y="3495"/>
                      </a:cubicBezTo>
                      <a:cubicBezTo>
                        <a:pt x="1126" y="3495"/>
                        <a:pt x="1279" y="3505"/>
                        <a:pt x="1482" y="3675"/>
                      </a:cubicBezTo>
                      <a:cubicBezTo>
                        <a:pt x="1351" y="3514"/>
                        <a:pt x="1238" y="3342"/>
                        <a:pt x="1146" y="3158"/>
                      </a:cubicBezTo>
                      <a:cubicBezTo>
                        <a:pt x="1180" y="3142"/>
                        <a:pt x="1216" y="3135"/>
                        <a:pt x="1252" y="3135"/>
                      </a:cubicBezTo>
                      <a:cubicBezTo>
                        <a:pt x="1363" y="3135"/>
                        <a:pt x="1477" y="3201"/>
                        <a:pt x="1576" y="3266"/>
                      </a:cubicBezTo>
                      <a:cubicBezTo>
                        <a:pt x="2618" y="3953"/>
                        <a:pt x="3624" y="4695"/>
                        <a:pt x="4587" y="5487"/>
                      </a:cubicBezTo>
                      <a:cubicBezTo>
                        <a:pt x="4017" y="4718"/>
                        <a:pt x="3213" y="4166"/>
                        <a:pt x="2526" y="3503"/>
                      </a:cubicBezTo>
                      <a:cubicBezTo>
                        <a:pt x="2422" y="3405"/>
                        <a:pt x="2322" y="3299"/>
                        <a:pt x="2254" y="3176"/>
                      </a:cubicBezTo>
                      <a:cubicBezTo>
                        <a:pt x="2189" y="3058"/>
                        <a:pt x="2158" y="2917"/>
                        <a:pt x="2060" y="2825"/>
                      </a:cubicBezTo>
                      <a:cubicBezTo>
                        <a:pt x="1940" y="2710"/>
                        <a:pt x="1729" y="2661"/>
                        <a:pt x="1710" y="2497"/>
                      </a:cubicBezTo>
                      <a:cubicBezTo>
                        <a:pt x="1749" y="2452"/>
                        <a:pt x="1803" y="2432"/>
                        <a:pt x="1859" y="2432"/>
                      </a:cubicBezTo>
                      <a:cubicBezTo>
                        <a:pt x="1900" y="2432"/>
                        <a:pt x="1943" y="2443"/>
                        <a:pt x="1980" y="2463"/>
                      </a:cubicBezTo>
                      <a:cubicBezTo>
                        <a:pt x="1935" y="2252"/>
                        <a:pt x="1886" y="2041"/>
                        <a:pt x="1841" y="1829"/>
                      </a:cubicBezTo>
                      <a:lnTo>
                        <a:pt x="1841" y="1829"/>
                      </a:lnTo>
                      <a:cubicBezTo>
                        <a:pt x="1982" y="1907"/>
                        <a:pt x="2124" y="1988"/>
                        <a:pt x="2265" y="2066"/>
                      </a:cubicBezTo>
                      <a:cubicBezTo>
                        <a:pt x="2195" y="1919"/>
                        <a:pt x="2128" y="1770"/>
                        <a:pt x="2070" y="1620"/>
                      </a:cubicBezTo>
                      <a:lnTo>
                        <a:pt x="2070" y="1620"/>
                      </a:lnTo>
                      <a:cubicBezTo>
                        <a:pt x="2209" y="1688"/>
                        <a:pt x="2350" y="1759"/>
                        <a:pt x="2489" y="1827"/>
                      </a:cubicBezTo>
                      <a:cubicBezTo>
                        <a:pt x="2579" y="1663"/>
                        <a:pt x="2350" y="1487"/>
                        <a:pt x="2359" y="1301"/>
                      </a:cubicBezTo>
                      <a:lnTo>
                        <a:pt x="2359" y="1301"/>
                      </a:lnTo>
                      <a:cubicBezTo>
                        <a:pt x="2502" y="1387"/>
                        <a:pt x="2643" y="1483"/>
                        <a:pt x="2776" y="1584"/>
                      </a:cubicBezTo>
                      <a:cubicBezTo>
                        <a:pt x="2770" y="1457"/>
                        <a:pt x="2761" y="1332"/>
                        <a:pt x="2753" y="1205"/>
                      </a:cubicBezTo>
                      <a:lnTo>
                        <a:pt x="2753" y="1205"/>
                      </a:lnTo>
                      <a:cubicBezTo>
                        <a:pt x="2831" y="1287"/>
                        <a:pt x="2911" y="1369"/>
                        <a:pt x="2990" y="1449"/>
                      </a:cubicBezTo>
                      <a:cubicBezTo>
                        <a:pt x="2931" y="1263"/>
                        <a:pt x="2888" y="1076"/>
                        <a:pt x="2858" y="882"/>
                      </a:cubicBezTo>
                      <a:lnTo>
                        <a:pt x="2858" y="882"/>
                      </a:lnTo>
                      <a:cubicBezTo>
                        <a:pt x="3027" y="974"/>
                        <a:pt x="3183" y="1083"/>
                        <a:pt x="3324" y="1211"/>
                      </a:cubicBezTo>
                      <a:cubicBezTo>
                        <a:pt x="3289" y="1085"/>
                        <a:pt x="3230" y="968"/>
                        <a:pt x="3148" y="866"/>
                      </a:cubicBezTo>
                      <a:lnTo>
                        <a:pt x="3148" y="866"/>
                      </a:lnTo>
                      <a:cubicBezTo>
                        <a:pt x="3358" y="968"/>
                        <a:pt x="3567" y="1062"/>
                        <a:pt x="3784" y="1140"/>
                      </a:cubicBezTo>
                      <a:cubicBezTo>
                        <a:pt x="3804" y="1074"/>
                        <a:pt x="3858" y="728"/>
                        <a:pt x="3986" y="728"/>
                      </a:cubicBezTo>
                      <a:cubicBezTo>
                        <a:pt x="4009" y="728"/>
                        <a:pt x="4034" y="739"/>
                        <a:pt x="4062" y="764"/>
                      </a:cubicBezTo>
                      <a:cubicBezTo>
                        <a:pt x="4092" y="790"/>
                        <a:pt x="4101" y="837"/>
                        <a:pt x="4137" y="849"/>
                      </a:cubicBezTo>
                      <a:cubicBezTo>
                        <a:pt x="4144" y="851"/>
                        <a:pt x="4150" y="852"/>
                        <a:pt x="4156" y="852"/>
                      </a:cubicBezTo>
                      <a:cubicBezTo>
                        <a:pt x="4230" y="852"/>
                        <a:pt x="4218" y="667"/>
                        <a:pt x="4303" y="625"/>
                      </a:cubicBezTo>
                      <a:cubicBezTo>
                        <a:pt x="4375" y="770"/>
                        <a:pt x="4473" y="901"/>
                        <a:pt x="4591" y="1015"/>
                      </a:cubicBezTo>
                      <a:cubicBezTo>
                        <a:pt x="4661" y="841"/>
                        <a:pt x="4759" y="676"/>
                        <a:pt x="4877" y="533"/>
                      </a:cubicBezTo>
                      <a:cubicBezTo>
                        <a:pt x="4955" y="641"/>
                        <a:pt x="5033" y="751"/>
                        <a:pt x="5111" y="860"/>
                      </a:cubicBezTo>
                      <a:cubicBezTo>
                        <a:pt x="5125" y="882"/>
                        <a:pt x="5145" y="905"/>
                        <a:pt x="5170" y="905"/>
                      </a:cubicBezTo>
                      <a:cubicBezTo>
                        <a:pt x="5201" y="905"/>
                        <a:pt x="5221" y="872"/>
                        <a:pt x="5233" y="843"/>
                      </a:cubicBezTo>
                      <a:cubicBezTo>
                        <a:pt x="5282" y="737"/>
                        <a:pt x="5329" y="629"/>
                        <a:pt x="5376" y="520"/>
                      </a:cubicBezTo>
                      <a:cubicBezTo>
                        <a:pt x="5689" y="1379"/>
                        <a:pt x="5932" y="2260"/>
                        <a:pt x="6100" y="3158"/>
                      </a:cubicBezTo>
                      <a:cubicBezTo>
                        <a:pt x="6217" y="2714"/>
                        <a:pt x="6245" y="2246"/>
                        <a:pt x="6182" y="1788"/>
                      </a:cubicBezTo>
                      <a:cubicBezTo>
                        <a:pt x="6149" y="1524"/>
                        <a:pt x="6082" y="1260"/>
                        <a:pt x="6123" y="995"/>
                      </a:cubicBezTo>
                      <a:lnTo>
                        <a:pt x="6123" y="995"/>
                      </a:lnTo>
                      <a:cubicBezTo>
                        <a:pt x="6176" y="1083"/>
                        <a:pt x="6260" y="1156"/>
                        <a:pt x="6358" y="1181"/>
                      </a:cubicBezTo>
                      <a:cubicBezTo>
                        <a:pt x="6354" y="858"/>
                        <a:pt x="6264" y="621"/>
                        <a:pt x="6558" y="398"/>
                      </a:cubicBezTo>
                      <a:cubicBezTo>
                        <a:pt x="6601" y="526"/>
                        <a:pt x="6630" y="661"/>
                        <a:pt x="6666" y="790"/>
                      </a:cubicBezTo>
                      <a:cubicBezTo>
                        <a:pt x="6718" y="760"/>
                        <a:pt x="6775" y="731"/>
                        <a:pt x="6828" y="702"/>
                      </a:cubicBezTo>
                      <a:cubicBezTo>
                        <a:pt x="6852" y="753"/>
                        <a:pt x="6873" y="807"/>
                        <a:pt x="6895" y="858"/>
                      </a:cubicBezTo>
                      <a:cubicBezTo>
                        <a:pt x="6965" y="782"/>
                        <a:pt x="7034" y="710"/>
                        <a:pt x="7102" y="633"/>
                      </a:cubicBezTo>
                      <a:lnTo>
                        <a:pt x="7102" y="633"/>
                      </a:lnTo>
                      <a:cubicBezTo>
                        <a:pt x="6932" y="1720"/>
                        <a:pt x="6758" y="2804"/>
                        <a:pt x="6587" y="3890"/>
                      </a:cubicBezTo>
                      <a:cubicBezTo>
                        <a:pt x="6822" y="3188"/>
                        <a:pt x="7059" y="2485"/>
                        <a:pt x="7296" y="1786"/>
                      </a:cubicBezTo>
                      <a:cubicBezTo>
                        <a:pt x="7405" y="1463"/>
                        <a:pt x="7542" y="1105"/>
                        <a:pt x="7854" y="958"/>
                      </a:cubicBezTo>
                      <a:lnTo>
                        <a:pt x="7854" y="958"/>
                      </a:lnTo>
                      <a:cubicBezTo>
                        <a:pt x="7715" y="1626"/>
                        <a:pt x="7617" y="2301"/>
                        <a:pt x="7562" y="2982"/>
                      </a:cubicBezTo>
                      <a:cubicBezTo>
                        <a:pt x="7693" y="2428"/>
                        <a:pt x="7830" y="1859"/>
                        <a:pt x="8179" y="1412"/>
                      </a:cubicBezTo>
                      <a:cubicBezTo>
                        <a:pt x="8251" y="1320"/>
                        <a:pt x="8333" y="1230"/>
                        <a:pt x="8368" y="1119"/>
                      </a:cubicBezTo>
                      <a:cubicBezTo>
                        <a:pt x="8415" y="968"/>
                        <a:pt x="8363" y="803"/>
                        <a:pt x="8286" y="666"/>
                      </a:cubicBezTo>
                      <a:cubicBezTo>
                        <a:pt x="8098" y="328"/>
                        <a:pt x="7746" y="85"/>
                        <a:pt x="7362" y="19"/>
                      </a:cubicBezTo>
                      <a:cubicBezTo>
                        <a:pt x="7289" y="6"/>
                        <a:pt x="7214" y="0"/>
                        <a:pt x="7139"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5"/>
                <p:cNvSpPr/>
                <p:nvPr/>
              </p:nvSpPr>
              <p:spPr>
                <a:xfrm>
                  <a:off x="2247845" y="2900030"/>
                  <a:ext cx="39446" cy="35784"/>
                </a:xfrm>
                <a:custGeom>
                  <a:rect b="b" l="l" r="r" t="t"/>
                  <a:pathLst>
                    <a:path extrusionOk="0" h="1075" w="1185">
                      <a:moveTo>
                        <a:pt x="91" y="0"/>
                      </a:moveTo>
                      <a:cubicBezTo>
                        <a:pt x="71" y="114"/>
                        <a:pt x="49" y="231"/>
                        <a:pt x="0" y="331"/>
                      </a:cubicBezTo>
                      <a:cubicBezTo>
                        <a:pt x="255" y="468"/>
                        <a:pt x="443" y="715"/>
                        <a:pt x="688" y="879"/>
                      </a:cubicBezTo>
                      <a:cubicBezTo>
                        <a:pt x="836" y="979"/>
                        <a:pt x="1009" y="1046"/>
                        <a:pt x="1185" y="1075"/>
                      </a:cubicBezTo>
                      <a:cubicBezTo>
                        <a:pt x="1083" y="977"/>
                        <a:pt x="999" y="865"/>
                        <a:pt x="930" y="742"/>
                      </a:cubicBezTo>
                      <a:cubicBezTo>
                        <a:pt x="883" y="758"/>
                        <a:pt x="842" y="787"/>
                        <a:pt x="813" y="826"/>
                      </a:cubicBezTo>
                      <a:cubicBezTo>
                        <a:pt x="776" y="695"/>
                        <a:pt x="736" y="568"/>
                        <a:pt x="697" y="439"/>
                      </a:cubicBezTo>
                      <a:cubicBezTo>
                        <a:pt x="637" y="492"/>
                        <a:pt x="590" y="562"/>
                        <a:pt x="560" y="634"/>
                      </a:cubicBezTo>
                      <a:cubicBezTo>
                        <a:pt x="515" y="537"/>
                        <a:pt x="486" y="431"/>
                        <a:pt x="474" y="323"/>
                      </a:cubicBezTo>
                      <a:cubicBezTo>
                        <a:pt x="433" y="362"/>
                        <a:pt x="388" y="405"/>
                        <a:pt x="347" y="445"/>
                      </a:cubicBezTo>
                      <a:cubicBezTo>
                        <a:pt x="325" y="300"/>
                        <a:pt x="316" y="151"/>
                        <a:pt x="323" y="4"/>
                      </a:cubicBezTo>
                      <a:lnTo>
                        <a:pt x="323" y="4"/>
                      </a:lnTo>
                      <a:cubicBezTo>
                        <a:pt x="265" y="88"/>
                        <a:pt x="208" y="173"/>
                        <a:pt x="151" y="259"/>
                      </a:cubicBezTo>
                      <a:cubicBezTo>
                        <a:pt x="157" y="171"/>
                        <a:pt x="134" y="79"/>
                        <a:pt x="91"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5"/>
                <p:cNvSpPr/>
                <p:nvPr/>
              </p:nvSpPr>
              <p:spPr>
                <a:xfrm>
                  <a:off x="2098454" y="2623451"/>
                  <a:ext cx="303981" cy="285906"/>
                </a:xfrm>
                <a:custGeom>
                  <a:rect b="b" l="l" r="r" t="t"/>
                  <a:pathLst>
                    <a:path extrusionOk="0" h="8589" w="9132">
                      <a:moveTo>
                        <a:pt x="4799" y="3762"/>
                      </a:moveTo>
                      <a:lnTo>
                        <a:pt x="4799" y="3762"/>
                      </a:lnTo>
                      <a:cubicBezTo>
                        <a:pt x="4768" y="3851"/>
                        <a:pt x="4743" y="3943"/>
                        <a:pt x="4725" y="4036"/>
                      </a:cubicBezTo>
                      <a:cubicBezTo>
                        <a:pt x="4763" y="3949"/>
                        <a:pt x="4788" y="3856"/>
                        <a:pt x="4799" y="3762"/>
                      </a:cubicBezTo>
                      <a:close/>
                      <a:moveTo>
                        <a:pt x="7415" y="4662"/>
                      </a:moveTo>
                      <a:lnTo>
                        <a:pt x="7415" y="4662"/>
                      </a:lnTo>
                      <a:cubicBezTo>
                        <a:pt x="7416" y="4663"/>
                        <a:pt x="7416" y="4664"/>
                        <a:pt x="7417" y="4665"/>
                      </a:cubicBezTo>
                      <a:cubicBezTo>
                        <a:pt x="7416" y="4664"/>
                        <a:pt x="7416" y="4663"/>
                        <a:pt x="7415" y="4662"/>
                      </a:cubicBezTo>
                      <a:close/>
                      <a:moveTo>
                        <a:pt x="2048" y="0"/>
                      </a:moveTo>
                      <a:cubicBezTo>
                        <a:pt x="2283" y="263"/>
                        <a:pt x="2637" y="368"/>
                        <a:pt x="2973" y="460"/>
                      </a:cubicBezTo>
                      <a:cubicBezTo>
                        <a:pt x="2850" y="450"/>
                        <a:pt x="2725" y="441"/>
                        <a:pt x="2604" y="431"/>
                      </a:cubicBezTo>
                      <a:lnTo>
                        <a:pt x="2604" y="431"/>
                      </a:lnTo>
                      <a:cubicBezTo>
                        <a:pt x="2778" y="490"/>
                        <a:pt x="2946" y="558"/>
                        <a:pt x="3107" y="642"/>
                      </a:cubicBezTo>
                      <a:cubicBezTo>
                        <a:pt x="3034" y="666"/>
                        <a:pt x="2958" y="689"/>
                        <a:pt x="2885" y="713"/>
                      </a:cubicBezTo>
                      <a:cubicBezTo>
                        <a:pt x="3003" y="738"/>
                        <a:pt x="3114" y="781"/>
                        <a:pt x="3220" y="838"/>
                      </a:cubicBezTo>
                      <a:cubicBezTo>
                        <a:pt x="3093" y="871"/>
                        <a:pt x="2966" y="905"/>
                        <a:pt x="2838" y="936"/>
                      </a:cubicBezTo>
                      <a:cubicBezTo>
                        <a:pt x="2901" y="954"/>
                        <a:pt x="2964" y="969"/>
                        <a:pt x="3026" y="987"/>
                      </a:cubicBezTo>
                      <a:cubicBezTo>
                        <a:pt x="3020" y="985"/>
                        <a:pt x="3012" y="984"/>
                        <a:pt x="3004" y="984"/>
                      </a:cubicBezTo>
                      <a:cubicBezTo>
                        <a:pt x="2897" y="984"/>
                        <a:pt x="2655" y="1112"/>
                        <a:pt x="2566" y="1139"/>
                      </a:cubicBezTo>
                      <a:cubicBezTo>
                        <a:pt x="2308" y="1220"/>
                        <a:pt x="2042" y="1318"/>
                        <a:pt x="1770" y="1349"/>
                      </a:cubicBezTo>
                      <a:cubicBezTo>
                        <a:pt x="1686" y="1359"/>
                        <a:pt x="1245" y="1384"/>
                        <a:pt x="1545" y="1537"/>
                      </a:cubicBezTo>
                      <a:cubicBezTo>
                        <a:pt x="1403" y="1648"/>
                        <a:pt x="1101" y="1840"/>
                        <a:pt x="910" y="1840"/>
                      </a:cubicBezTo>
                      <a:cubicBezTo>
                        <a:pt x="906" y="1840"/>
                        <a:pt x="902" y="1840"/>
                        <a:pt x="899" y="1840"/>
                      </a:cubicBezTo>
                      <a:lnTo>
                        <a:pt x="899" y="1840"/>
                      </a:lnTo>
                      <a:cubicBezTo>
                        <a:pt x="1175" y="1854"/>
                        <a:pt x="1455" y="1864"/>
                        <a:pt x="1731" y="1875"/>
                      </a:cubicBezTo>
                      <a:cubicBezTo>
                        <a:pt x="1429" y="2063"/>
                        <a:pt x="1102" y="2200"/>
                        <a:pt x="756" y="2281"/>
                      </a:cubicBezTo>
                      <a:cubicBezTo>
                        <a:pt x="1351" y="2193"/>
                        <a:pt x="1948" y="2104"/>
                        <a:pt x="2543" y="2016"/>
                      </a:cubicBezTo>
                      <a:lnTo>
                        <a:pt x="2543" y="2016"/>
                      </a:lnTo>
                      <a:cubicBezTo>
                        <a:pt x="2288" y="2304"/>
                        <a:pt x="1915" y="2451"/>
                        <a:pt x="1554" y="2584"/>
                      </a:cubicBezTo>
                      <a:cubicBezTo>
                        <a:pt x="2028" y="2465"/>
                        <a:pt x="2506" y="2343"/>
                        <a:pt x="2983" y="2222"/>
                      </a:cubicBezTo>
                      <a:lnTo>
                        <a:pt x="2983" y="2222"/>
                      </a:lnTo>
                      <a:cubicBezTo>
                        <a:pt x="2909" y="2290"/>
                        <a:pt x="2831" y="2357"/>
                        <a:pt x="2748" y="2416"/>
                      </a:cubicBezTo>
                      <a:cubicBezTo>
                        <a:pt x="2885" y="2326"/>
                        <a:pt x="3040" y="2265"/>
                        <a:pt x="3199" y="2230"/>
                      </a:cubicBezTo>
                      <a:lnTo>
                        <a:pt x="3199" y="2230"/>
                      </a:lnTo>
                      <a:cubicBezTo>
                        <a:pt x="3101" y="2339"/>
                        <a:pt x="3003" y="2447"/>
                        <a:pt x="2905" y="2559"/>
                      </a:cubicBezTo>
                      <a:cubicBezTo>
                        <a:pt x="3012" y="2503"/>
                        <a:pt x="3131" y="2474"/>
                        <a:pt x="3250" y="2474"/>
                      </a:cubicBezTo>
                      <a:cubicBezTo>
                        <a:pt x="3270" y="2474"/>
                        <a:pt x="3290" y="2475"/>
                        <a:pt x="3310" y="2476"/>
                      </a:cubicBezTo>
                      <a:cubicBezTo>
                        <a:pt x="3244" y="2584"/>
                        <a:pt x="3161" y="2686"/>
                        <a:pt x="3065" y="2768"/>
                      </a:cubicBezTo>
                      <a:cubicBezTo>
                        <a:pt x="3293" y="2598"/>
                        <a:pt x="3553" y="2463"/>
                        <a:pt x="3825" y="2375"/>
                      </a:cubicBezTo>
                      <a:lnTo>
                        <a:pt x="3825" y="2375"/>
                      </a:lnTo>
                      <a:cubicBezTo>
                        <a:pt x="3612" y="2649"/>
                        <a:pt x="3422" y="2981"/>
                        <a:pt x="3195" y="3224"/>
                      </a:cubicBezTo>
                      <a:cubicBezTo>
                        <a:pt x="2956" y="3482"/>
                        <a:pt x="2678" y="3661"/>
                        <a:pt x="2478" y="3968"/>
                      </a:cubicBezTo>
                      <a:cubicBezTo>
                        <a:pt x="2468" y="3982"/>
                        <a:pt x="2457" y="3999"/>
                        <a:pt x="2465" y="4013"/>
                      </a:cubicBezTo>
                      <a:cubicBezTo>
                        <a:pt x="2222" y="4412"/>
                        <a:pt x="2005" y="4839"/>
                        <a:pt x="1660" y="5156"/>
                      </a:cubicBezTo>
                      <a:cubicBezTo>
                        <a:pt x="1380" y="5412"/>
                        <a:pt x="1030" y="5585"/>
                        <a:pt x="736" y="5827"/>
                      </a:cubicBezTo>
                      <a:cubicBezTo>
                        <a:pt x="437" y="6074"/>
                        <a:pt x="0" y="6712"/>
                        <a:pt x="265" y="7111"/>
                      </a:cubicBezTo>
                      <a:cubicBezTo>
                        <a:pt x="321" y="7199"/>
                        <a:pt x="413" y="7252"/>
                        <a:pt x="501" y="7307"/>
                      </a:cubicBezTo>
                      <a:cubicBezTo>
                        <a:pt x="938" y="7564"/>
                        <a:pt x="1370" y="7820"/>
                        <a:pt x="1803" y="8078"/>
                      </a:cubicBezTo>
                      <a:cubicBezTo>
                        <a:pt x="2210" y="8317"/>
                        <a:pt x="2639" y="8564"/>
                        <a:pt x="3109" y="8587"/>
                      </a:cubicBezTo>
                      <a:cubicBezTo>
                        <a:pt x="3128" y="8588"/>
                        <a:pt x="3148" y="8588"/>
                        <a:pt x="3167" y="8588"/>
                      </a:cubicBezTo>
                      <a:cubicBezTo>
                        <a:pt x="3277" y="8588"/>
                        <a:pt x="3387" y="8579"/>
                        <a:pt x="3500" y="8568"/>
                      </a:cubicBezTo>
                      <a:cubicBezTo>
                        <a:pt x="3471" y="8534"/>
                        <a:pt x="3445" y="8505"/>
                        <a:pt x="3426" y="8472"/>
                      </a:cubicBezTo>
                      <a:cubicBezTo>
                        <a:pt x="3340" y="8327"/>
                        <a:pt x="3385" y="8208"/>
                        <a:pt x="3340" y="8049"/>
                      </a:cubicBezTo>
                      <a:cubicBezTo>
                        <a:pt x="3276" y="8106"/>
                        <a:pt x="3194" y="8201"/>
                        <a:pt x="3169" y="8288"/>
                      </a:cubicBezTo>
                      <a:lnTo>
                        <a:pt x="3169" y="8288"/>
                      </a:lnTo>
                      <a:cubicBezTo>
                        <a:pt x="3321" y="7746"/>
                        <a:pt x="3477" y="7202"/>
                        <a:pt x="3633" y="6661"/>
                      </a:cubicBezTo>
                      <a:lnTo>
                        <a:pt x="3633" y="6661"/>
                      </a:lnTo>
                      <a:cubicBezTo>
                        <a:pt x="3388" y="7145"/>
                        <a:pt x="3122" y="7652"/>
                        <a:pt x="2680" y="7982"/>
                      </a:cubicBezTo>
                      <a:cubicBezTo>
                        <a:pt x="2707" y="7791"/>
                        <a:pt x="2743" y="7603"/>
                        <a:pt x="2790" y="7417"/>
                      </a:cubicBezTo>
                      <a:lnTo>
                        <a:pt x="2790" y="7417"/>
                      </a:lnTo>
                      <a:cubicBezTo>
                        <a:pt x="2719" y="7475"/>
                        <a:pt x="2651" y="7532"/>
                        <a:pt x="2582" y="7591"/>
                      </a:cubicBezTo>
                      <a:cubicBezTo>
                        <a:pt x="2600" y="7526"/>
                        <a:pt x="2615" y="7462"/>
                        <a:pt x="2633" y="7397"/>
                      </a:cubicBezTo>
                      <a:lnTo>
                        <a:pt x="2633" y="7397"/>
                      </a:lnTo>
                      <a:cubicBezTo>
                        <a:pt x="2515" y="7481"/>
                        <a:pt x="2400" y="7565"/>
                        <a:pt x="2283" y="7650"/>
                      </a:cubicBezTo>
                      <a:cubicBezTo>
                        <a:pt x="2298" y="7581"/>
                        <a:pt x="2316" y="7511"/>
                        <a:pt x="2330" y="7442"/>
                      </a:cubicBezTo>
                      <a:lnTo>
                        <a:pt x="2330" y="7442"/>
                      </a:lnTo>
                      <a:cubicBezTo>
                        <a:pt x="2326" y="7452"/>
                        <a:pt x="2316" y="7457"/>
                        <a:pt x="2305" y="7457"/>
                      </a:cubicBezTo>
                      <a:cubicBezTo>
                        <a:pt x="2288" y="7457"/>
                        <a:pt x="2269" y="7446"/>
                        <a:pt x="2263" y="7428"/>
                      </a:cubicBezTo>
                      <a:cubicBezTo>
                        <a:pt x="2253" y="7399"/>
                        <a:pt x="2269" y="7370"/>
                        <a:pt x="2283" y="7346"/>
                      </a:cubicBezTo>
                      <a:cubicBezTo>
                        <a:pt x="2574" y="6830"/>
                        <a:pt x="2868" y="6313"/>
                        <a:pt x="3159" y="5798"/>
                      </a:cubicBezTo>
                      <a:lnTo>
                        <a:pt x="3159" y="5798"/>
                      </a:lnTo>
                      <a:cubicBezTo>
                        <a:pt x="2672" y="6283"/>
                        <a:pt x="2243" y="6830"/>
                        <a:pt x="1881" y="7415"/>
                      </a:cubicBezTo>
                      <a:cubicBezTo>
                        <a:pt x="1975" y="7162"/>
                        <a:pt x="2042" y="6900"/>
                        <a:pt x="2077" y="6634"/>
                      </a:cubicBezTo>
                      <a:lnTo>
                        <a:pt x="2077" y="6634"/>
                      </a:lnTo>
                      <a:cubicBezTo>
                        <a:pt x="1963" y="6710"/>
                        <a:pt x="1868" y="6808"/>
                        <a:pt x="1791" y="6920"/>
                      </a:cubicBezTo>
                      <a:cubicBezTo>
                        <a:pt x="1836" y="6798"/>
                        <a:pt x="1862" y="6669"/>
                        <a:pt x="1870" y="6538"/>
                      </a:cubicBezTo>
                      <a:lnTo>
                        <a:pt x="1870" y="6538"/>
                      </a:lnTo>
                      <a:cubicBezTo>
                        <a:pt x="1711" y="6620"/>
                        <a:pt x="1566" y="6730"/>
                        <a:pt x="1449" y="6865"/>
                      </a:cubicBezTo>
                      <a:cubicBezTo>
                        <a:pt x="1515" y="6734"/>
                        <a:pt x="1556" y="6595"/>
                        <a:pt x="1572" y="6450"/>
                      </a:cubicBezTo>
                      <a:cubicBezTo>
                        <a:pt x="1566" y="6449"/>
                        <a:pt x="1560" y="6449"/>
                        <a:pt x="1554" y="6449"/>
                      </a:cubicBezTo>
                      <a:cubicBezTo>
                        <a:pt x="1414" y="6449"/>
                        <a:pt x="1293" y="6616"/>
                        <a:pt x="1167" y="6616"/>
                      </a:cubicBezTo>
                      <a:cubicBezTo>
                        <a:pt x="1148" y="6616"/>
                        <a:pt x="1128" y="6612"/>
                        <a:pt x="1108" y="6602"/>
                      </a:cubicBezTo>
                      <a:cubicBezTo>
                        <a:pt x="1016" y="6555"/>
                        <a:pt x="1008" y="6420"/>
                        <a:pt x="1038" y="6321"/>
                      </a:cubicBezTo>
                      <a:cubicBezTo>
                        <a:pt x="1124" y="6021"/>
                        <a:pt x="1226" y="5898"/>
                        <a:pt x="1449" y="5675"/>
                      </a:cubicBezTo>
                      <a:cubicBezTo>
                        <a:pt x="1631" y="5491"/>
                        <a:pt x="1823" y="5316"/>
                        <a:pt x="1993" y="5119"/>
                      </a:cubicBezTo>
                      <a:cubicBezTo>
                        <a:pt x="2308" y="4749"/>
                        <a:pt x="2564" y="4332"/>
                        <a:pt x="2821" y="3917"/>
                      </a:cubicBezTo>
                      <a:lnTo>
                        <a:pt x="2821" y="3917"/>
                      </a:lnTo>
                      <a:cubicBezTo>
                        <a:pt x="2795" y="4007"/>
                        <a:pt x="2766" y="4095"/>
                        <a:pt x="2739" y="4183"/>
                      </a:cubicBezTo>
                      <a:cubicBezTo>
                        <a:pt x="2825" y="3954"/>
                        <a:pt x="2968" y="3749"/>
                        <a:pt x="3152" y="3588"/>
                      </a:cubicBezTo>
                      <a:lnTo>
                        <a:pt x="3152" y="3588"/>
                      </a:lnTo>
                      <a:cubicBezTo>
                        <a:pt x="3065" y="3833"/>
                        <a:pt x="2991" y="4081"/>
                        <a:pt x="2927" y="4334"/>
                      </a:cubicBezTo>
                      <a:cubicBezTo>
                        <a:pt x="3144" y="3901"/>
                        <a:pt x="3486" y="3338"/>
                        <a:pt x="3937" y="3118"/>
                      </a:cubicBezTo>
                      <a:lnTo>
                        <a:pt x="3937" y="3118"/>
                      </a:lnTo>
                      <a:cubicBezTo>
                        <a:pt x="3846" y="3304"/>
                        <a:pt x="3764" y="3492"/>
                        <a:pt x="3690" y="3686"/>
                      </a:cubicBezTo>
                      <a:lnTo>
                        <a:pt x="4160" y="3195"/>
                      </a:lnTo>
                      <a:lnTo>
                        <a:pt x="3925" y="3862"/>
                      </a:lnTo>
                      <a:cubicBezTo>
                        <a:pt x="4060" y="3684"/>
                        <a:pt x="4205" y="3514"/>
                        <a:pt x="4361" y="3355"/>
                      </a:cubicBezTo>
                      <a:lnTo>
                        <a:pt x="4361" y="3355"/>
                      </a:lnTo>
                      <a:cubicBezTo>
                        <a:pt x="4318" y="3504"/>
                        <a:pt x="4279" y="3657"/>
                        <a:pt x="4240" y="3805"/>
                      </a:cubicBezTo>
                      <a:cubicBezTo>
                        <a:pt x="4305" y="3719"/>
                        <a:pt x="4367" y="3637"/>
                        <a:pt x="4432" y="3553"/>
                      </a:cubicBezTo>
                      <a:lnTo>
                        <a:pt x="4432" y="3553"/>
                      </a:lnTo>
                      <a:cubicBezTo>
                        <a:pt x="4048" y="4616"/>
                        <a:pt x="3582" y="5647"/>
                        <a:pt x="3118" y="6675"/>
                      </a:cubicBezTo>
                      <a:cubicBezTo>
                        <a:pt x="3680" y="5653"/>
                        <a:pt x="4244" y="4627"/>
                        <a:pt x="4806" y="3606"/>
                      </a:cubicBezTo>
                      <a:lnTo>
                        <a:pt x="4806" y="3606"/>
                      </a:lnTo>
                      <a:cubicBezTo>
                        <a:pt x="4808" y="3658"/>
                        <a:pt x="4806" y="3710"/>
                        <a:pt x="4799" y="3762"/>
                      </a:cubicBezTo>
                      <a:lnTo>
                        <a:pt x="4799" y="3762"/>
                      </a:lnTo>
                      <a:cubicBezTo>
                        <a:pt x="4832" y="3668"/>
                        <a:pt x="4872" y="3577"/>
                        <a:pt x="4919" y="3490"/>
                      </a:cubicBezTo>
                      <a:lnTo>
                        <a:pt x="4919" y="3490"/>
                      </a:lnTo>
                      <a:cubicBezTo>
                        <a:pt x="4939" y="3659"/>
                        <a:pt x="4933" y="3833"/>
                        <a:pt x="4905" y="4001"/>
                      </a:cubicBezTo>
                      <a:cubicBezTo>
                        <a:pt x="4935" y="3843"/>
                        <a:pt x="4993" y="3686"/>
                        <a:pt x="5078" y="3543"/>
                      </a:cubicBezTo>
                      <a:lnTo>
                        <a:pt x="5078" y="3543"/>
                      </a:lnTo>
                      <a:cubicBezTo>
                        <a:pt x="5068" y="3723"/>
                        <a:pt x="5085" y="3903"/>
                        <a:pt x="5129" y="4077"/>
                      </a:cubicBezTo>
                      <a:cubicBezTo>
                        <a:pt x="5205" y="3850"/>
                        <a:pt x="5281" y="3625"/>
                        <a:pt x="5356" y="3396"/>
                      </a:cubicBezTo>
                      <a:cubicBezTo>
                        <a:pt x="5403" y="3610"/>
                        <a:pt x="5408" y="3833"/>
                        <a:pt x="5365" y="4048"/>
                      </a:cubicBezTo>
                      <a:lnTo>
                        <a:pt x="5682" y="2874"/>
                      </a:lnTo>
                      <a:lnTo>
                        <a:pt x="5682" y="2874"/>
                      </a:lnTo>
                      <a:cubicBezTo>
                        <a:pt x="5620" y="3899"/>
                        <a:pt x="5463" y="4919"/>
                        <a:pt x="5217" y="5917"/>
                      </a:cubicBezTo>
                      <a:cubicBezTo>
                        <a:pt x="5542" y="5146"/>
                        <a:pt x="5782" y="4344"/>
                        <a:pt x="5933" y="3522"/>
                      </a:cubicBezTo>
                      <a:cubicBezTo>
                        <a:pt x="5941" y="3680"/>
                        <a:pt x="5951" y="3841"/>
                        <a:pt x="5958" y="3999"/>
                      </a:cubicBezTo>
                      <a:cubicBezTo>
                        <a:pt x="5964" y="3784"/>
                        <a:pt x="5998" y="3569"/>
                        <a:pt x="6050" y="3357"/>
                      </a:cubicBezTo>
                      <a:cubicBezTo>
                        <a:pt x="6088" y="3578"/>
                        <a:pt x="6101" y="3798"/>
                        <a:pt x="6097" y="4019"/>
                      </a:cubicBezTo>
                      <a:lnTo>
                        <a:pt x="6258" y="3410"/>
                      </a:lnTo>
                      <a:cubicBezTo>
                        <a:pt x="6285" y="3616"/>
                        <a:pt x="6311" y="3817"/>
                        <a:pt x="6336" y="4023"/>
                      </a:cubicBezTo>
                      <a:cubicBezTo>
                        <a:pt x="6397" y="3764"/>
                        <a:pt x="6456" y="3502"/>
                        <a:pt x="6514" y="3244"/>
                      </a:cubicBezTo>
                      <a:cubicBezTo>
                        <a:pt x="6559" y="3404"/>
                        <a:pt x="6589" y="3571"/>
                        <a:pt x="6602" y="3739"/>
                      </a:cubicBezTo>
                      <a:cubicBezTo>
                        <a:pt x="6604" y="3482"/>
                        <a:pt x="6608" y="3228"/>
                        <a:pt x="6614" y="2974"/>
                      </a:cubicBezTo>
                      <a:cubicBezTo>
                        <a:pt x="6835" y="3599"/>
                        <a:pt x="7003" y="4137"/>
                        <a:pt x="7415" y="4662"/>
                      </a:cubicBezTo>
                      <a:lnTo>
                        <a:pt x="7415" y="4662"/>
                      </a:lnTo>
                      <a:cubicBezTo>
                        <a:pt x="7356" y="4583"/>
                        <a:pt x="7363" y="4203"/>
                        <a:pt x="7519" y="4203"/>
                      </a:cubicBezTo>
                      <a:cubicBezTo>
                        <a:pt x="7528" y="4203"/>
                        <a:pt x="7538" y="4204"/>
                        <a:pt x="7548" y="4207"/>
                      </a:cubicBezTo>
                      <a:cubicBezTo>
                        <a:pt x="7771" y="4267"/>
                        <a:pt x="7947" y="4445"/>
                        <a:pt x="8065" y="4645"/>
                      </a:cubicBezTo>
                      <a:cubicBezTo>
                        <a:pt x="8182" y="4843"/>
                        <a:pt x="8256" y="5066"/>
                        <a:pt x="8350" y="5275"/>
                      </a:cubicBezTo>
                      <a:cubicBezTo>
                        <a:pt x="8532" y="5677"/>
                        <a:pt x="8801" y="6039"/>
                        <a:pt x="9131" y="6330"/>
                      </a:cubicBezTo>
                      <a:cubicBezTo>
                        <a:pt x="9053" y="6117"/>
                        <a:pt x="8973" y="5908"/>
                        <a:pt x="8895" y="5694"/>
                      </a:cubicBezTo>
                      <a:cubicBezTo>
                        <a:pt x="8701" y="5176"/>
                        <a:pt x="8691" y="4571"/>
                        <a:pt x="8523" y="4036"/>
                      </a:cubicBezTo>
                      <a:cubicBezTo>
                        <a:pt x="8490" y="4073"/>
                        <a:pt x="8470" y="4120"/>
                        <a:pt x="8465" y="4168"/>
                      </a:cubicBezTo>
                      <a:lnTo>
                        <a:pt x="8465" y="4168"/>
                      </a:lnTo>
                      <a:cubicBezTo>
                        <a:pt x="8364" y="3813"/>
                        <a:pt x="8194" y="3479"/>
                        <a:pt x="7967" y="3187"/>
                      </a:cubicBezTo>
                      <a:lnTo>
                        <a:pt x="7967" y="3187"/>
                      </a:lnTo>
                      <a:cubicBezTo>
                        <a:pt x="7988" y="3426"/>
                        <a:pt x="7986" y="3666"/>
                        <a:pt x="7959" y="3905"/>
                      </a:cubicBezTo>
                      <a:cubicBezTo>
                        <a:pt x="7841" y="3739"/>
                        <a:pt x="7746" y="3557"/>
                        <a:pt x="7675" y="3365"/>
                      </a:cubicBezTo>
                      <a:cubicBezTo>
                        <a:pt x="7657" y="3461"/>
                        <a:pt x="7642" y="3559"/>
                        <a:pt x="7624" y="3657"/>
                      </a:cubicBezTo>
                      <a:cubicBezTo>
                        <a:pt x="7632" y="3612"/>
                        <a:pt x="7399" y="3365"/>
                        <a:pt x="7364" y="3314"/>
                      </a:cubicBezTo>
                      <a:cubicBezTo>
                        <a:pt x="7280" y="3179"/>
                        <a:pt x="7203" y="3040"/>
                        <a:pt x="7143" y="2895"/>
                      </a:cubicBezTo>
                      <a:cubicBezTo>
                        <a:pt x="7060" y="2706"/>
                        <a:pt x="7052" y="2420"/>
                        <a:pt x="6823" y="2420"/>
                      </a:cubicBezTo>
                      <a:cubicBezTo>
                        <a:pt x="6792" y="2420"/>
                        <a:pt x="6756" y="2425"/>
                        <a:pt x="6716" y="2437"/>
                      </a:cubicBezTo>
                      <a:cubicBezTo>
                        <a:pt x="6604" y="2472"/>
                        <a:pt x="6503" y="2541"/>
                        <a:pt x="6385" y="2559"/>
                      </a:cubicBezTo>
                      <a:cubicBezTo>
                        <a:pt x="6367" y="2561"/>
                        <a:pt x="6350" y="2562"/>
                        <a:pt x="6333" y="2562"/>
                      </a:cubicBezTo>
                      <a:cubicBezTo>
                        <a:pt x="6101" y="2562"/>
                        <a:pt x="5904" y="2367"/>
                        <a:pt x="5677" y="2296"/>
                      </a:cubicBezTo>
                      <a:cubicBezTo>
                        <a:pt x="5436" y="2222"/>
                        <a:pt x="5176" y="2288"/>
                        <a:pt x="4935" y="2212"/>
                      </a:cubicBezTo>
                      <a:cubicBezTo>
                        <a:pt x="4737" y="2151"/>
                        <a:pt x="4477" y="2110"/>
                        <a:pt x="4385" y="1903"/>
                      </a:cubicBezTo>
                      <a:cubicBezTo>
                        <a:pt x="4330" y="1781"/>
                        <a:pt x="4287" y="1635"/>
                        <a:pt x="4167" y="1582"/>
                      </a:cubicBezTo>
                      <a:cubicBezTo>
                        <a:pt x="4091" y="1547"/>
                        <a:pt x="4003" y="1560"/>
                        <a:pt x="3925" y="1533"/>
                      </a:cubicBezTo>
                      <a:cubicBezTo>
                        <a:pt x="3739" y="1468"/>
                        <a:pt x="3688" y="1222"/>
                        <a:pt x="3739" y="1034"/>
                      </a:cubicBezTo>
                      <a:cubicBezTo>
                        <a:pt x="3790" y="846"/>
                        <a:pt x="3909" y="681"/>
                        <a:pt x="3958" y="490"/>
                      </a:cubicBezTo>
                      <a:cubicBezTo>
                        <a:pt x="3974" y="431"/>
                        <a:pt x="3978" y="360"/>
                        <a:pt x="3937" y="317"/>
                      </a:cubicBezTo>
                      <a:cubicBezTo>
                        <a:pt x="3901" y="278"/>
                        <a:pt x="3846" y="272"/>
                        <a:pt x="3792" y="272"/>
                      </a:cubicBezTo>
                      <a:cubicBezTo>
                        <a:pt x="3780" y="272"/>
                        <a:pt x="3769" y="272"/>
                        <a:pt x="3758" y="272"/>
                      </a:cubicBezTo>
                      <a:cubicBezTo>
                        <a:pt x="3695" y="275"/>
                        <a:pt x="3632" y="276"/>
                        <a:pt x="3569" y="276"/>
                      </a:cubicBezTo>
                      <a:cubicBezTo>
                        <a:pt x="3051" y="276"/>
                        <a:pt x="2533" y="183"/>
                        <a:pt x="2048"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5"/>
                <p:cNvSpPr/>
                <p:nvPr/>
              </p:nvSpPr>
              <p:spPr>
                <a:xfrm>
                  <a:off x="2336853" y="2838716"/>
                  <a:ext cx="73732" cy="80123"/>
                </a:xfrm>
                <a:custGeom>
                  <a:rect b="b" l="l" r="r" t="t"/>
                  <a:pathLst>
                    <a:path extrusionOk="0" h="2407" w="2215">
                      <a:moveTo>
                        <a:pt x="0" y="0"/>
                      </a:moveTo>
                      <a:cubicBezTo>
                        <a:pt x="120" y="439"/>
                        <a:pt x="210" y="885"/>
                        <a:pt x="274" y="1335"/>
                      </a:cubicBezTo>
                      <a:cubicBezTo>
                        <a:pt x="223" y="1275"/>
                        <a:pt x="174" y="1212"/>
                        <a:pt x="122" y="1147"/>
                      </a:cubicBezTo>
                      <a:cubicBezTo>
                        <a:pt x="67" y="1447"/>
                        <a:pt x="34" y="1752"/>
                        <a:pt x="30" y="2058"/>
                      </a:cubicBezTo>
                      <a:cubicBezTo>
                        <a:pt x="30" y="2142"/>
                        <a:pt x="32" y="2224"/>
                        <a:pt x="69" y="2298"/>
                      </a:cubicBezTo>
                      <a:cubicBezTo>
                        <a:pt x="111" y="2379"/>
                        <a:pt x="231" y="2407"/>
                        <a:pt x="374" y="2407"/>
                      </a:cubicBezTo>
                      <a:cubicBezTo>
                        <a:pt x="600" y="2407"/>
                        <a:pt x="882" y="2337"/>
                        <a:pt x="997" y="2298"/>
                      </a:cubicBezTo>
                      <a:cubicBezTo>
                        <a:pt x="1227" y="2218"/>
                        <a:pt x="1329" y="1997"/>
                        <a:pt x="1583" y="1997"/>
                      </a:cubicBezTo>
                      <a:cubicBezTo>
                        <a:pt x="1588" y="1997"/>
                        <a:pt x="1594" y="1997"/>
                        <a:pt x="1599" y="1997"/>
                      </a:cubicBezTo>
                      <a:cubicBezTo>
                        <a:pt x="1663" y="1999"/>
                        <a:pt x="1728" y="2007"/>
                        <a:pt x="1791" y="2007"/>
                      </a:cubicBezTo>
                      <a:cubicBezTo>
                        <a:pt x="1846" y="2007"/>
                        <a:pt x="1899" y="2001"/>
                        <a:pt x="1950" y="1981"/>
                      </a:cubicBezTo>
                      <a:cubicBezTo>
                        <a:pt x="2134" y="1913"/>
                        <a:pt x="2214" y="1688"/>
                        <a:pt x="2185" y="1498"/>
                      </a:cubicBezTo>
                      <a:cubicBezTo>
                        <a:pt x="2155" y="1304"/>
                        <a:pt x="2040" y="1138"/>
                        <a:pt x="1930" y="979"/>
                      </a:cubicBezTo>
                      <a:cubicBezTo>
                        <a:pt x="1721" y="676"/>
                        <a:pt x="1507" y="374"/>
                        <a:pt x="1296" y="71"/>
                      </a:cubicBezTo>
                      <a:lnTo>
                        <a:pt x="1296" y="71"/>
                      </a:lnTo>
                      <a:cubicBezTo>
                        <a:pt x="1408" y="374"/>
                        <a:pt x="1507" y="684"/>
                        <a:pt x="1597" y="997"/>
                      </a:cubicBezTo>
                      <a:lnTo>
                        <a:pt x="1304" y="541"/>
                      </a:lnTo>
                      <a:lnTo>
                        <a:pt x="1304" y="541"/>
                      </a:lnTo>
                      <a:cubicBezTo>
                        <a:pt x="1345" y="654"/>
                        <a:pt x="1370" y="774"/>
                        <a:pt x="1374" y="897"/>
                      </a:cubicBezTo>
                      <a:cubicBezTo>
                        <a:pt x="1286" y="717"/>
                        <a:pt x="1169" y="556"/>
                        <a:pt x="1026" y="419"/>
                      </a:cubicBezTo>
                      <a:lnTo>
                        <a:pt x="1026" y="419"/>
                      </a:lnTo>
                      <a:cubicBezTo>
                        <a:pt x="1042" y="646"/>
                        <a:pt x="1061" y="873"/>
                        <a:pt x="1079" y="1102"/>
                      </a:cubicBezTo>
                      <a:cubicBezTo>
                        <a:pt x="1010" y="948"/>
                        <a:pt x="908" y="809"/>
                        <a:pt x="783" y="695"/>
                      </a:cubicBezTo>
                      <a:lnTo>
                        <a:pt x="783" y="695"/>
                      </a:lnTo>
                      <a:cubicBezTo>
                        <a:pt x="797" y="936"/>
                        <a:pt x="813" y="1173"/>
                        <a:pt x="826" y="1412"/>
                      </a:cubicBezTo>
                      <a:cubicBezTo>
                        <a:pt x="746" y="1232"/>
                        <a:pt x="664" y="1048"/>
                        <a:pt x="580" y="864"/>
                      </a:cubicBezTo>
                      <a:cubicBezTo>
                        <a:pt x="568" y="1050"/>
                        <a:pt x="558" y="1234"/>
                        <a:pt x="546" y="1419"/>
                      </a:cubicBezTo>
                      <a:cubicBezTo>
                        <a:pt x="380" y="940"/>
                        <a:pt x="198" y="466"/>
                        <a:pt x="0"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5"/>
                <p:cNvSpPr/>
                <p:nvPr/>
              </p:nvSpPr>
              <p:spPr>
                <a:xfrm>
                  <a:off x="2202042" y="2830561"/>
                  <a:ext cx="140839" cy="105754"/>
                </a:xfrm>
                <a:custGeom>
                  <a:rect b="b" l="l" r="r" t="t"/>
                  <a:pathLst>
                    <a:path extrusionOk="0" h="3177" w="4231">
                      <a:moveTo>
                        <a:pt x="3522" y="1"/>
                      </a:moveTo>
                      <a:cubicBezTo>
                        <a:pt x="3522" y="1"/>
                        <a:pt x="3522" y="2"/>
                        <a:pt x="3522" y="2"/>
                      </a:cubicBezTo>
                      <a:lnTo>
                        <a:pt x="3522" y="2"/>
                      </a:lnTo>
                      <a:cubicBezTo>
                        <a:pt x="3522" y="2"/>
                        <a:pt x="3522" y="1"/>
                        <a:pt x="3522" y="1"/>
                      </a:cubicBezTo>
                      <a:close/>
                      <a:moveTo>
                        <a:pt x="3522" y="2"/>
                      </a:moveTo>
                      <a:cubicBezTo>
                        <a:pt x="3590" y="147"/>
                        <a:pt x="3569" y="377"/>
                        <a:pt x="3598" y="537"/>
                      </a:cubicBezTo>
                      <a:cubicBezTo>
                        <a:pt x="3622" y="670"/>
                        <a:pt x="3672" y="792"/>
                        <a:pt x="3678" y="930"/>
                      </a:cubicBezTo>
                      <a:cubicBezTo>
                        <a:pt x="3696" y="1340"/>
                        <a:pt x="3631" y="1772"/>
                        <a:pt x="3590" y="2181"/>
                      </a:cubicBezTo>
                      <a:cubicBezTo>
                        <a:pt x="3569" y="2074"/>
                        <a:pt x="3530" y="1970"/>
                        <a:pt x="3475" y="1874"/>
                      </a:cubicBezTo>
                      <a:cubicBezTo>
                        <a:pt x="3434" y="2050"/>
                        <a:pt x="3402" y="2230"/>
                        <a:pt x="3387" y="2408"/>
                      </a:cubicBezTo>
                      <a:cubicBezTo>
                        <a:pt x="3318" y="2230"/>
                        <a:pt x="3250" y="2048"/>
                        <a:pt x="3181" y="1868"/>
                      </a:cubicBezTo>
                      <a:cubicBezTo>
                        <a:pt x="3130" y="2046"/>
                        <a:pt x="3007" y="2211"/>
                        <a:pt x="2956" y="2389"/>
                      </a:cubicBezTo>
                      <a:cubicBezTo>
                        <a:pt x="2919" y="2222"/>
                        <a:pt x="2954" y="2070"/>
                        <a:pt x="2917" y="1903"/>
                      </a:cubicBezTo>
                      <a:cubicBezTo>
                        <a:pt x="2827" y="2070"/>
                        <a:pt x="2758" y="2246"/>
                        <a:pt x="2709" y="2430"/>
                      </a:cubicBezTo>
                      <a:cubicBezTo>
                        <a:pt x="2700" y="2273"/>
                        <a:pt x="2680" y="2117"/>
                        <a:pt x="2653" y="1962"/>
                      </a:cubicBezTo>
                      <a:cubicBezTo>
                        <a:pt x="2584" y="2146"/>
                        <a:pt x="2516" y="2332"/>
                        <a:pt x="2447" y="2516"/>
                      </a:cubicBezTo>
                      <a:cubicBezTo>
                        <a:pt x="2445" y="2305"/>
                        <a:pt x="2428" y="2095"/>
                        <a:pt x="2400" y="1888"/>
                      </a:cubicBezTo>
                      <a:cubicBezTo>
                        <a:pt x="2328" y="2001"/>
                        <a:pt x="2251" y="2119"/>
                        <a:pt x="2179" y="2236"/>
                      </a:cubicBezTo>
                      <a:cubicBezTo>
                        <a:pt x="2169" y="2252"/>
                        <a:pt x="2156" y="2269"/>
                        <a:pt x="2136" y="2273"/>
                      </a:cubicBezTo>
                      <a:cubicBezTo>
                        <a:pt x="2133" y="2274"/>
                        <a:pt x="2131" y="2274"/>
                        <a:pt x="2128" y="2274"/>
                      </a:cubicBezTo>
                      <a:cubicBezTo>
                        <a:pt x="2094" y="2274"/>
                        <a:pt x="2077" y="2227"/>
                        <a:pt x="2073" y="2191"/>
                      </a:cubicBezTo>
                      <a:cubicBezTo>
                        <a:pt x="2044" y="1929"/>
                        <a:pt x="2017" y="1664"/>
                        <a:pt x="1987" y="1402"/>
                      </a:cubicBezTo>
                      <a:cubicBezTo>
                        <a:pt x="1899" y="1567"/>
                        <a:pt x="1791" y="1719"/>
                        <a:pt x="1666" y="1858"/>
                      </a:cubicBezTo>
                      <a:cubicBezTo>
                        <a:pt x="1696" y="1684"/>
                        <a:pt x="1690" y="1506"/>
                        <a:pt x="1643" y="1336"/>
                      </a:cubicBezTo>
                      <a:cubicBezTo>
                        <a:pt x="1535" y="1508"/>
                        <a:pt x="1418" y="1684"/>
                        <a:pt x="1298" y="1850"/>
                      </a:cubicBezTo>
                      <a:lnTo>
                        <a:pt x="1269" y="1527"/>
                      </a:lnTo>
                      <a:cubicBezTo>
                        <a:pt x="1196" y="1645"/>
                        <a:pt x="1138" y="1772"/>
                        <a:pt x="1099" y="1907"/>
                      </a:cubicBezTo>
                      <a:cubicBezTo>
                        <a:pt x="1093" y="1802"/>
                        <a:pt x="1085" y="1698"/>
                        <a:pt x="1077" y="1596"/>
                      </a:cubicBezTo>
                      <a:cubicBezTo>
                        <a:pt x="1017" y="1704"/>
                        <a:pt x="971" y="1821"/>
                        <a:pt x="945" y="1942"/>
                      </a:cubicBezTo>
                      <a:lnTo>
                        <a:pt x="945" y="1942"/>
                      </a:lnTo>
                      <a:cubicBezTo>
                        <a:pt x="948" y="1908"/>
                        <a:pt x="940" y="1873"/>
                        <a:pt x="920" y="1845"/>
                      </a:cubicBezTo>
                      <a:lnTo>
                        <a:pt x="731" y="1999"/>
                      </a:lnTo>
                      <a:cubicBezTo>
                        <a:pt x="695" y="1369"/>
                        <a:pt x="903" y="752"/>
                        <a:pt x="1108" y="155"/>
                      </a:cubicBezTo>
                      <a:lnTo>
                        <a:pt x="1108" y="155"/>
                      </a:lnTo>
                      <a:cubicBezTo>
                        <a:pt x="901" y="502"/>
                        <a:pt x="752" y="882"/>
                        <a:pt x="605" y="1257"/>
                      </a:cubicBezTo>
                      <a:lnTo>
                        <a:pt x="333" y="1956"/>
                      </a:lnTo>
                      <a:cubicBezTo>
                        <a:pt x="368" y="1794"/>
                        <a:pt x="384" y="1631"/>
                        <a:pt x="390" y="1463"/>
                      </a:cubicBezTo>
                      <a:lnTo>
                        <a:pt x="390" y="1463"/>
                      </a:lnTo>
                      <a:cubicBezTo>
                        <a:pt x="312" y="1608"/>
                        <a:pt x="94" y="1637"/>
                        <a:pt x="30" y="1790"/>
                      </a:cubicBezTo>
                      <a:cubicBezTo>
                        <a:pt x="0" y="1858"/>
                        <a:pt x="10" y="1939"/>
                        <a:pt x="22" y="2015"/>
                      </a:cubicBezTo>
                      <a:cubicBezTo>
                        <a:pt x="32" y="2083"/>
                        <a:pt x="45" y="2152"/>
                        <a:pt x="85" y="2205"/>
                      </a:cubicBezTo>
                      <a:cubicBezTo>
                        <a:pt x="159" y="2308"/>
                        <a:pt x="306" y="2320"/>
                        <a:pt x="437" y="2322"/>
                      </a:cubicBezTo>
                      <a:lnTo>
                        <a:pt x="1192" y="2337"/>
                      </a:lnTo>
                      <a:lnTo>
                        <a:pt x="1192" y="2337"/>
                      </a:lnTo>
                      <a:cubicBezTo>
                        <a:pt x="1188" y="2350"/>
                        <a:pt x="1184" y="2362"/>
                        <a:pt x="1181" y="2375"/>
                      </a:cubicBezTo>
                      <a:cubicBezTo>
                        <a:pt x="1468" y="2459"/>
                        <a:pt x="1703" y="2665"/>
                        <a:pt x="1946" y="2845"/>
                      </a:cubicBezTo>
                      <a:cubicBezTo>
                        <a:pt x="2216" y="3045"/>
                        <a:pt x="2522" y="3177"/>
                        <a:pt x="2838" y="3177"/>
                      </a:cubicBezTo>
                      <a:cubicBezTo>
                        <a:pt x="3005" y="3177"/>
                        <a:pt x="3175" y="3140"/>
                        <a:pt x="3344" y="3056"/>
                      </a:cubicBezTo>
                      <a:cubicBezTo>
                        <a:pt x="3555" y="2950"/>
                        <a:pt x="3737" y="2788"/>
                        <a:pt x="3960" y="2706"/>
                      </a:cubicBezTo>
                      <a:cubicBezTo>
                        <a:pt x="4035" y="2680"/>
                        <a:pt x="4113" y="2663"/>
                        <a:pt x="4195" y="2651"/>
                      </a:cubicBezTo>
                      <a:cubicBezTo>
                        <a:pt x="4230" y="1743"/>
                        <a:pt x="3914" y="833"/>
                        <a:pt x="3522" y="2"/>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5"/>
                <p:cNvSpPr/>
                <p:nvPr/>
              </p:nvSpPr>
              <p:spPr>
                <a:xfrm>
                  <a:off x="2043132" y="2754334"/>
                  <a:ext cx="55557" cy="74531"/>
                </a:xfrm>
                <a:custGeom>
                  <a:rect b="b" l="l" r="r" t="t"/>
                  <a:pathLst>
                    <a:path extrusionOk="0" h="2239" w="1669">
                      <a:moveTo>
                        <a:pt x="1496" y="1"/>
                      </a:moveTo>
                      <a:lnTo>
                        <a:pt x="1496" y="1"/>
                      </a:lnTo>
                      <a:cubicBezTo>
                        <a:pt x="1475" y="12"/>
                        <a:pt x="1455" y="25"/>
                        <a:pt x="1435" y="37"/>
                      </a:cubicBezTo>
                      <a:lnTo>
                        <a:pt x="1435" y="37"/>
                      </a:lnTo>
                      <a:cubicBezTo>
                        <a:pt x="1455" y="25"/>
                        <a:pt x="1476" y="13"/>
                        <a:pt x="1496" y="1"/>
                      </a:cubicBezTo>
                      <a:close/>
                      <a:moveTo>
                        <a:pt x="1435" y="37"/>
                      </a:moveTo>
                      <a:cubicBezTo>
                        <a:pt x="963" y="320"/>
                        <a:pt x="485" y="591"/>
                        <a:pt x="0" y="852"/>
                      </a:cubicBezTo>
                      <a:cubicBezTo>
                        <a:pt x="212" y="1054"/>
                        <a:pt x="380" y="1294"/>
                        <a:pt x="490" y="1561"/>
                      </a:cubicBezTo>
                      <a:cubicBezTo>
                        <a:pt x="566" y="1745"/>
                        <a:pt x="621" y="1942"/>
                        <a:pt x="754" y="2089"/>
                      </a:cubicBezTo>
                      <a:cubicBezTo>
                        <a:pt x="838" y="2179"/>
                        <a:pt x="966" y="2238"/>
                        <a:pt x="1085" y="2238"/>
                      </a:cubicBezTo>
                      <a:cubicBezTo>
                        <a:pt x="1159" y="2238"/>
                        <a:pt x="1229" y="2216"/>
                        <a:pt x="1283" y="2164"/>
                      </a:cubicBezTo>
                      <a:cubicBezTo>
                        <a:pt x="1351" y="2097"/>
                        <a:pt x="1378" y="2001"/>
                        <a:pt x="1414" y="1913"/>
                      </a:cubicBezTo>
                      <a:cubicBezTo>
                        <a:pt x="1476" y="1751"/>
                        <a:pt x="1562" y="1608"/>
                        <a:pt x="1668" y="1480"/>
                      </a:cubicBezTo>
                      <a:lnTo>
                        <a:pt x="1668" y="1480"/>
                      </a:lnTo>
                      <a:cubicBezTo>
                        <a:pt x="1474" y="1559"/>
                        <a:pt x="1302" y="1684"/>
                        <a:pt x="1171" y="1843"/>
                      </a:cubicBezTo>
                      <a:cubicBezTo>
                        <a:pt x="1120" y="1709"/>
                        <a:pt x="1110" y="1559"/>
                        <a:pt x="1144" y="1420"/>
                      </a:cubicBezTo>
                      <a:lnTo>
                        <a:pt x="1144" y="1420"/>
                      </a:lnTo>
                      <a:cubicBezTo>
                        <a:pt x="1071" y="1492"/>
                        <a:pt x="997" y="1565"/>
                        <a:pt x="924" y="1637"/>
                      </a:cubicBezTo>
                      <a:cubicBezTo>
                        <a:pt x="946" y="1420"/>
                        <a:pt x="1010" y="1206"/>
                        <a:pt x="1114" y="1013"/>
                      </a:cubicBezTo>
                      <a:lnTo>
                        <a:pt x="1114" y="1013"/>
                      </a:lnTo>
                      <a:cubicBezTo>
                        <a:pt x="989" y="1107"/>
                        <a:pt x="852" y="1183"/>
                        <a:pt x="707" y="1238"/>
                      </a:cubicBezTo>
                      <a:cubicBezTo>
                        <a:pt x="809" y="1085"/>
                        <a:pt x="907" y="932"/>
                        <a:pt x="1007" y="782"/>
                      </a:cubicBezTo>
                      <a:lnTo>
                        <a:pt x="1007" y="782"/>
                      </a:lnTo>
                      <a:cubicBezTo>
                        <a:pt x="926" y="840"/>
                        <a:pt x="844" y="901"/>
                        <a:pt x="764" y="960"/>
                      </a:cubicBezTo>
                      <a:cubicBezTo>
                        <a:pt x="852" y="883"/>
                        <a:pt x="928" y="793"/>
                        <a:pt x="989" y="694"/>
                      </a:cubicBezTo>
                      <a:lnTo>
                        <a:pt x="989" y="694"/>
                      </a:lnTo>
                      <a:lnTo>
                        <a:pt x="631" y="971"/>
                      </a:lnTo>
                      <a:cubicBezTo>
                        <a:pt x="794" y="590"/>
                        <a:pt x="1079" y="259"/>
                        <a:pt x="1435" y="37"/>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5"/>
                <p:cNvSpPr/>
                <p:nvPr/>
              </p:nvSpPr>
              <p:spPr>
                <a:xfrm>
                  <a:off x="1993468" y="2681703"/>
                  <a:ext cx="112312" cy="83152"/>
                </a:xfrm>
                <a:custGeom>
                  <a:rect b="b" l="l" r="r" t="t"/>
                  <a:pathLst>
                    <a:path extrusionOk="0" h="2498" w="3374">
                      <a:moveTo>
                        <a:pt x="563" y="0"/>
                      </a:moveTo>
                      <a:cubicBezTo>
                        <a:pt x="553" y="0"/>
                        <a:pt x="547" y="2"/>
                        <a:pt x="537" y="2"/>
                      </a:cubicBezTo>
                      <a:cubicBezTo>
                        <a:pt x="420" y="12"/>
                        <a:pt x="293" y="28"/>
                        <a:pt x="214" y="116"/>
                      </a:cubicBezTo>
                      <a:cubicBezTo>
                        <a:pt x="161" y="174"/>
                        <a:pt x="142" y="255"/>
                        <a:pt x="134" y="333"/>
                      </a:cubicBezTo>
                      <a:cubicBezTo>
                        <a:pt x="54" y="713"/>
                        <a:pt x="1" y="1106"/>
                        <a:pt x="54" y="1494"/>
                      </a:cubicBezTo>
                      <a:cubicBezTo>
                        <a:pt x="109" y="1879"/>
                        <a:pt x="285" y="2261"/>
                        <a:pt x="592" y="2498"/>
                      </a:cubicBezTo>
                      <a:cubicBezTo>
                        <a:pt x="944" y="2292"/>
                        <a:pt x="1334" y="2151"/>
                        <a:pt x="1735" y="2075"/>
                      </a:cubicBezTo>
                      <a:cubicBezTo>
                        <a:pt x="1808" y="2051"/>
                        <a:pt x="1882" y="2028"/>
                        <a:pt x="1939" y="2006"/>
                      </a:cubicBezTo>
                      <a:cubicBezTo>
                        <a:pt x="2393" y="1832"/>
                        <a:pt x="2888" y="1654"/>
                        <a:pt x="3373" y="1582"/>
                      </a:cubicBezTo>
                      <a:lnTo>
                        <a:pt x="3373" y="1582"/>
                      </a:lnTo>
                      <a:cubicBezTo>
                        <a:pt x="2542" y="1705"/>
                        <a:pt x="1714" y="1852"/>
                        <a:pt x="892" y="2026"/>
                      </a:cubicBezTo>
                      <a:cubicBezTo>
                        <a:pt x="1101" y="1958"/>
                        <a:pt x="1318" y="1885"/>
                        <a:pt x="1483" y="1734"/>
                      </a:cubicBezTo>
                      <a:lnTo>
                        <a:pt x="1483" y="1734"/>
                      </a:lnTo>
                      <a:cubicBezTo>
                        <a:pt x="1265" y="1758"/>
                        <a:pt x="1052" y="1793"/>
                        <a:pt x="843" y="1850"/>
                      </a:cubicBezTo>
                      <a:cubicBezTo>
                        <a:pt x="964" y="1750"/>
                        <a:pt x="1089" y="1652"/>
                        <a:pt x="1211" y="1554"/>
                      </a:cubicBezTo>
                      <a:cubicBezTo>
                        <a:pt x="1131" y="1523"/>
                        <a:pt x="1044" y="1506"/>
                        <a:pt x="957" y="1506"/>
                      </a:cubicBezTo>
                      <a:cubicBezTo>
                        <a:pt x="857" y="1506"/>
                        <a:pt x="757" y="1528"/>
                        <a:pt x="666" y="1572"/>
                      </a:cubicBezTo>
                      <a:cubicBezTo>
                        <a:pt x="803" y="1476"/>
                        <a:pt x="937" y="1378"/>
                        <a:pt x="1074" y="1282"/>
                      </a:cubicBezTo>
                      <a:cubicBezTo>
                        <a:pt x="985" y="1245"/>
                        <a:pt x="890" y="1226"/>
                        <a:pt x="794" y="1226"/>
                      </a:cubicBezTo>
                      <a:cubicBezTo>
                        <a:pt x="720" y="1226"/>
                        <a:pt x="645" y="1237"/>
                        <a:pt x="574" y="1259"/>
                      </a:cubicBezTo>
                      <a:cubicBezTo>
                        <a:pt x="564" y="1197"/>
                        <a:pt x="507" y="1150"/>
                        <a:pt x="447" y="1150"/>
                      </a:cubicBezTo>
                      <a:cubicBezTo>
                        <a:pt x="439" y="1150"/>
                        <a:pt x="430" y="1151"/>
                        <a:pt x="422" y="1153"/>
                      </a:cubicBezTo>
                      <a:cubicBezTo>
                        <a:pt x="756" y="1014"/>
                        <a:pt x="1077" y="844"/>
                        <a:pt x="1381" y="646"/>
                      </a:cubicBezTo>
                      <a:lnTo>
                        <a:pt x="1381" y="646"/>
                      </a:lnTo>
                      <a:cubicBezTo>
                        <a:pt x="1099" y="658"/>
                        <a:pt x="821" y="668"/>
                        <a:pt x="539" y="677"/>
                      </a:cubicBezTo>
                      <a:cubicBezTo>
                        <a:pt x="762" y="644"/>
                        <a:pt x="982" y="578"/>
                        <a:pt x="1185" y="478"/>
                      </a:cubicBezTo>
                      <a:cubicBezTo>
                        <a:pt x="925" y="456"/>
                        <a:pt x="666" y="437"/>
                        <a:pt x="406" y="413"/>
                      </a:cubicBezTo>
                      <a:cubicBezTo>
                        <a:pt x="518" y="360"/>
                        <a:pt x="629" y="304"/>
                        <a:pt x="739" y="247"/>
                      </a:cubicBezTo>
                      <a:cubicBezTo>
                        <a:pt x="678" y="168"/>
                        <a:pt x="588" y="114"/>
                        <a:pt x="490" y="90"/>
                      </a:cubicBezTo>
                      <a:cubicBezTo>
                        <a:pt x="512" y="59"/>
                        <a:pt x="539" y="30"/>
                        <a:pt x="563"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5"/>
                <p:cNvSpPr/>
                <p:nvPr/>
              </p:nvSpPr>
              <p:spPr>
                <a:xfrm>
                  <a:off x="1997329" y="2598486"/>
                  <a:ext cx="125194" cy="75429"/>
                </a:xfrm>
                <a:custGeom>
                  <a:rect b="b" l="l" r="r" t="t"/>
                  <a:pathLst>
                    <a:path extrusionOk="0" h="2266" w="3761">
                      <a:moveTo>
                        <a:pt x="542" y="1"/>
                      </a:moveTo>
                      <a:cubicBezTo>
                        <a:pt x="371" y="1"/>
                        <a:pt x="212" y="45"/>
                        <a:pt x="114" y="179"/>
                      </a:cubicBezTo>
                      <a:cubicBezTo>
                        <a:pt x="0" y="339"/>
                        <a:pt x="30" y="558"/>
                        <a:pt x="65" y="758"/>
                      </a:cubicBezTo>
                      <a:cubicBezTo>
                        <a:pt x="122" y="1069"/>
                        <a:pt x="177" y="1381"/>
                        <a:pt x="231" y="1690"/>
                      </a:cubicBezTo>
                      <a:cubicBezTo>
                        <a:pt x="247" y="1768"/>
                        <a:pt x="261" y="1850"/>
                        <a:pt x="304" y="1919"/>
                      </a:cubicBezTo>
                      <a:cubicBezTo>
                        <a:pt x="408" y="2085"/>
                        <a:pt x="631" y="2111"/>
                        <a:pt x="824" y="2140"/>
                      </a:cubicBezTo>
                      <a:cubicBezTo>
                        <a:pt x="907" y="2154"/>
                        <a:pt x="1001" y="2177"/>
                        <a:pt x="1079" y="2214"/>
                      </a:cubicBezTo>
                      <a:cubicBezTo>
                        <a:pt x="1449" y="2181"/>
                        <a:pt x="1821" y="2164"/>
                        <a:pt x="2192" y="2164"/>
                      </a:cubicBezTo>
                      <a:cubicBezTo>
                        <a:pt x="2717" y="2164"/>
                        <a:pt x="3241" y="2198"/>
                        <a:pt x="3761" y="2265"/>
                      </a:cubicBezTo>
                      <a:cubicBezTo>
                        <a:pt x="2756" y="1944"/>
                        <a:pt x="1707" y="1776"/>
                        <a:pt x="654" y="1768"/>
                      </a:cubicBezTo>
                      <a:cubicBezTo>
                        <a:pt x="832" y="1752"/>
                        <a:pt x="1005" y="1709"/>
                        <a:pt x="1169" y="1645"/>
                      </a:cubicBezTo>
                      <a:cubicBezTo>
                        <a:pt x="971" y="1566"/>
                        <a:pt x="776" y="1490"/>
                        <a:pt x="576" y="1412"/>
                      </a:cubicBezTo>
                      <a:cubicBezTo>
                        <a:pt x="668" y="1324"/>
                        <a:pt x="785" y="1263"/>
                        <a:pt x="909" y="1236"/>
                      </a:cubicBezTo>
                      <a:cubicBezTo>
                        <a:pt x="793" y="1148"/>
                        <a:pt x="678" y="1061"/>
                        <a:pt x="560" y="973"/>
                      </a:cubicBezTo>
                      <a:cubicBezTo>
                        <a:pt x="672" y="923"/>
                        <a:pt x="795" y="883"/>
                        <a:pt x="916" y="864"/>
                      </a:cubicBezTo>
                      <a:cubicBezTo>
                        <a:pt x="805" y="813"/>
                        <a:pt x="695" y="764"/>
                        <a:pt x="582" y="715"/>
                      </a:cubicBezTo>
                      <a:cubicBezTo>
                        <a:pt x="991" y="598"/>
                        <a:pt x="1404" y="502"/>
                        <a:pt x="1823" y="423"/>
                      </a:cubicBezTo>
                      <a:cubicBezTo>
                        <a:pt x="1668" y="327"/>
                        <a:pt x="1510" y="241"/>
                        <a:pt x="1347" y="163"/>
                      </a:cubicBezTo>
                      <a:cubicBezTo>
                        <a:pt x="1204" y="128"/>
                        <a:pt x="1061" y="89"/>
                        <a:pt x="916" y="53"/>
                      </a:cubicBezTo>
                      <a:cubicBezTo>
                        <a:pt x="799" y="24"/>
                        <a:pt x="667" y="1"/>
                        <a:pt x="542" y="1"/>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5"/>
                <p:cNvSpPr/>
                <p:nvPr/>
              </p:nvSpPr>
              <p:spPr>
                <a:xfrm>
                  <a:off x="2422833" y="2645154"/>
                  <a:ext cx="161111" cy="174893"/>
                </a:xfrm>
                <a:custGeom>
                  <a:rect b="b" l="l" r="r" t="t"/>
                  <a:pathLst>
                    <a:path extrusionOk="0" h="5254" w="4840">
                      <a:moveTo>
                        <a:pt x="2497" y="3136"/>
                      </a:moveTo>
                      <a:cubicBezTo>
                        <a:pt x="2497" y="3136"/>
                        <a:pt x="2498" y="3136"/>
                        <a:pt x="2498" y="3136"/>
                      </a:cubicBezTo>
                      <a:lnTo>
                        <a:pt x="2498" y="3136"/>
                      </a:lnTo>
                      <a:cubicBezTo>
                        <a:pt x="2498" y="3136"/>
                        <a:pt x="2497" y="3136"/>
                        <a:pt x="2497" y="3136"/>
                      </a:cubicBezTo>
                      <a:close/>
                      <a:moveTo>
                        <a:pt x="2838" y="0"/>
                      </a:moveTo>
                      <a:cubicBezTo>
                        <a:pt x="2583" y="0"/>
                        <a:pt x="2325" y="26"/>
                        <a:pt x="2070" y="59"/>
                      </a:cubicBezTo>
                      <a:cubicBezTo>
                        <a:pt x="2017" y="67"/>
                        <a:pt x="1960" y="73"/>
                        <a:pt x="1907" y="80"/>
                      </a:cubicBezTo>
                      <a:cubicBezTo>
                        <a:pt x="1649" y="116"/>
                        <a:pt x="1391" y="151"/>
                        <a:pt x="1132" y="168"/>
                      </a:cubicBezTo>
                      <a:cubicBezTo>
                        <a:pt x="757" y="245"/>
                        <a:pt x="377" y="321"/>
                        <a:pt x="1" y="399"/>
                      </a:cubicBezTo>
                      <a:cubicBezTo>
                        <a:pt x="332" y="349"/>
                        <a:pt x="666" y="324"/>
                        <a:pt x="1000" y="324"/>
                      </a:cubicBezTo>
                      <a:cubicBezTo>
                        <a:pt x="1764" y="324"/>
                        <a:pt x="2526" y="454"/>
                        <a:pt x="3242" y="709"/>
                      </a:cubicBezTo>
                      <a:cubicBezTo>
                        <a:pt x="3109" y="822"/>
                        <a:pt x="2951" y="908"/>
                        <a:pt x="2784" y="959"/>
                      </a:cubicBezTo>
                      <a:cubicBezTo>
                        <a:pt x="3117" y="1065"/>
                        <a:pt x="3448" y="1173"/>
                        <a:pt x="3781" y="1276"/>
                      </a:cubicBezTo>
                      <a:cubicBezTo>
                        <a:pt x="3534" y="1290"/>
                        <a:pt x="3282" y="1294"/>
                        <a:pt x="3035" y="1319"/>
                      </a:cubicBezTo>
                      <a:cubicBezTo>
                        <a:pt x="3150" y="1370"/>
                        <a:pt x="3327" y="1402"/>
                        <a:pt x="3417" y="1492"/>
                      </a:cubicBezTo>
                      <a:cubicBezTo>
                        <a:pt x="3464" y="1539"/>
                        <a:pt x="3456" y="1644"/>
                        <a:pt x="3495" y="1678"/>
                      </a:cubicBezTo>
                      <a:cubicBezTo>
                        <a:pt x="3659" y="1818"/>
                        <a:pt x="3832" y="1828"/>
                        <a:pt x="4031" y="1942"/>
                      </a:cubicBezTo>
                      <a:cubicBezTo>
                        <a:pt x="4008" y="1961"/>
                        <a:pt x="3986" y="1979"/>
                        <a:pt x="3965" y="1995"/>
                      </a:cubicBezTo>
                      <a:cubicBezTo>
                        <a:pt x="4001" y="2029"/>
                        <a:pt x="4376" y="2396"/>
                        <a:pt x="4402" y="2396"/>
                      </a:cubicBezTo>
                      <a:cubicBezTo>
                        <a:pt x="4403" y="2396"/>
                        <a:pt x="4403" y="2396"/>
                        <a:pt x="4403" y="2396"/>
                      </a:cubicBezTo>
                      <a:lnTo>
                        <a:pt x="4403" y="2396"/>
                      </a:lnTo>
                      <a:cubicBezTo>
                        <a:pt x="4346" y="2422"/>
                        <a:pt x="4284" y="2435"/>
                        <a:pt x="4222" y="2435"/>
                      </a:cubicBezTo>
                      <a:cubicBezTo>
                        <a:pt x="4164" y="2435"/>
                        <a:pt x="4106" y="2424"/>
                        <a:pt x="4053" y="2400"/>
                      </a:cubicBezTo>
                      <a:lnTo>
                        <a:pt x="4053" y="2400"/>
                      </a:lnTo>
                      <a:cubicBezTo>
                        <a:pt x="4160" y="2490"/>
                        <a:pt x="4270" y="2582"/>
                        <a:pt x="4378" y="2672"/>
                      </a:cubicBezTo>
                      <a:cubicBezTo>
                        <a:pt x="4290" y="2692"/>
                        <a:pt x="4200" y="2702"/>
                        <a:pt x="4110" y="2702"/>
                      </a:cubicBezTo>
                      <a:cubicBezTo>
                        <a:pt x="4032" y="2702"/>
                        <a:pt x="3954" y="2694"/>
                        <a:pt x="3877" y="2680"/>
                      </a:cubicBezTo>
                      <a:lnTo>
                        <a:pt x="3877" y="2680"/>
                      </a:lnTo>
                      <a:cubicBezTo>
                        <a:pt x="4027" y="2797"/>
                        <a:pt x="4182" y="2911"/>
                        <a:pt x="4335" y="3026"/>
                      </a:cubicBezTo>
                      <a:cubicBezTo>
                        <a:pt x="4278" y="3030"/>
                        <a:pt x="4221" y="3033"/>
                        <a:pt x="4164" y="3033"/>
                      </a:cubicBezTo>
                      <a:cubicBezTo>
                        <a:pt x="3984" y="3033"/>
                        <a:pt x="3804" y="3012"/>
                        <a:pt x="3630" y="2973"/>
                      </a:cubicBezTo>
                      <a:lnTo>
                        <a:pt x="3630" y="2973"/>
                      </a:lnTo>
                      <a:cubicBezTo>
                        <a:pt x="3802" y="3146"/>
                        <a:pt x="3974" y="3318"/>
                        <a:pt x="4145" y="3492"/>
                      </a:cubicBezTo>
                      <a:cubicBezTo>
                        <a:pt x="3605" y="3330"/>
                        <a:pt x="3056" y="3212"/>
                        <a:pt x="2498" y="3136"/>
                      </a:cubicBezTo>
                      <a:lnTo>
                        <a:pt x="2498" y="3136"/>
                      </a:lnTo>
                      <a:cubicBezTo>
                        <a:pt x="2688" y="3162"/>
                        <a:pt x="2920" y="3388"/>
                        <a:pt x="3098" y="3467"/>
                      </a:cubicBezTo>
                      <a:cubicBezTo>
                        <a:pt x="3272" y="3543"/>
                        <a:pt x="3391" y="3580"/>
                        <a:pt x="3522" y="3741"/>
                      </a:cubicBezTo>
                      <a:cubicBezTo>
                        <a:pt x="3327" y="3719"/>
                        <a:pt x="3131" y="3699"/>
                        <a:pt x="2935" y="3680"/>
                      </a:cubicBezTo>
                      <a:lnTo>
                        <a:pt x="2935" y="3680"/>
                      </a:lnTo>
                      <a:cubicBezTo>
                        <a:pt x="3054" y="3799"/>
                        <a:pt x="3176" y="3919"/>
                        <a:pt x="3299" y="4038"/>
                      </a:cubicBezTo>
                      <a:cubicBezTo>
                        <a:pt x="3103" y="3995"/>
                        <a:pt x="2906" y="3954"/>
                        <a:pt x="2710" y="3913"/>
                      </a:cubicBezTo>
                      <a:lnTo>
                        <a:pt x="2710" y="3913"/>
                      </a:lnTo>
                      <a:cubicBezTo>
                        <a:pt x="2906" y="4069"/>
                        <a:pt x="3101" y="4228"/>
                        <a:pt x="3297" y="4385"/>
                      </a:cubicBezTo>
                      <a:cubicBezTo>
                        <a:pt x="3056" y="4357"/>
                        <a:pt x="2824" y="4296"/>
                        <a:pt x="2604" y="4203"/>
                      </a:cubicBezTo>
                      <a:lnTo>
                        <a:pt x="2604" y="4203"/>
                      </a:lnTo>
                      <a:cubicBezTo>
                        <a:pt x="2863" y="4396"/>
                        <a:pt x="3123" y="4586"/>
                        <a:pt x="3381" y="4780"/>
                      </a:cubicBezTo>
                      <a:cubicBezTo>
                        <a:pt x="2904" y="4629"/>
                        <a:pt x="2400" y="4552"/>
                        <a:pt x="1897" y="4552"/>
                      </a:cubicBezTo>
                      <a:cubicBezTo>
                        <a:pt x="1703" y="4552"/>
                        <a:pt x="1509" y="4563"/>
                        <a:pt x="1316" y="4586"/>
                      </a:cubicBezTo>
                      <a:cubicBezTo>
                        <a:pt x="1614" y="4692"/>
                        <a:pt x="1931" y="4729"/>
                        <a:pt x="2232" y="4805"/>
                      </a:cubicBezTo>
                      <a:cubicBezTo>
                        <a:pt x="2302" y="4781"/>
                        <a:pt x="2366" y="4771"/>
                        <a:pt x="2425" y="4771"/>
                      </a:cubicBezTo>
                      <a:cubicBezTo>
                        <a:pt x="2696" y="4771"/>
                        <a:pt x="2879" y="4993"/>
                        <a:pt x="3186" y="5152"/>
                      </a:cubicBezTo>
                      <a:cubicBezTo>
                        <a:pt x="3302" y="5212"/>
                        <a:pt x="3397" y="5254"/>
                        <a:pt x="3476" y="5254"/>
                      </a:cubicBezTo>
                      <a:cubicBezTo>
                        <a:pt x="3555" y="5254"/>
                        <a:pt x="3618" y="5212"/>
                        <a:pt x="3673" y="5105"/>
                      </a:cubicBezTo>
                      <a:cubicBezTo>
                        <a:pt x="3788" y="4880"/>
                        <a:pt x="3728" y="4338"/>
                        <a:pt x="3771" y="4067"/>
                      </a:cubicBezTo>
                      <a:cubicBezTo>
                        <a:pt x="3796" y="3921"/>
                        <a:pt x="3832" y="3766"/>
                        <a:pt x="3947" y="3672"/>
                      </a:cubicBezTo>
                      <a:cubicBezTo>
                        <a:pt x="4017" y="3615"/>
                        <a:pt x="4106" y="3592"/>
                        <a:pt x="4190" y="3555"/>
                      </a:cubicBezTo>
                      <a:cubicBezTo>
                        <a:pt x="4840" y="3255"/>
                        <a:pt x="4800" y="2202"/>
                        <a:pt x="4761" y="1615"/>
                      </a:cubicBezTo>
                      <a:cubicBezTo>
                        <a:pt x="4746" y="1360"/>
                        <a:pt x="4706" y="1102"/>
                        <a:pt x="4593" y="875"/>
                      </a:cubicBezTo>
                      <a:cubicBezTo>
                        <a:pt x="4374" y="425"/>
                        <a:pt x="3894" y="149"/>
                        <a:pt x="3401" y="51"/>
                      </a:cubicBezTo>
                      <a:cubicBezTo>
                        <a:pt x="3215" y="14"/>
                        <a:pt x="3027" y="0"/>
                        <a:pt x="2838"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5"/>
                <p:cNvSpPr/>
                <p:nvPr/>
              </p:nvSpPr>
              <p:spPr>
                <a:xfrm>
                  <a:off x="2414245" y="2803798"/>
                  <a:ext cx="79657" cy="82886"/>
                </a:xfrm>
                <a:custGeom>
                  <a:rect b="b" l="l" r="r" t="t"/>
                  <a:pathLst>
                    <a:path extrusionOk="0" h="2490" w="2393">
                      <a:moveTo>
                        <a:pt x="921" y="0"/>
                      </a:moveTo>
                      <a:cubicBezTo>
                        <a:pt x="1426" y="403"/>
                        <a:pt x="1854" y="905"/>
                        <a:pt x="2173" y="1468"/>
                      </a:cubicBezTo>
                      <a:cubicBezTo>
                        <a:pt x="2023" y="1310"/>
                        <a:pt x="1848" y="1169"/>
                        <a:pt x="1662" y="1055"/>
                      </a:cubicBezTo>
                      <a:lnTo>
                        <a:pt x="1662" y="1055"/>
                      </a:lnTo>
                      <a:cubicBezTo>
                        <a:pt x="1743" y="1235"/>
                        <a:pt x="1827" y="1415"/>
                        <a:pt x="1907" y="1597"/>
                      </a:cubicBezTo>
                      <a:cubicBezTo>
                        <a:pt x="1766" y="1531"/>
                        <a:pt x="1643" y="1431"/>
                        <a:pt x="1547" y="1306"/>
                      </a:cubicBezTo>
                      <a:lnTo>
                        <a:pt x="1547" y="1306"/>
                      </a:lnTo>
                      <a:lnTo>
                        <a:pt x="1643" y="1791"/>
                      </a:lnTo>
                      <a:cubicBezTo>
                        <a:pt x="1551" y="1676"/>
                        <a:pt x="1457" y="1562"/>
                        <a:pt x="1365" y="1449"/>
                      </a:cubicBezTo>
                      <a:lnTo>
                        <a:pt x="1365" y="1449"/>
                      </a:lnTo>
                      <a:cubicBezTo>
                        <a:pt x="1383" y="1566"/>
                        <a:pt x="1400" y="1680"/>
                        <a:pt x="1418" y="1799"/>
                      </a:cubicBezTo>
                      <a:cubicBezTo>
                        <a:pt x="917" y="1521"/>
                        <a:pt x="443" y="1202"/>
                        <a:pt x="1" y="832"/>
                      </a:cubicBezTo>
                      <a:lnTo>
                        <a:pt x="1" y="832"/>
                      </a:lnTo>
                      <a:cubicBezTo>
                        <a:pt x="36" y="979"/>
                        <a:pt x="79" y="1126"/>
                        <a:pt x="128" y="1267"/>
                      </a:cubicBezTo>
                      <a:cubicBezTo>
                        <a:pt x="163" y="1304"/>
                        <a:pt x="194" y="1341"/>
                        <a:pt x="224" y="1380"/>
                      </a:cubicBezTo>
                      <a:cubicBezTo>
                        <a:pt x="376" y="1570"/>
                        <a:pt x="498" y="1785"/>
                        <a:pt x="607" y="2005"/>
                      </a:cubicBezTo>
                      <a:cubicBezTo>
                        <a:pt x="688" y="2161"/>
                        <a:pt x="768" y="2328"/>
                        <a:pt x="915" y="2418"/>
                      </a:cubicBezTo>
                      <a:cubicBezTo>
                        <a:pt x="995" y="2468"/>
                        <a:pt x="1089" y="2490"/>
                        <a:pt x="1184" y="2490"/>
                      </a:cubicBezTo>
                      <a:cubicBezTo>
                        <a:pt x="1278" y="2490"/>
                        <a:pt x="1373" y="2468"/>
                        <a:pt x="1459" y="2431"/>
                      </a:cubicBezTo>
                      <a:cubicBezTo>
                        <a:pt x="1633" y="2359"/>
                        <a:pt x="1780" y="2234"/>
                        <a:pt x="1923" y="2108"/>
                      </a:cubicBezTo>
                      <a:cubicBezTo>
                        <a:pt x="2144" y="1917"/>
                        <a:pt x="2393" y="1639"/>
                        <a:pt x="2279" y="1365"/>
                      </a:cubicBezTo>
                      <a:cubicBezTo>
                        <a:pt x="2238" y="1263"/>
                        <a:pt x="2154" y="1137"/>
                        <a:pt x="2183" y="1049"/>
                      </a:cubicBezTo>
                      <a:cubicBezTo>
                        <a:pt x="2073" y="928"/>
                        <a:pt x="1970" y="803"/>
                        <a:pt x="1854" y="685"/>
                      </a:cubicBezTo>
                      <a:cubicBezTo>
                        <a:pt x="1582" y="407"/>
                        <a:pt x="1279" y="159"/>
                        <a:pt x="921" y="0"/>
                      </a:cubicBezTo>
                      <a:close/>
                    </a:path>
                  </a:pathLst>
                </a:custGeom>
                <a:solidFill>
                  <a:srgbClr val="FFFFFF">
                    <a:alpha val="202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25"/>
              <p:cNvSpPr/>
              <p:nvPr/>
            </p:nvSpPr>
            <p:spPr>
              <a:xfrm>
                <a:off x="2736727" y="2432784"/>
                <a:ext cx="55956" cy="50730"/>
              </a:xfrm>
              <a:custGeom>
                <a:rect b="b" l="l" r="r" t="t"/>
                <a:pathLst>
                  <a:path extrusionOk="0" h="1524" w="1681">
                    <a:moveTo>
                      <a:pt x="600" y="0"/>
                    </a:moveTo>
                    <a:cubicBezTo>
                      <a:pt x="581" y="0"/>
                      <a:pt x="561" y="4"/>
                      <a:pt x="543" y="13"/>
                    </a:cubicBezTo>
                    <a:cubicBezTo>
                      <a:pt x="512" y="28"/>
                      <a:pt x="488" y="54"/>
                      <a:pt x="465" y="81"/>
                    </a:cubicBezTo>
                    <a:cubicBezTo>
                      <a:pt x="431" y="121"/>
                      <a:pt x="402" y="167"/>
                      <a:pt x="396" y="217"/>
                    </a:cubicBezTo>
                    <a:lnTo>
                      <a:pt x="396" y="217"/>
                    </a:lnTo>
                    <a:cubicBezTo>
                      <a:pt x="393" y="167"/>
                      <a:pt x="359" y="117"/>
                      <a:pt x="314" y="97"/>
                    </a:cubicBezTo>
                    <a:cubicBezTo>
                      <a:pt x="293" y="87"/>
                      <a:pt x="270" y="83"/>
                      <a:pt x="247" y="83"/>
                    </a:cubicBezTo>
                    <a:cubicBezTo>
                      <a:pt x="210" y="83"/>
                      <a:pt x="172" y="95"/>
                      <a:pt x="142" y="117"/>
                    </a:cubicBezTo>
                    <a:cubicBezTo>
                      <a:pt x="34" y="193"/>
                      <a:pt x="15" y="304"/>
                      <a:pt x="71" y="414"/>
                    </a:cubicBezTo>
                    <a:cubicBezTo>
                      <a:pt x="111" y="488"/>
                      <a:pt x="161" y="559"/>
                      <a:pt x="179" y="639"/>
                    </a:cubicBezTo>
                    <a:cubicBezTo>
                      <a:pt x="206" y="772"/>
                      <a:pt x="136" y="903"/>
                      <a:pt x="81" y="1029"/>
                    </a:cubicBezTo>
                    <a:cubicBezTo>
                      <a:pt x="28" y="1154"/>
                      <a:pt x="1" y="1318"/>
                      <a:pt x="91" y="1418"/>
                    </a:cubicBezTo>
                    <a:cubicBezTo>
                      <a:pt x="158" y="1493"/>
                      <a:pt x="245" y="1523"/>
                      <a:pt x="335" y="1523"/>
                    </a:cubicBezTo>
                    <a:cubicBezTo>
                      <a:pt x="402" y="1523"/>
                      <a:pt x="470" y="1506"/>
                      <a:pt x="533" y="1479"/>
                    </a:cubicBezTo>
                    <a:cubicBezTo>
                      <a:pt x="709" y="1406"/>
                      <a:pt x="862" y="1285"/>
                      <a:pt x="1030" y="1201"/>
                    </a:cubicBezTo>
                    <a:cubicBezTo>
                      <a:pt x="1044" y="1193"/>
                      <a:pt x="1060" y="1185"/>
                      <a:pt x="1077" y="1185"/>
                    </a:cubicBezTo>
                    <a:cubicBezTo>
                      <a:pt x="1093" y="1185"/>
                      <a:pt x="1111" y="1195"/>
                      <a:pt x="1126" y="1205"/>
                    </a:cubicBezTo>
                    <a:cubicBezTo>
                      <a:pt x="1202" y="1252"/>
                      <a:pt x="1283" y="1301"/>
                      <a:pt x="1373" y="1301"/>
                    </a:cubicBezTo>
                    <a:cubicBezTo>
                      <a:pt x="1376" y="1301"/>
                      <a:pt x="1379" y="1301"/>
                      <a:pt x="1383" y="1301"/>
                    </a:cubicBezTo>
                    <a:cubicBezTo>
                      <a:pt x="1657" y="1281"/>
                      <a:pt x="1680" y="931"/>
                      <a:pt x="1469" y="804"/>
                    </a:cubicBezTo>
                    <a:cubicBezTo>
                      <a:pt x="1403" y="766"/>
                      <a:pt x="1323" y="750"/>
                      <a:pt x="1246" y="750"/>
                    </a:cubicBezTo>
                    <a:cubicBezTo>
                      <a:pt x="1234" y="750"/>
                      <a:pt x="1222" y="750"/>
                      <a:pt x="1211" y="751"/>
                    </a:cubicBezTo>
                    <a:cubicBezTo>
                      <a:pt x="1287" y="745"/>
                      <a:pt x="1326" y="561"/>
                      <a:pt x="1326" y="508"/>
                    </a:cubicBezTo>
                    <a:cubicBezTo>
                      <a:pt x="1326" y="404"/>
                      <a:pt x="1250" y="302"/>
                      <a:pt x="1160" y="254"/>
                    </a:cubicBezTo>
                    <a:cubicBezTo>
                      <a:pt x="1122" y="234"/>
                      <a:pt x="1081" y="225"/>
                      <a:pt x="1039" y="225"/>
                    </a:cubicBezTo>
                    <a:cubicBezTo>
                      <a:pt x="1002" y="225"/>
                      <a:pt x="965" y="232"/>
                      <a:pt x="931" y="246"/>
                    </a:cubicBezTo>
                    <a:cubicBezTo>
                      <a:pt x="857" y="275"/>
                      <a:pt x="795" y="329"/>
                      <a:pt x="748" y="391"/>
                    </a:cubicBezTo>
                    <a:lnTo>
                      <a:pt x="748" y="391"/>
                    </a:lnTo>
                    <a:cubicBezTo>
                      <a:pt x="794" y="329"/>
                      <a:pt x="793" y="176"/>
                      <a:pt x="762" y="111"/>
                    </a:cubicBezTo>
                    <a:cubicBezTo>
                      <a:pt x="733" y="48"/>
                      <a:pt x="667"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5"/>
              <p:cNvSpPr/>
              <p:nvPr/>
            </p:nvSpPr>
            <p:spPr>
              <a:xfrm>
                <a:off x="2630542" y="2498526"/>
                <a:ext cx="101660" cy="200158"/>
              </a:xfrm>
              <a:custGeom>
                <a:rect b="b" l="l" r="r" t="t"/>
                <a:pathLst>
                  <a:path extrusionOk="0" h="6013" w="3054">
                    <a:moveTo>
                      <a:pt x="2896" y="1"/>
                    </a:moveTo>
                    <a:cubicBezTo>
                      <a:pt x="2847" y="1"/>
                      <a:pt x="2796" y="32"/>
                      <a:pt x="2752" y="64"/>
                    </a:cubicBezTo>
                    <a:cubicBezTo>
                      <a:pt x="1478" y="1001"/>
                      <a:pt x="519" y="2698"/>
                      <a:pt x="141" y="4213"/>
                    </a:cubicBezTo>
                    <a:cubicBezTo>
                      <a:pt x="69" y="4507"/>
                      <a:pt x="16" y="4808"/>
                      <a:pt x="4" y="5110"/>
                    </a:cubicBezTo>
                    <a:cubicBezTo>
                      <a:pt x="0" y="5257"/>
                      <a:pt x="4" y="5403"/>
                      <a:pt x="22" y="5550"/>
                    </a:cubicBezTo>
                    <a:cubicBezTo>
                      <a:pt x="32" y="5630"/>
                      <a:pt x="30" y="5713"/>
                      <a:pt x="55" y="5789"/>
                    </a:cubicBezTo>
                    <a:cubicBezTo>
                      <a:pt x="90" y="5885"/>
                      <a:pt x="188" y="5914"/>
                      <a:pt x="280" y="5936"/>
                    </a:cubicBezTo>
                    <a:cubicBezTo>
                      <a:pt x="353" y="5953"/>
                      <a:pt x="421" y="5969"/>
                      <a:pt x="492" y="5985"/>
                    </a:cubicBezTo>
                    <a:cubicBezTo>
                      <a:pt x="509" y="5991"/>
                      <a:pt x="529" y="5994"/>
                      <a:pt x="546" y="5994"/>
                    </a:cubicBezTo>
                    <a:cubicBezTo>
                      <a:pt x="562" y="5994"/>
                      <a:pt x="580" y="5993"/>
                      <a:pt x="597" y="5993"/>
                    </a:cubicBezTo>
                    <a:cubicBezTo>
                      <a:pt x="631" y="5993"/>
                      <a:pt x="666" y="5994"/>
                      <a:pt x="699" y="6002"/>
                    </a:cubicBezTo>
                    <a:cubicBezTo>
                      <a:pt x="719" y="6008"/>
                      <a:pt x="738" y="6012"/>
                      <a:pt x="758" y="6012"/>
                    </a:cubicBezTo>
                    <a:cubicBezTo>
                      <a:pt x="766" y="6012"/>
                      <a:pt x="774" y="6012"/>
                      <a:pt x="776" y="6010"/>
                    </a:cubicBezTo>
                    <a:cubicBezTo>
                      <a:pt x="836" y="5993"/>
                      <a:pt x="813" y="5836"/>
                      <a:pt x="815" y="5785"/>
                    </a:cubicBezTo>
                    <a:cubicBezTo>
                      <a:pt x="822" y="5683"/>
                      <a:pt x="828" y="5583"/>
                      <a:pt x="838" y="5484"/>
                    </a:cubicBezTo>
                    <a:cubicBezTo>
                      <a:pt x="858" y="5282"/>
                      <a:pt x="885" y="5084"/>
                      <a:pt x="916" y="4887"/>
                    </a:cubicBezTo>
                    <a:cubicBezTo>
                      <a:pt x="981" y="4487"/>
                      <a:pt x="1073" y="4096"/>
                      <a:pt x="1189" y="3712"/>
                    </a:cubicBezTo>
                    <a:cubicBezTo>
                      <a:pt x="1419" y="2947"/>
                      <a:pt x="1750" y="2209"/>
                      <a:pt x="2173" y="1532"/>
                    </a:cubicBezTo>
                    <a:cubicBezTo>
                      <a:pt x="2424" y="1128"/>
                      <a:pt x="2709" y="745"/>
                      <a:pt x="2950" y="336"/>
                    </a:cubicBezTo>
                    <a:cubicBezTo>
                      <a:pt x="3015" y="228"/>
                      <a:pt x="3054" y="50"/>
                      <a:pt x="2933" y="7"/>
                    </a:cubicBezTo>
                    <a:cubicBezTo>
                      <a:pt x="2921" y="3"/>
                      <a:pt x="2908"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5"/>
              <p:cNvSpPr/>
              <p:nvPr/>
            </p:nvSpPr>
            <p:spPr>
              <a:xfrm>
                <a:off x="2671618" y="2471530"/>
                <a:ext cx="89011" cy="89510"/>
              </a:xfrm>
              <a:custGeom>
                <a:rect b="b" l="l" r="r" t="t"/>
                <a:pathLst>
                  <a:path extrusionOk="0" h="2689" w="2674">
                    <a:moveTo>
                      <a:pt x="1871" y="0"/>
                    </a:moveTo>
                    <a:cubicBezTo>
                      <a:pt x="1818" y="0"/>
                      <a:pt x="1766" y="5"/>
                      <a:pt x="1714" y="13"/>
                    </a:cubicBezTo>
                    <a:cubicBezTo>
                      <a:pt x="1460" y="58"/>
                      <a:pt x="1233" y="197"/>
                      <a:pt x="1035" y="362"/>
                    </a:cubicBezTo>
                    <a:cubicBezTo>
                      <a:pt x="647" y="683"/>
                      <a:pt x="356" y="1113"/>
                      <a:pt x="199" y="1587"/>
                    </a:cubicBezTo>
                    <a:cubicBezTo>
                      <a:pt x="1" y="2199"/>
                      <a:pt x="327" y="2689"/>
                      <a:pt x="839" y="2689"/>
                    </a:cubicBezTo>
                    <a:cubicBezTo>
                      <a:pt x="985" y="2689"/>
                      <a:pt x="1145" y="2649"/>
                      <a:pt x="1313" y="2562"/>
                    </a:cubicBezTo>
                    <a:cubicBezTo>
                      <a:pt x="1646" y="2388"/>
                      <a:pt x="1900" y="2102"/>
                      <a:pt x="2137" y="1810"/>
                    </a:cubicBezTo>
                    <a:cubicBezTo>
                      <a:pt x="2323" y="1579"/>
                      <a:pt x="2507" y="1333"/>
                      <a:pt x="2591" y="1049"/>
                    </a:cubicBezTo>
                    <a:cubicBezTo>
                      <a:pt x="2673" y="763"/>
                      <a:pt x="2636" y="424"/>
                      <a:pt x="2429" y="215"/>
                    </a:cubicBezTo>
                    <a:cubicBezTo>
                      <a:pt x="2285" y="68"/>
                      <a:pt x="207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0" name="Google Shape;9450;p25"/>
              <p:cNvGrpSpPr/>
              <p:nvPr/>
            </p:nvGrpSpPr>
            <p:grpSpPr>
              <a:xfrm>
                <a:off x="2672051" y="2466803"/>
                <a:ext cx="88776" cy="97630"/>
                <a:chOff x="2291051" y="2466803"/>
                <a:chExt cx="88776" cy="97630"/>
              </a:xfrm>
            </p:grpSpPr>
            <p:sp>
              <p:nvSpPr>
                <p:cNvPr id="9451" name="Google Shape;9451;p25"/>
                <p:cNvSpPr/>
                <p:nvPr/>
              </p:nvSpPr>
              <p:spPr>
                <a:xfrm>
                  <a:off x="2339982" y="2535041"/>
                  <a:ext cx="12217" cy="10818"/>
                </a:xfrm>
                <a:custGeom>
                  <a:rect b="b" l="l" r="r" t="t"/>
                  <a:pathLst>
                    <a:path extrusionOk="0" h="325" w="367">
                      <a:moveTo>
                        <a:pt x="184" y="1"/>
                      </a:moveTo>
                      <a:cubicBezTo>
                        <a:pt x="136" y="1"/>
                        <a:pt x="88" y="22"/>
                        <a:pt x="55" y="63"/>
                      </a:cubicBezTo>
                      <a:cubicBezTo>
                        <a:pt x="0" y="135"/>
                        <a:pt x="14" y="237"/>
                        <a:pt x="84" y="292"/>
                      </a:cubicBezTo>
                      <a:cubicBezTo>
                        <a:pt x="114" y="314"/>
                        <a:pt x="149" y="325"/>
                        <a:pt x="184" y="325"/>
                      </a:cubicBezTo>
                      <a:cubicBezTo>
                        <a:pt x="233" y="325"/>
                        <a:pt x="281" y="304"/>
                        <a:pt x="311" y="262"/>
                      </a:cubicBezTo>
                      <a:cubicBezTo>
                        <a:pt x="366" y="190"/>
                        <a:pt x="354" y="88"/>
                        <a:pt x="282" y="33"/>
                      </a:cubicBezTo>
                      <a:cubicBezTo>
                        <a:pt x="253" y="11"/>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25"/>
                <p:cNvSpPr/>
                <p:nvPr/>
              </p:nvSpPr>
              <p:spPr>
                <a:xfrm>
                  <a:off x="2326368" y="2527485"/>
                  <a:ext cx="12150" cy="10818"/>
                </a:xfrm>
                <a:custGeom>
                  <a:rect b="b" l="l" r="r" t="t"/>
                  <a:pathLst>
                    <a:path extrusionOk="0" h="325" w="365">
                      <a:moveTo>
                        <a:pt x="181" y="1"/>
                      </a:moveTo>
                      <a:cubicBezTo>
                        <a:pt x="133" y="1"/>
                        <a:pt x="85" y="22"/>
                        <a:pt x="53" y="63"/>
                      </a:cubicBezTo>
                      <a:cubicBezTo>
                        <a:pt x="0" y="133"/>
                        <a:pt x="12" y="237"/>
                        <a:pt x="82" y="290"/>
                      </a:cubicBezTo>
                      <a:cubicBezTo>
                        <a:pt x="112" y="313"/>
                        <a:pt x="147" y="324"/>
                        <a:pt x="182" y="324"/>
                      </a:cubicBezTo>
                      <a:cubicBezTo>
                        <a:pt x="231" y="324"/>
                        <a:pt x="279" y="302"/>
                        <a:pt x="309" y="260"/>
                      </a:cubicBezTo>
                      <a:cubicBezTo>
                        <a:pt x="364" y="190"/>
                        <a:pt x="352" y="88"/>
                        <a:pt x="280" y="33"/>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5"/>
                <p:cNvSpPr/>
                <p:nvPr/>
              </p:nvSpPr>
              <p:spPr>
                <a:xfrm>
                  <a:off x="2313053" y="2517433"/>
                  <a:ext cx="12150" cy="10852"/>
                </a:xfrm>
                <a:custGeom>
                  <a:rect b="b" l="l" r="r" t="t"/>
                  <a:pathLst>
                    <a:path extrusionOk="0" h="326" w="365">
                      <a:moveTo>
                        <a:pt x="185" y="0"/>
                      </a:moveTo>
                      <a:cubicBezTo>
                        <a:pt x="136" y="0"/>
                        <a:pt x="87" y="22"/>
                        <a:pt x="54" y="63"/>
                      </a:cubicBezTo>
                      <a:cubicBezTo>
                        <a:pt x="1" y="136"/>
                        <a:pt x="13" y="237"/>
                        <a:pt x="83" y="292"/>
                      </a:cubicBezTo>
                      <a:cubicBezTo>
                        <a:pt x="113" y="314"/>
                        <a:pt x="149" y="325"/>
                        <a:pt x="183" y="325"/>
                      </a:cubicBezTo>
                      <a:cubicBezTo>
                        <a:pt x="232" y="325"/>
                        <a:pt x="280" y="304"/>
                        <a:pt x="312" y="263"/>
                      </a:cubicBezTo>
                      <a:cubicBezTo>
                        <a:pt x="365" y="191"/>
                        <a:pt x="353" y="89"/>
                        <a:pt x="281"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5"/>
                <p:cNvSpPr/>
                <p:nvPr/>
              </p:nvSpPr>
              <p:spPr>
                <a:xfrm>
                  <a:off x="2302235" y="2507347"/>
                  <a:ext cx="12150" cy="10818"/>
                </a:xfrm>
                <a:custGeom>
                  <a:rect b="b" l="l" r="r" t="t"/>
                  <a:pathLst>
                    <a:path extrusionOk="0" h="325" w="365">
                      <a:moveTo>
                        <a:pt x="181" y="1"/>
                      </a:moveTo>
                      <a:cubicBezTo>
                        <a:pt x="133" y="1"/>
                        <a:pt x="85" y="22"/>
                        <a:pt x="54" y="63"/>
                      </a:cubicBezTo>
                      <a:cubicBezTo>
                        <a:pt x="1" y="135"/>
                        <a:pt x="13" y="237"/>
                        <a:pt x="83" y="292"/>
                      </a:cubicBezTo>
                      <a:cubicBezTo>
                        <a:pt x="112" y="314"/>
                        <a:pt x="148" y="325"/>
                        <a:pt x="183" y="325"/>
                      </a:cubicBezTo>
                      <a:cubicBezTo>
                        <a:pt x="231" y="325"/>
                        <a:pt x="279" y="304"/>
                        <a:pt x="310" y="263"/>
                      </a:cubicBezTo>
                      <a:cubicBezTo>
                        <a:pt x="365" y="190"/>
                        <a:pt x="353" y="88"/>
                        <a:pt x="281" y="34"/>
                      </a:cubicBezTo>
                      <a:cubicBezTo>
                        <a:pt x="251" y="11"/>
                        <a:pt x="216"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25"/>
                <p:cNvSpPr/>
                <p:nvPr/>
              </p:nvSpPr>
              <p:spPr>
                <a:xfrm>
                  <a:off x="2355793" y="2515269"/>
                  <a:ext cx="12150" cy="10785"/>
                </a:xfrm>
                <a:custGeom>
                  <a:rect b="b" l="l" r="r" t="t"/>
                  <a:pathLst>
                    <a:path extrusionOk="0" h="324" w="365">
                      <a:moveTo>
                        <a:pt x="182" y="0"/>
                      </a:moveTo>
                      <a:cubicBezTo>
                        <a:pt x="134" y="0"/>
                        <a:pt x="86" y="22"/>
                        <a:pt x="56" y="64"/>
                      </a:cubicBezTo>
                      <a:cubicBezTo>
                        <a:pt x="1" y="134"/>
                        <a:pt x="13" y="236"/>
                        <a:pt x="85" y="291"/>
                      </a:cubicBezTo>
                      <a:cubicBezTo>
                        <a:pt x="114" y="313"/>
                        <a:pt x="149" y="324"/>
                        <a:pt x="184" y="324"/>
                      </a:cubicBezTo>
                      <a:cubicBezTo>
                        <a:pt x="232" y="324"/>
                        <a:pt x="280" y="302"/>
                        <a:pt x="312" y="261"/>
                      </a:cubicBezTo>
                      <a:cubicBezTo>
                        <a:pt x="365" y="191"/>
                        <a:pt x="353" y="87"/>
                        <a:pt x="283"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25"/>
                <p:cNvSpPr/>
                <p:nvPr/>
              </p:nvSpPr>
              <p:spPr>
                <a:xfrm>
                  <a:off x="2342046" y="2507680"/>
                  <a:ext cx="12150" cy="10818"/>
                </a:xfrm>
                <a:custGeom>
                  <a:rect b="b" l="l" r="r" t="t"/>
                  <a:pathLst>
                    <a:path extrusionOk="0" h="325" w="365">
                      <a:moveTo>
                        <a:pt x="183" y="0"/>
                      </a:moveTo>
                      <a:cubicBezTo>
                        <a:pt x="135" y="0"/>
                        <a:pt x="87" y="22"/>
                        <a:pt x="54" y="63"/>
                      </a:cubicBezTo>
                      <a:cubicBezTo>
                        <a:pt x="1" y="135"/>
                        <a:pt x="13" y="237"/>
                        <a:pt x="83" y="292"/>
                      </a:cubicBezTo>
                      <a:cubicBezTo>
                        <a:pt x="113" y="314"/>
                        <a:pt x="149" y="325"/>
                        <a:pt x="183" y="325"/>
                      </a:cubicBezTo>
                      <a:cubicBezTo>
                        <a:pt x="232" y="325"/>
                        <a:pt x="280" y="303"/>
                        <a:pt x="312" y="262"/>
                      </a:cubicBezTo>
                      <a:cubicBezTo>
                        <a:pt x="365" y="190"/>
                        <a:pt x="353" y="88"/>
                        <a:pt x="281" y="33"/>
                      </a:cubicBezTo>
                      <a:cubicBezTo>
                        <a:pt x="251" y="11"/>
                        <a:pt x="21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5"/>
                <p:cNvSpPr/>
                <p:nvPr/>
              </p:nvSpPr>
              <p:spPr>
                <a:xfrm>
                  <a:off x="2328831" y="2497627"/>
                  <a:ext cx="12217" cy="10852"/>
                </a:xfrm>
                <a:custGeom>
                  <a:rect b="b" l="l" r="r" t="t"/>
                  <a:pathLst>
                    <a:path extrusionOk="0" h="326" w="367">
                      <a:moveTo>
                        <a:pt x="182" y="0"/>
                      </a:moveTo>
                      <a:cubicBezTo>
                        <a:pt x="133" y="0"/>
                        <a:pt x="86" y="22"/>
                        <a:pt x="55" y="65"/>
                      </a:cubicBezTo>
                      <a:cubicBezTo>
                        <a:pt x="1" y="136"/>
                        <a:pt x="12" y="237"/>
                        <a:pt x="85" y="292"/>
                      </a:cubicBezTo>
                      <a:cubicBezTo>
                        <a:pt x="114" y="314"/>
                        <a:pt x="149" y="325"/>
                        <a:pt x="184" y="325"/>
                      </a:cubicBezTo>
                      <a:cubicBezTo>
                        <a:pt x="233" y="325"/>
                        <a:pt x="281" y="304"/>
                        <a:pt x="312" y="263"/>
                      </a:cubicBezTo>
                      <a:cubicBezTo>
                        <a:pt x="367" y="192"/>
                        <a:pt x="353" y="89"/>
                        <a:pt x="282" y="36"/>
                      </a:cubicBezTo>
                      <a:cubicBezTo>
                        <a:pt x="253" y="12"/>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5"/>
                <p:cNvSpPr/>
                <p:nvPr/>
              </p:nvSpPr>
              <p:spPr>
                <a:xfrm>
                  <a:off x="2317946" y="2487541"/>
                  <a:ext cx="12150" cy="10818"/>
                </a:xfrm>
                <a:custGeom>
                  <a:rect b="b" l="l" r="r" t="t"/>
                  <a:pathLst>
                    <a:path extrusionOk="0" h="325" w="365">
                      <a:moveTo>
                        <a:pt x="184" y="0"/>
                      </a:moveTo>
                      <a:cubicBezTo>
                        <a:pt x="136" y="0"/>
                        <a:pt x="87" y="23"/>
                        <a:pt x="53" y="65"/>
                      </a:cubicBezTo>
                      <a:cubicBezTo>
                        <a:pt x="1" y="135"/>
                        <a:pt x="12" y="237"/>
                        <a:pt x="83" y="292"/>
                      </a:cubicBezTo>
                      <a:cubicBezTo>
                        <a:pt x="113" y="314"/>
                        <a:pt x="148" y="325"/>
                        <a:pt x="183" y="325"/>
                      </a:cubicBezTo>
                      <a:cubicBezTo>
                        <a:pt x="232" y="325"/>
                        <a:pt x="280" y="304"/>
                        <a:pt x="312" y="263"/>
                      </a:cubicBezTo>
                      <a:cubicBezTo>
                        <a:pt x="365" y="192"/>
                        <a:pt x="353" y="88"/>
                        <a:pt x="281" y="35"/>
                      </a:cubicBezTo>
                      <a:cubicBezTo>
                        <a:pt x="253" y="12"/>
                        <a:pt x="219"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5"/>
                <p:cNvSpPr/>
                <p:nvPr/>
              </p:nvSpPr>
              <p:spPr>
                <a:xfrm>
                  <a:off x="2315416" y="2502454"/>
                  <a:ext cx="12150" cy="10818"/>
                </a:xfrm>
                <a:custGeom>
                  <a:rect b="b" l="l" r="r" t="t"/>
                  <a:pathLst>
                    <a:path extrusionOk="0" h="325" w="365">
                      <a:moveTo>
                        <a:pt x="183" y="1"/>
                      </a:moveTo>
                      <a:cubicBezTo>
                        <a:pt x="134" y="1"/>
                        <a:pt x="85" y="22"/>
                        <a:pt x="53" y="63"/>
                      </a:cubicBezTo>
                      <a:cubicBezTo>
                        <a:pt x="0" y="136"/>
                        <a:pt x="12" y="237"/>
                        <a:pt x="84" y="292"/>
                      </a:cubicBezTo>
                      <a:cubicBezTo>
                        <a:pt x="114" y="314"/>
                        <a:pt x="149" y="325"/>
                        <a:pt x="183" y="325"/>
                      </a:cubicBezTo>
                      <a:cubicBezTo>
                        <a:pt x="232" y="325"/>
                        <a:pt x="280" y="304"/>
                        <a:pt x="312" y="263"/>
                      </a:cubicBezTo>
                      <a:cubicBezTo>
                        <a:pt x="364" y="190"/>
                        <a:pt x="353" y="89"/>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5"/>
                <p:cNvSpPr/>
                <p:nvPr/>
              </p:nvSpPr>
              <p:spPr>
                <a:xfrm>
                  <a:off x="2305630" y="2494065"/>
                  <a:ext cx="12150" cy="10818"/>
                </a:xfrm>
                <a:custGeom>
                  <a:rect b="b" l="l" r="r" t="t"/>
                  <a:pathLst>
                    <a:path extrusionOk="0" h="325" w="365">
                      <a:moveTo>
                        <a:pt x="183" y="1"/>
                      </a:moveTo>
                      <a:cubicBezTo>
                        <a:pt x="135" y="1"/>
                        <a:pt x="86" y="23"/>
                        <a:pt x="54" y="65"/>
                      </a:cubicBezTo>
                      <a:cubicBezTo>
                        <a:pt x="1" y="135"/>
                        <a:pt x="12" y="237"/>
                        <a:pt x="85" y="292"/>
                      </a:cubicBezTo>
                      <a:cubicBezTo>
                        <a:pt x="114" y="314"/>
                        <a:pt x="149" y="324"/>
                        <a:pt x="184" y="324"/>
                      </a:cubicBezTo>
                      <a:cubicBezTo>
                        <a:pt x="232" y="324"/>
                        <a:pt x="280" y="303"/>
                        <a:pt x="312" y="262"/>
                      </a:cubicBezTo>
                      <a:cubicBezTo>
                        <a:pt x="365" y="192"/>
                        <a:pt x="353" y="88"/>
                        <a:pt x="283" y="35"/>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5"/>
                <p:cNvSpPr/>
                <p:nvPr/>
              </p:nvSpPr>
              <p:spPr>
                <a:xfrm>
                  <a:off x="2327599" y="2513372"/>
                  <a:ext cx="12217" cy="10818"/>
                </a:xfrm>
                <a:custGeom>
                  <a:rect b="b" l="l" r="r" t="t"/>
                  <a:pathLst>
                    <a:path extrusionOk="0" h="325" w="367">
                      <a:moveTo>
                        <a:pt x="185" y="0"/>
                      </a:moveTo>
                      <a:cubicBezTo>
                        <a:pt x="137" y="0"/>
                        <a:pt x="88" y="23"/>
                        <a:pt x="55" y="64"/>
                      </a:cubicBezTo>
                      <a:cubicBezTo>
                        <a:pt x="0" y="134"/>
                        <a:pt x="14" y="238"/>
                        <a:pt x="84" y="291"/>
                      </a:cubicBezTo>
                      <a:cubicBezTo>
                        <a:pt x="114" y="314"/>
                        <a:pt x="149" y="325"/>
                        <a:pt x="183" y="325"/>
                      </a:cubicBezTo>
                      <a:cubicBezTo>
                        <a:pt x="232" y="325"/>
                        <a:pt x="281" y="303"/>
                        <a:pt x="312" y="262"/>
                      </a:cubicBezTo>
                      <a:cubicBezTo>
                        <a:pt x="366" y="191"/>
                        <a:pt x="355" y="87"/>
                        <a:pt x="282" y="35"/>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5"/>
                <p:cNvSpPr/>
                <p:nvPr/>
              </p:nvSpPr>
              <p:spPr>
                <a:xfrm>
                  <a:off x="2341613" y="2521893"/>
                  <a:ext cx="12217" cy="10852"/>
                </a:xfrm>
                <a:custGeom>
                  <a:rect b="b" l="l" r="r" t="t"/>
                  <a:pathLst>
                    <a:path extrusionOk="0" h="326" w="367">
                      <a:moveTo>
                        <a:pt x="185" y="0"/>
                      </a:moveTo>
                      <a:cubicBezTo>
                        <a:pt x="136" y="0"/>
                        <a:pt x="88" y="23"/>
                        <a:pt x="55" y="64"/>
                      </a:cubicBezTo>
                      <a:cubicBezTo>
                        <a:pt x="0" y="135"/>
                        <a:pt x="14" y="239"/>
                        <a:pt x="84" y="291"/>
                      </a:cubicBezTo>
                      <a:cubicBezTo>
                        <a:pt x="114" y="314"/>
                        <a:pt x="149" y="326"/>
                        <a:pt x="184" y="326"/>
                      </a:cubicBezTo>
                      <a:cubicBezTo>
                        <a:pt x="233" y="326"/>
                        <a:pt x="281" y="304"/>
                        <a:pt x="311" y="262"/>
                      </a:cubicBezTo>
                      <a:cubicBezTo>
                        <a:pt x="366" y="192"/>
                        <a:pt x="354" y="90"/>
                        <a:pt x="282" y="35"/>
                      </a:cubicBezTo>
                      <a:cubicBezTo>
                        <a:pt x="253"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5"/>
                <p:cNvSpPr/>
                <p:nvPr/>
              </p:nvSpPr>
              <p:spPr>
                <a:xfrm>
                  <a:off x="2352731" y="2528051"/>
                  <a:ext cx="12150" cy="10818"/>
                </a:xfrm>
                <a:custGeom>
                  <a:rect b="b" l="l" r="r" t="t"/>
                  <a:pathLst>
                    <a:path extrusionOk="0" h="325" w="365">
                      <a:moveTo>
                        <a:pt x="182" y="0"/>
                      </a:moveTo>
                      <a:cubicBezTo>
                        <a:pt x="133" y="0"/>
                        <a:pt x="85"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5"/>
                <p:cNvSpPr/>
                <p:nvPr/>
              </p:nvSpPr>
              <p:spPr>
                <a:xfrm>
                  <a:off x="2331427" y="2546958"/>
                  <a:ext cx="12217" cy="10885"/>
                </a:xfrm>
                <a:custGeom>
                  <a:rect b="b" l="l" r="r" t="t"/>
                  <a:pathLst>
                    <a:path extrusionOk="0" h="327" w="367">
                      <a:moveTo>
                        <a:pt x="185" y="0"/>
                      </a:moveTo>
                      <a:cubicBezTo>
                        <a:pt x="136" y="0"/>
                        <a:pt x="88" y="23"/>
                        <a:pt x="56" y="65"/>
                      </a:cubicBezTo>
                      <a:cubicBezTo>
                        <a:pt x="1" y="135"/>
                        <a:pt x="13" y="239"/>
                        <a:pt x="85" y="292"/>
                      </a:cubicBezTo>
                      <a:cubicBezTo>
                        <a:pt x="115" y="315"/>
                        <a:pt x="150" y="326"/>
                        <a:pt x="185" y="326"/>
                      </a:cubicBezTo>
                      <a:cubicBezTo>
                        <a:pt x="234" y="326"/>
                        <a:pt x="281" y="305"/>
                        <a:pt x="312" y="263"/>
                      </a:cubicBezTo>
                      <a:cubicBezTo>
                        <a:pt x="367" y="192"/>
                        <a:pt x="353" y="90"/>
                        <a:pt x="283" y="36"/>
                      </a:cubicBezTo>
                      <a:cubicBezTo>
                        <a:pt x="254" y="12"/>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5"/>
                <p:cNvSpPr/>
                <p:nvPr/>
              </p:nvSpPr>
              <p:spPr>
                <a:xfrm>
                  <a:off x="2317747" y="2539402"/>
                  <a:ext cx="12217" cy="10852"/>
                </a:xfrm>
                <a:custGeom>
                  <a:rect b="b" l="l" r="r" t="t"/>
                  <a:pathLst>
                    <a:path extrusionOk="0" h="326" w="367">
                      <a:moveTo>
                        <a:pt x="184" y="1"/>
                      </a:moveTo>
                      <a:cubicBezTo>
                        <a:pt x="135" y="1"/>
                        <a:pt x="87" y="23"/>
                        <a:pt x="56" y="65"/>
                      </a:cubicBezTo>
                      <a:cubicBezTo>
                        <a:pt x="1" y="135"/>
                        <a:pt x="14" y="239"/>
                        <a:pt x="85" y="292"/>
                      </a:cubicBezTo>
                      <a:cubicBezTo>
                        <a:pt x="114" y="315"/>
                        <a:pt x="149" y="326"/>
                        <a:pt x="184" y="326"/>
                      </a:cubicBezTo>
                      <a:cubicBezTo>
                        <a:pt x="233" y="326"/>
                        <a:pt x="281" y="304"/>
                        <a:pt x="312" y="263"/>
                      </a:cubicBezTo>
                      <a:cubicBezTo>
                        <a:pt x="367" y="192"/>
                        <a:pt x="353" y="88"/>
                        <a:pt x="283" y="36"/>
                      </a:cubicBezTo>
                      <a:cubicBezTo>
                        <a:pt x="254" y="12"/>
                        <a:pt x="219"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5"/>
                <p:cNvSpPr/>
                <p:nvPr/>
              </p:nvSpPr>
              <p:spPr>
                <a:xfrm>
                  <a:off x="2304598" y="2529349"/>
                  <a:ext cx="12150" cy="10818"/>
                </a:xfrm>
                <a:custGeom>
                  <a:rect b="b" l="l" r="r" t="t"/>
                  <a:pathLst>
                    <a:path extrusionOk="0" h="325" w="365">
                      <a:moveTo>
                        <a:pt x="182" y="0"/>
                      </a:moveTo>
                      <a:cubicBezTo>
                        <a:pt x="133" y="0"/>
                        <a:pt x="85" y="22"/>
                        <a:pt x="53" y="63"/>
                      </a:cubicBezTo>
                      <a:cubicBezTo>
                        <a:pt x="0" y="134"/>
                        <a:pt x="12" y="238"/>
                        <a:pt x="83" y="291"/>
                      </a:cubicBezTo>
                      <a:cubicBezTo>
                        <a:pt x="113" y="313"/>
                        <a:pt x="148" y="324"/>
                        <a:pt x="182" y="324"/>
                      </a:cubicBezTo>
                      <a:cubicBezTo>
                        <a:pt x="231" y="324"/>
                        <a:pt x="280" y="302"/>
                        <a:pt x="312" y="261"/>
                      </a:cubicBezTo>
                      <a:cubicBezTo>
                        <a:pt x="364" y="191"/>
                        <a:pt x="353" y="87"/>
                        <a:pt x="280" y="34"/>
                      </a:cubicBezTo>
                      <a:cubicBezTo>
                        <a:pt x="251" y="11"/>
                        <a:pt x="216"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5"/>
                <p:cNvSpPr/>
                <p:nvPr/>
              </p:nvSpPr>
              <p:spPr>
                <a:xfrm>
                  <a:off x="2293647" y="2519263"/>
                  <a:ext cx="12217" cy="10785"/>
                </a:xfrm>
                <a:custGeom>
                  <a:rect b="b" l="l" r="r" t="t"/>
                  <a:pathLst>
                    <a:path extrusionOk="0" h="324" w="367">
                      <a:moveTo>
                        <a:pt x="184" y="0"/>
                      </a:moveTo>
                      <a:cubicBezTo>
                        <a:pt x="135" y="0"/>
                        <a:pt x="86" y="22"/>
                        <a:pt x="55" y="63"/>
                      </a:cubicBezTo>
                      <a:cubicBezTo>
                        <a:pt x="1" y="134"/>
                        <a:pt x="14" y="237"/>
                        <a:pt x="85" y="290"/>
                      </a:cubicBezTo>
                      <a:cubicBezTo>
                        <a:pt x="114" y="313"/>
                        <a:pt x="149" y="324"/>
                        <a:pt x="184" y="324"/>
                      </a:cubicBezTo>
                      <a:cubicBezTo>
                        <a:pt x="232" y="324"/>
                        <a:pt x="281" y="302"/>
                        <a:pt x="312" y="261"/>
                      </a:cubicBezTo>
                      <a:cubicBezTo>
                        <a:pt x="367" y="190"/>
                        <a:pt x="353" y="87"/>
                        <a:pt x="282" y="34"/>
                      </a:cubicBezTo>
                      <a:cubicBezTo>
                        <a:pt x="253"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5"/>
                <p:cNvSpPr/>
                <p:nvPr/>
              </p:nvSpPr>
              <p:spPr>
                <a:xfrm>
                  <a:off x="2291051" y="2534209"/>
                  <a:ext cx="12217" cy="10852"/>
                </a:xfrm>
                <a:custGeom>
                  <a:rect b="b" l="l" r="r" t="t"/>
                  <a:pathLst>
                    <a:path extrusionOk="0" h="326" w="367">
                      <a:moveTo>
                        <a:pt x="186" y="0"/>
                      </a:moveTo>
                      <a:cubicBezTo>
                        <a:pt x="137" y="0"/>
                        <a:pt x="88" y="23"/>
                        <a:pt x="55" y="64"/>
                      </a:cubicBezTo>
                      <a:cubicBezTo>
                        <a:pt x="0" y="135"/>
                        <a:pt x="12" y="238"/>
                        <a:pt x="84" y="291"/>
                      </a:cubicBezTo>
                      <a:cubicBezTo>
                        <a:pt x="114" y="314"/>
                        <a:pt x="149" y="325"/>
                        <a:pt x="183" y="325"/>
                      </a:cubicBezTo>
                      <a:cubicBezTo>
                        <a:pt x="232" y="325"/>
                        <a:pt x="281" y="303"/>
                        <a:pt x="311" y="262"/>
                      </a:cubicBezTo>
                      <a:cubicBezTo>
                        <a:pt x="366" y="192"/>
                        <a:pt x="353" y="88"/>
                        <a:pt x="282" y="35"/>
                      </a:cubicBezTo>
                      <a:cubicBezTo>
                        <a:pt x="254" y="12"/>
                        <a:pt x="220" y="0"/>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5"/>
                <p:cNvSpPr/>
                <p:nvPr/>
              </p:nvSpPr>
              <p:spPr>
                <a:xfrm>
                  <a:off x="2303367" y="2545061"/>
                  <a:ext cx="12150" cy="10818"/>
                </a:xfrm>
                <a:custGeom>
                  <a:rect b="b" l="l" r="r" t="t"/>
                  <a:pathLst>
                    <a:path extrusionOk="0" h="325" w="365">
                      <a:moveTo>
                        <a:pt x="183" y="1"/>
                      </a:moveTo>
                      <a:cubicBezTo>
                        <a:pt x="134" y="1"/>
                        <a:pt x="86" y="22"/>
                        <a:pt x="55" y="63"/>
                      </a:cubicBezTo>
                      <a:cubicBezTo>
                        <a:pt x="0" y="134"/>
                        <a:pt x="12" y="237"/>
                        <a:pt x="84" y="290"/>
                      </a:cubicBezTo>
                      <a:cubicBezTo>
                        <a:pt x="114" y="313"/>
                        <a:pt x="149" y="325"/>
                        <a:pt x="184" y="325"/>
                      </a:cubicBezTo>
                      <a:cubicBezTo>
                        <a:pt x="232" y="325"/>
                        <a:pt x="280" y="303"/>
                        <a:pt x="311" y="261"/>
                      </a:cubicBezTo>
                      <a:cubicBezTo>
                        <a:pt x="364" y="190"/>
                        <a:pt x="352" y="89"/>
                        <a:pt x="282" y="34"/>
                      </a:cubicBezTo>
                      <a:cubicBezTo>
                        <a:pt x="253"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5"/>
                <p:cNvSpPr/>
                <p:nvPr/>
              </p:nvSpPr>
              <p:spPr>
                <a:xfrm>
                  <a:off x="2317380" y="2553615"/>
                  <a:ext cx="12150" cy="10818"/>
                </a:xfrm>
                <a:custGeom>
                  <a:rect b="b" l="l" r="r" t="t"/>
                  <a:pathLst>
                    <a:path extrusionOk="0" h="325" w="365">
                      <a:moveTo>
                        <a:pt x="182" y="0"/>
                      </a:moveTo>
                      <a:cubicBezTo>
                        <a:pt x="134" y="0"/>
                        <a:pt x="86" y="22"/>
                        <a:pt x="55" y="63"/>
                      </a:cubicBezTo>
                      <a:cubicBezTo>
                        <a:pt x="0" y="135"/>
                        <a:pt x="12" y="237"/>
                        <a:pt x="84" y="292"/>
                      </a:cubicBezTo>
                      <a:cubicBezTo>
                        <a:pt x="114" y="314"/>
                        <a:pt x="148" y="324"/>
                        <a:pt x="183" y="324"/>
                      </a:cubicBezTo>
                      <a:cubicBezTo>
                        <a:pt x="231" y="324"/>
                        <a:pt x="279" y="303"/>
                        <a:pt x="311" y="262"/>
                      </a:cubicBezTo>
                      <a:cubicBezTo>
                        <a:pt x="364" y="190"/>
                        <a:pt x="352" y="88"/>
                        <a:pt x="282" y="33"/>
                      </a:cubicBezTo>
                      <a:cubicBezTo>
                        <a:pt x="252" y="11"/>
                        <a:pt x="217"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5"/>
                <p:cNvSpPr/>
                <p:nvPr/>
              </p:nvSpPr>
              <p:spPr>
                <a:xfrm>
                  <a:off x="2365579" y="2504251"/>
                  <a:ext cx="12150" cy="10818"/>
                </a:xfrm>
                <a:custGeom>
                  <a:rect b="b" l="l" r="r" t="t"/>
                  <a:pathLst>
                    <a:path extrusionOk="0" h="325" w="365">
                      <a:moveTo>
                        <a:pt x="183" y="1"/>
                      </a:moveTo>
                      <a:cubicBezTo>
                        <a:pt x="134" y="1"/>
                        <a:pt x="86" y="23"/>
                        <a:pt x="55" y="64"/>
                      </a:cubicBezTo>
                      <a:cubicBezTo>
                        <a:pt x="0" y="134"/>
                        <a:pt x="12" y="238"/>
                        <a:pt x="85" y="291"/>
                      </a:cubicBezTo>
                      <a:cubicBezTo>
                        <a:pt x="114" y="314"/>
                        <a:pt x="148" y="325"/>
                        <a:pt x="183" y="325"/>
                      </a:cubicBezTo>
                      <a:cubicBezTo>
                        <a:pt x="231" y="325"/>
                        <a:pt x="280" y="303"/>
                        <a:pt x="312" y="262"/>
                      </a:cubicBezTo>
                      <a:cubicBezTo>
                        <a:pt x="365" y="191"/>
                        <a:pt x="353" y="87"/>
                        <a:pt x="282" y="35"/>
                      </a:cubicBezTo>
                      <a:cubicBezTo>
                        <a:pt x="252" y="12"/>
                        <a:pt x="217"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5"/>
                <p:cNvSpPr/>
                <p:nvPr/>
              </p:nvSpPr>
              <p:spPr>
                <a:xfrm>
                  <a:off x="2351832" y="2496695"/>
                  <a:ext cx="12150" cy="10785"/>
                </a:xfrm>
                <a:custGeom>
                  <a:rect b="b" l="l" r="r" t="t"/>
                  <a:pathLst>
                    <a:path extrusionOk="0" h="324" w="365">
                      <a:moveTo>
                        <a:pt x="181" y="0"/>
                      </a:moveTo>
                      <a:cubicBezTo>
                        <a:pt x="133" y="0"/>
                        <a:pt x="85" y="22"/>
                        <a:pt x="53" y="64"/>
                      </a:cubicBezTo>
                      <a:cubicBezTo>
                        <a:pt x="0" y="134"/>
                        <a:pt x="12" y="236"/>
                        <a:pt x="83" y="291"/>
                      </a:cubicBezTo>
                      <a:cubicBezTo>
                        <a:pt x="113" y="313"/>
                        <a:pt x="148" y="324"/>
                        <a:pt x="183" y="324"/>
                      </a:cubicBezTo>
                      <a:cubicBezTo>
                        <a:pt x="232" y="324"/>
                        <a:pt x="280" y="303"/>
                        <a:pt x="312" y="262"/>
                      </a:cubicBezTo>
                      <a:cubicBezTo>
                        <a:pt x="365" y="191"/>
                        <a:pt x="353" y="87"/>
                        <a:pt x="280" y="34"/>
                      </a:cubicBezTo>
                      <a:cubicBezTo>
                        <a:pt x="251" y="11"/>
                        <a:pt x="216"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5"/>
                <p:cNvSpPr/>
                <p:nvPr/>
              </p:nvSpPr>
              <p:spPr>
                <a:xfrm>
                  <a:off x="2338617" y="2486642"/>
                  <a:ext cx="12217" cy="10852"/>
                </a:xfrm>
                <a:custGeom>
                  <a:rect b="b" l="l" r="r" t="t"/>
                  <a:pathLst>
                    <a:path extrusionOk="0" h="326" w="367">
                      <a:moveTo>
                        <a:pt x="184" y="1"/>
                      </a:moveTo>
                      <a:cubicBezTo>
                        <a:pt x="135" y="1"/>
                        <a:pt x="86" y="23"/>
                        <a:pt x="55" y="64"/>
                      </a:cubicBezTo>
                      <a:cubicBezTo>
                        <a:pt x="0" y="135"/>
                        <a:pt x="12" y="239"/>
                        <a:pt x="84" y="291"/>
                      </a:cubicBezTo>
                      <a:cubicBezTo>
                        <a:pt x="114" y="314"/>
                        <a:pt x="148" y="325"/>
                        <a:pt x="183" y="325"/>
                      </a:cubicBezTo>
                      <a:cubicBezTo>
                        <a:pt x="232" y="325"/>
                        <a:pt x="280" y="303"/>
                        <a:pt x="311" y="262"/>
                      </a:cubicBezTo>
                      <a:cubicBezTo>
                        <a:pt x="366" y="192"/>
                        <a:pt x="352" y="88"/>
                        <a:pt x="282" y="35"/>
                      </a:cubicBezTo>
                      <a:cubicBezTo>
                        <a:pt x="253" y="12"/>
                        <a:pt x="218"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5"/>
                <p:cNvSpPr/>
                <p:nvPr/>
              </p:nvSpPr>
              <p:spPr>
                <a:xfrm>
                  <a:off x="2327733" y="2476556"/>
                  <a:ext cx="12150" cy="10818"/>
                </a:xfrm>
                <a:custGeom>
                  <a:rect b="b" l="l" r="r" t="t"/>
                  <a:pathLst>
                    <a:path extrusionOk="0" h="325" w="365">
                      <a:moveTo>
                        <a:pt x="182" y="1"/>
                      </a:moveTo>
                      <a:cubicBezTo>
                        <a:pt x="134" y="1"/>
                        <a:pt x="86" y="23"/>
                        <a:pt x="53" y="64"/>
                      </a:cubicBezTo>
                      <a:cubicBezTo>
                        <a:pt x="0" y="134"/>
                        <a:pt x="12" y="238"/>
                        <a:pt x="82" y="291"/>
                      </a:cubicBezTo>
                      <a:cubicBezTo>
                        <a:pt x="112" y="314"/>
                        <a:pt x="148" y="325"/>
                        <a:pt x="182" y="325"/>
                      </a:cubicBezTo>
                      <a:cubicBezTo>
                        <a:pt x="231" y="325"/>
                        <a:pt x="279" y="303"/>
                        <a:pt x="311" y="262"/>
                      </a:cubicBezTo>
                      <a:cubicBezTo>
                        <a:pt x="364" y="191"/>
                        <a:pt x="353" y="88"/>
                        <a:pt x="280" y="35"/>
                      </a:cubicBezTo>
                      <a:cubicBezTo>
                        <a:pt x="251"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5"/>
                <p:cNvSpPr/>
                <p:nvPr/>
              </p:nvSpPr>
              <p:spPr>
                <a:xfrm>
                  <a:off x="2367610" y="2476889"/>
                  <a:ext cx="12217" cy="10818"/>
                </a:xfrm>
                <a:custGeom>
                  <a:rect b="b" l="l" r="r" t="t"/>
                  <a:pathLst>
                    <a:path extrusionOk="0" h="325" w="367">
                      <a:moveTo>
                        <a:pt x="183" y="1"/>
                      </a:moveTo>
                      <a:cubicBezTo>
                        <a:pt x="134" y="1"/>
                        <a:pt x="86" y="23"/>
                        <a:pt x="55" y="64"/>
                      </a:cubicBezTo>
                      <a:cubicBezTo>
                        <a:pt x="0" y="134"/>
                        <a:pt x="12" y="238"/>
                        <a:pt x="84" y="291"/>
                      </a:cubicBezTo>
                      <a:cubicBezTo>
                        <a:pt x="114" y="314"/>
                        <a:pt x="148" y="325"/>
                        <a:pt x="183" y="325"/>
                      </a:cubicBezTo>
                      <a:cubicBezTo>
                        <a:pt x="232" y="325"/>
                        <a:pt x="280" y="303"/>
                        <a:pt x="311" y="261"/>
                      </a:cubicBezTo>
                      <a:cubicBezTo>
                        <a:pt x="366" y="191"/>
                        <a:pt x="352" y="87"/>
                        <a:pt x="282" y="34"/>
                      </a:cubicBezTo>
                      <a:cubicBezTo>
                        <a:pt x="253" y="12"/>
                        <a:pt x="218" y="1"/>
                        <a:pt x="1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5"/>
                <p:cNvSpPr/>
                <p:nvPr/>
              </p:nvSpPr>
              <p:spPr>
                <a:xfrm>
                  <a:off x="2354362" y="2466803"/>
                  <a:ext cx="12150" cy="10818"/>
                </a:xfrm>
                <a:custGeom>
                  <a:rect b="b" l="l" r="r" t="t"/>
                  <a:pathLst>
                    <a:path extrusionOk="0" h="325" w="365">
                      <a:moveTo>
                        <a:pt x="184" y="0"/>
                      </a:moveTo>
                      <a:cubicBezTo>
                        <a:pt x="136" y="0"/>
                        <a:pt x="87" y="22"/>
                        <a:pt x="54" y="63"/>
                      </a:cubicBezTo>
                      <a:cubicBezTo>
                        <a:pt x="1" y="134"/>
                        <a:pt x="13" y="238"/>
                        <a:pt x="83" y="290"/>
                      </a:cubicBezTo>
                      <a:cubicBezTo>
                        <a:pt x="112" y="313"/>
                        <a:pt x="147" y="324"/>
                        <a:pt x="182" y="324"/>
                      </a:cubicBezTo>
                      <a:cubicBezTo>
                        <a:pt x="231" y="324"/>
                        <a:pt x="279" y="302"/>
                        <a:pt x="310" y="261"/>
                      </a:cubicBezTo>
                      <a:cubicBezTo>
                        <a:pt x="365" y="191"/>
                        <a:pt x="353" y="87"/>
                        <a:pt x="281" y="34"/>
                      </a:cubicBezTo>
                      <a:cubicBezTo>
                        <a:pt x="252" y="11"/>
                        <a:pt x="218"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5"/>
                <p:cNvSpPr/>
                <p:nvPr/>
              </p:nvSpPr>
              <p:spPr>
                <a:xfrm>
                  <a:off x="2340881" y="2471697"/>
                  <a:ext cx="12217" cy="10785"/>
                </a:xfrm>
                <a:custGeom>
                  <a:rect b="b" l="l" r="r" t="t"/>
                  <a:pathLst>
                    <a:path extrusionOk="0" h="324" w="367">
                      <a:moveTo>
                        <a:pt x="185" y="0"/>
                      </a:moveTo>
                      <a:cubicBezTo>
                        <a:pt x="137" y="0"/>
                        <a:pt x="89" y="22"/>
                        <a:pt x="55" y="63"/>
                      </a:cubicBezTo>
                      <a:cubicBezTo>
                        <a:pt x="1" y="134"/>
                        <a:pt x="14" y="237"/>
                        <a:pt x="85" y="290"/>
                      </a:cubicBezTo>
                      <a:cubicBezTo>
                        <a:pt x="114" y="313"/>
                        <a:pt x="149" y="324"/>
                        <a:pt x="184" y="324"/>
                      </a:cubicBezTo>
                      <a:cubicBezTo>
                        <a:pt x="233" y="324"/>
                        <a:pt x="281" y="302"/>
                        <a:pt x="312" y="261"/>
                      </a:cubicBezTo>
                      <a:cubicBezTo>
                        <a:pt x="367" y="190"/>
                        <a:pt x="353" y="87"/>
                        <a:pt x="282" y="34"/>
                      </a:cubicBezTo>
                      <a:cubicBezTo>
                        <a:pt x="253" y="11"/>
                        <a:pt x="21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5"/>
                <p:cNvSpPr/>
                <p:nvPr/>
              </p:nvSpPr>
              <p:spPr>
                <a:xfrm>
                  <a:off x="2353130" y="2482581"/>
                  <a:ext cx="12150" cy="10818"/>
                </a:xfrm>
                <a:custGeom>
                  <a:rect b="b" l="l" r="r" t="t"/>
                  <a:pathLst>
                    <a:path extrusionOk="0" h="325" w="365">
                      <a:moveTo>
                        <a:pt x="185" y="0"/>
                      </a:moveTo>
                      <a:cubicBezTo>
                        <a:pt x="136" y="0"/>
                        <a:pt x="87" y="22"/>
                        <a:pt x="53" y="63"/>
                      </a:cubicBezTo>
                      <a:cubicBezTo>
                        <a:pt x="1" y="136"/>
                        <a:pt x="12" y="237"/>
                        <a:pt x="83" y="292"/>
                      </a:cubicBezTo>
                      <a:cubicBezTo>
                        <a:pt x="113" y="314"/>
                        <a:pt x="148" y="325"/>
                        <a:pt x="183" y="325"/>
                      </a:cubicBezTo>
                      <a:cubicBezTo>
                        <a:pt x="232" y="325"/>
                        <a:pt x="280" y="304"/>
                        <a:pt x="312" y="263"/>
                      </a:cubicBezTo>
                      <a:cubicBezTo>
                        <a:pt x="365" y="190"/>
                        <a:pt x="353" y="89"/>
                        <a:pt x="282" y="34"/>
                      </a:cubicBezTo>
                      <a:cubicBezTo>
                        <a:pt x="254" y="11"/>
                        <a:pt x="22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5"/>
                <p:cNvSpPr/>
                <p:nvPr/>
              </p:nvSpPr>
              <p:spPr>
                <a:xfrm>
                  <a:off x="2367211" y="2491103"/>
                  <a:ext cx="12150" cy="10852"/>
                </a:xfrm>
                <a:custGeom>
                  <a:rect b="b" l="l" r="r" t="t"/>
                  <a:pathLst>
                    <a:path extrusionOk="0" h="326" w="365">
                      <a:moveTo>
                        <a:pt x="182" y="1"/>
                      </a:moveTo>
                      <a:cubicBezTo>
                        <a:pt x="133" y="1"/>
                        <a:pt x="86" y="23"/>
                        <a:pt x="55" y="65"/>
                      </a:cubicBezTo>
                      <a:cubicBezTo>
                        <a:pt x="0" y="136"/>
                        <a:pt x="12" y="238"/>
                        <a:pt x="85" y="293"/>
                      </a:cubicBezTo>
                      <a:cubicBezTo>
                        <a:pt x="114" y="315"/>
                        <a:pt x="149" y="325"/>
                        <a:pt x="183" y="325"/>
                      </a:cubicBezTo>
                      <a:cubicBezTo>
                        <a:pt x="232" y="325"/>
                        <a:pt x="280" y="304"/>
                        <a:pt x="312" y="263"/>
                      </a:cubicBezTo>
                      <a:cubicBezTo>
                        <a:pt x="364" y="193"/>
                        <a:pt x="353" y="89"/>
                        <a:pt x="282" y="36"/>
                      </a:cubicBezTo>
                      <a:cubicBezTo>
                        <a:pt x="252" y="12"/>
                        <a:pt x="217" y="1"/>
                        <a:pt x="1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0" name="Google Shape;9480;p25"/>
              <p:cNvSpPr/>
              <p:nvPr/>
            </p:nvSpPr>
            <p:spPr>
              <a:xfrm>
                <a:off x="2776471" y="2461478"/>
                <a:ext cx="11784" cy="10419"/>
              </a:xfrm>
              <a:custGeom>
                <a:rect b="b" l="l" r="r" t="t"/>
                <a:pathLst>
                  <a:path extrusionOk="0" h="313" w="354">
                    <a:moveTo>
                      <a:pt x="177" y="1"/>
                    </a:moveTo>
                    <a:cubicBezTo>
                      <a:pt x="131" y="1"/>
                      <a:pt x="85" y="22"/>
                      <a:pt x="54" y="61"/>
                    </a:cubicBezTo>
                    <a:cubicBezTo>
                      <a:pt x="1" y="129"/>
                      <a:pt x="15" y="227"/>
                      <a:pt x="81" y="280"/>
                    </a:cubicBezTo>
                    <a:cubicBezTo>
                      <a:pt x="110" y="302"/>
                      <a:pt x="143" y="313"/>
                      <a:pt x="176" y="313"/>
                    </a:cubicBezTo>
                    <a:cubicBezTo>
                      <a:pt x="223" y="313"/>
                      <a:pt x="269" y="292"/>
                      <a:pt x="298" y="253"/>
                    </a:cubicBezTo>
                    <a:cubicBezTo>
                      <a:pt x="353" y="184"/>
                      <a:pt x="338" y="86"/>
                      <a:pt x="273" y="36"/>
                    </a:cubicBezTo>
                    <a:cubicBezTo>
                      <a:pt x="245" y="12"/>
                      <a:pt x="211"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5"/>
              <p:cNvSpPr/>
              <p:nvPr/>
            </p:nvSpPr>
            <p:spPr>
              <a:xfrm>
                <a:off x="2766385" y="2444867"/>
                <a:ext cx="11750" cy="10419"/>
              </a:xfrm>
              <a:custGeom>
                <a:rect b="b" l="l" r="r" t="t"/>
                <a:pathLst>
                  <a:path extrusionOk="0" h="313" w="353">
                    <a:moveTo>
                      <a:pt x="174" y="1"/>
                    </a:moveTo>
                    <a:cubicBezTo>
                      <a:pt x="127" y="1"/>
                      <a:pt x="83" y="21"/>
                      <a:pt x="53" y="61"/>
                    </a:cubicBezTo>
                    <a:cubicBezTo>
                      <a:pt x="0" y="129"/>
                      <a:pt x="14" y="227"/>
                      <a:pt x="81" y="280"/>
                    </a:cubicBezTo>
                    <a:cubicBezTo>
                      <a:pt x="109" y="302"/>
                      <a:pt x="143" y="312"/>
                      <a:pt x="176" y="312"/>
                    </a:cubicBezTo>
                    <a:cubicBezTo>
                      <a:pt x="222" y="312"/>
                      <a:pt x="268" y="292"/>
                      <a:pt x="298" y="253"/>
                    </a:cubicBezTo>
                    <a:cubicBezTo>
                      <a:pt x="353" y="184"/>
                      <a:pt x="337" y="86"/>
                      <a:pt x="273" y="35"/>
                    </a:cubicBezTo>
                    <a:cubicBezTo>
                      <a:pt x="243" y="12"/>
                      <a:pt x="208"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5"/>
              <p:cNvSpPr/>
              <p:nvPr/>
            </p:nvSpPr>
            <p:spPr>
              <a:xfrm>
                <a:off x="2750607" y="2439275"/>
                <a:ext cx="11850" cy="10386"/>
              </a:xfrm>
              <a:custGeom>
                <a:rect b="b" l="l" r="r" t="t"/>
                <a:pathLst>
                  <a:path extrusionOk="0" h="312" w="356">
                    <a:moveTo>
                      <a:pt x="177" y="0"/>
                    </a:moveTo>
                    <a:cubicBezTo>
                      <a:pt x="130" y="0"/>
                      <a:pt x="85" y="21"/>
                      <a:pt x="56" y="60"/>
                    </a:cubicBezTo>
                    <a:cubicBezTo>
                      <a:pt x="1" y="129"/>
                      <a:pt x="16" y="227"/>
                      <a:pt x="83" y="278"/>
                    </a:cubicBezTo>
                    <a:cubicBezTo>
                      <a:pt x="111" y="301"/>
                      <a:pt x="145" y="311"/>
                      <a:pt x="178" y="311"/>
                    </a:cubicBezTo>
                    <a:cubicBezTo>
                      <a:pt x="225" y="311"/>
                      <a:pt x="271" y="290"/>
                      <a:pt x="300" y="252"/>
                    </a:cubicBezTo>
                    <a:cubicBezTo>
                      <a:pt x="355" y="184"/>
                      <a:pt x="339" y="86"/>
                      <a:pt x="273" y="33"/>
                    </a:cubicBezTo>
                    <a:cubicBezTo>
                      <a:pt x="244" y="11"/>
                      <a:pt x="210"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5"/>
              <p:cNvSpPr/>
              <p:nvPr/>
            </p:nvSpPr>
            <p:spPr>
              <a:xfrm>
                <a:off x="2737925" y="2439275"/>
                <a:ext cx="11817" cy="10386"/>
              </a:xfrm>
              <a:custGeom>
                <a:rect b="b" l="l" r="r" t="t"/>
                <a:pathLst>
                  <a:path extrusionOk="0" h="312" w="355">
                    <a:moveTo>
                      <a:pt x="176" y="0"/>
                    </a:moveTo>
                    <a:cubicBezTo>
                      <a:pt x="130" y="0"/>
                      <a:pt x="84" y="21"/>
                      <a:pt x="55" y="60"/>
                    </a:cubicBezTo>
                    <a:cubicBezTo>
                      <a:pt x="0" y="129"/>
                      <a:pt x="16" y="227"/>
                      <a:pt x="82" y="278"/>
                    </a:cubicBezTo>
                    <a:cubicBezTo>
                      <a:pt x="111" y="301"/>
                      <a:pt x="144" y="311"/>
                      <a:pt x="177" y="311"/>
                    </a:cubicBezTo>
                    <a:cubicBezTo>
                      <a:pt x="224" y="311"/>
                      <a:pt x="270" y="290"/>
                      <a:pt x="300" y="252"/>
                    </a:cubicBezTo>
                    <a:cubicBezTo>
                      <a:pt x="354" y="184"/>
                      <a:pt x="339" y="86"/>
                      <a:pt x="272" y="33"/>
                    </a:cubicBezTo>
                    <a:cubicBezTo>
                      <a:pt x="243" y="11"/>
                      <a:pt x="210" y="0"/>
                      <a:pt x="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5"/>
              <p:cNvSpPr/>
              <p:nvPr/>
            </p:nvSpPr>
            <p:spPr>
              <a:xfrm>
                <a:off x="2762024" y="2459380"/>
                <a:ext cx="11817" cy="10386"/>
              </a:xfrm>
              <a:custGeom>
                <a:rect b="b" l="l" r="r" t="t"/>
                <a:pathLst>
                  <a:path extrusionOk="0" h="312" w="355">
                    <a:moveTo>
                      <a:pt x="176" y="1"/>
                    </a:moveTo>
                    <a:cubicBezTo>
                      <a:pt x="130" y="1"/>
                      <a:pt x="85" y="22"/>
                      <a:pt x="55" y="61"/>
                    </a:cubicBezTo>
                    <a:cubicBezTo>
                      <a:pt x="0" y="130"/>
                      <a:pt x="16" y="228"/>
                      <a:pt x="83" y="279"/>
                    </a:cubicBezTo>
                    <a:cubicBezTo>
                      <a:pt x="111" y="301"/>
                      <a:pt x="144" y="312"/>
                      <a:pt x="177" y="312"/>
                    </a:cubicBezTo>
                    <a:cubicBezTo>
                      <a:pt x="224" y="312"/>
                      <a:pt x="270" y="290"/>
                      <a:pt x="300" y="251"/>
                    </a:cubicBezTo>
                    <a:cubicBezTo>
                      <a:pt x="355" y="183"/>
                      <a:pt x="339" y="85"/>
                      <a:pt x="272" y="34"/>
                    </a:cubicBezTo>
                    <a:cubicBezTo>
                      <a:pt x="244" y="12"/>
                      <a:pt x="210"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25"/>
              <p:cNvSpPr/>
              <p:nvPr/>
            </p:nvSpPr>
            <p:spPr>
              <a:xfrm>
                <a:off x="2749309" y="2452390"/>
                <a:ext cx="11817" cy="10386"/>
              </a:xfrm>
              <a:custGeom>
                <a:rect b="b" l="l" r="r" t="t"/>
                <a:pathLst>
                  <a:path extrusionOk="0" h="312" w="355">
                    <a:moveTo>
                      <a:pt x="177" y="1"/>
                    </a:moveTo>
                    <a:cubicBezTo>
                      <a:pt x="132" y="1"/>
                      <a:pt x="87" y="21"/>
                      <a:pt x="55" y="60"/>
                    </a:cubicBezTo>
                    <a:cubicBezTo>
                      <a:pt x="1" y="128"/>
                      <a:pt x="16" y="226"/>
                      <a:pt x="83" y="279"/>
                    </a:cubicBezTo>
                    <a:cubicBezTo>
                      <a:pt x="111" y="301"/>
                      <a:pt x="145" y="312"/>
                      <a:pt x="178" y="312"/>
                    </a:cubicBezTo>
                    <a:cubicBezTo>
                      <a:pt x="224" y="312"/>
                      <a:pt x="270" y="291"/>
                      <a:pt x="300" y="252"/>
                    </a:cubicBezTo>
                    <a:cubicBezTo>
                      <a:pt x="355" y="183"/>
                      <a:pt x="339" y="85"/>
                      <a:pt x="273" y="34"/>
                    </a:cubicBezTo>
                    <a:cubicBezTo>
                      <a:pt x="244" y="12"/>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5"/>
              <p:cNvSpPr/>
              <p:nvPr/>
            </p:nvSpPr>
            <p:spPr>
              <a:xfrm>
                <a:off x="2652011" y="2530281"/>
                <a:ext cx="599" cy="1331"/>
              </a:xfrm>
              <a:custGeom>
                <a:rect b="b" l="l" r="r" t="t"/>
                <a:pathLst>
                  <a:path extrusionOk="0" h="40" w="18">
                    <a:moveTo>
                      <a:pt x="0" y="0"/>
                    </a:moveTo>
                    <a:lnTo>
                      <a:pt x="0" y="0"/>
                    </a:lnTo>
                    <a:cubicBezTo>
                      <a:pt x="6" y="14"/>
                      <a:pt x="10" y="28"/>
                      <a:pt x="18" y="39"/>
                    </a:cubicBezTo>
                    <a:cubicBezTo>
                      <a:pt x="14" y="26"/>
                      <a:pt x="8" y="14"/>
                      <a:pt x="0" y="0"/>
                    </a:cubicBezTo>
                    <a:close/>
                  </a:path>
                </a:pathLst>
              </a:custGeom>
              <a:solidFill>
                <a:srgbClr val="F9D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25"/>
            <p:cNvGrpSpPr/>
            <p:nvPr/>
          </p:nvGrpSpPr>
          <p:grpSpPr>
            <a:xfrm>
              <a:off x="4490110" y="3659885"/>
              <a:ext cx="365767" cy="351686"/>
              <a:chOff x="1490538" y="753834"/>
              <a:chExt cx="470985" cy="455906"/>
            </a:xfrm>
          </p:grpSpPr>
          <p:sp>
            <p:nvSpPr>
              <p:cNvPr id="9488" name="Google Shape;9488;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25"/>
            <p:cNvGrpSpPr/>
            <p:nvPr/>
          </p:nvGrpSpPr>
          <p:grpSpPr>
            <a:xfrm rot="-975329">
              <a:off x="4865699" y="3543897"/>
              <a:ext cx="365789" cy="351698"/>
              <a:chOff x="1490538" y="753834"/>
              <a:chExt cx="470985" cy="455906"/>
            </a:xfrm>
          </p:grpSpPr>
          <p:sp>
            <p:nvSpPr>
              <p:cNvPr id="9499" name="Google Shape;9499;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9" name="Google Shape;9509;p25"/>
          <p:cNvGrpSpPr/>
          <p:nvPr/>
        </p:nvGrpSpPr>
        <p:grpSpPr>
          <a:xfrm flipH="1" rot="1130779">
            <a:off x="4331443" y="-25892"/>
            <a:ext cx="686931" cy="696198"/>
            <a:chOff x="121063" y="211715"/>
            <a:chExt cx="684032" cy="697236"/>
          </a:xfrm>
        </p:grpSpPr>
        <p:grpSp>
          <p:nvGrpSpPr>
            <p:cNvPr id="9510" name="Google Shape;9510;p25"/>
            <p:cNvGrpSpPr/>
            <p:nvPr/>
          </p:nvGrpSpPr>
          <p:grpSpPr>
            <a:xfrm flipH="1">
              <a:off x="482506" y="211715"/>
              <a:ext cx="322588" cy="124262"/>
              <a:chOff x="2449294" y="636165"/>
              <a:chExt cx="322588" cy="124262"/>
            </a:xfrm>
          </p:grpSpPr>
          <p:sp>
            <p:nvSpPr>
              <p:cNvPr id="9511" name="Google Shape;9511;p2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25"/>
            <p:cNvGrpSpPr/>
            <p:nvPr/>
          </p:nvGrpSpPr>
          <p:grpSpPr>
            <a:xfrm>
              <a:off x="121063" y="377859"/>
              <a:ext cx="470985" cy="455906"/>
              <a:chOff x="1490538" y="753834"/>
              <a:chExt cx="470985" cy="455906"/>
            </a:xfrm>
          </p:grpSpPr>
          <p:sp>
            <p:nvSpPr>
              <p:cNvPr id="9521" name="Google Shape;9521;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1" name="Google Shape;9531;p2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4" name="Google Shape;9534;p25"/>
          <p:cNvSpPr txBox="1"/>
          <p:nvPr/>
        </p:nvSpPr>
        <p:spPr>
          <a:xfrm>
            <a:off x="205200" y="695763"/>
            <a:ext cx="4190700" cy="27936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b="1" lang="en">
                <a:solidFill>
                  <a:srgbClr val="202122"/>
                </a:solidFill>
                <a:latin typeface="Scheherazade New"/>
                <a:ea typeface="Scheherazade New"/>
                <a:cs typeface="Scheherazade New"/>
                <a:sym typeface="Scheherazade New"/>
              </a:rPr>
              <a:t>Brazil</a:t>
            </a:r>
            <a:r>
              <a:rPr lang="en">
                <a:solidFill>
                  <a:srgbClr val="202122"/>
                </a:solidFill>
                <a:latin typeface="Scheherazade New"/>
                <a:ea typeface="Scheherazade New"/>
                <a:cs typeface="Scheherazade New"/>
                <a:sym typeface="Scheherazade New"/>
              </a:rPr>
              <a:t>,</a:t>
            </a:r>
            <a:r>
              <a:rPr baseline="30000" lang="en" sz="1800">
                <a:solidFill>
                  <a:srgbClr val="FA5B60"/>
                </a:solidFill>
                <a:uFill>
                  <a:noFill/>
                </a:uFill>
                <a:latin typeface="Scheherazade New"/>
                <a:ea typeface="Scheherazade New"/>
                <a:cs typeface="Scheherazade New"/>
                <a:sym typeface="Scheherazade New"/>
                <a:hlinkClick r:id="rId4">
                  <a:extLst>
                    <a:ext uri="{A12FA001-AC4F-418D-AE19-62706E023703}">
                      <ahyp:hlinkClr val="tx"/>
                    </a:ext>
                  </a:extLst>
                </a:hlinkClick>
              </a:rPr>
              <a:t>[c]</a:t>
            </a:r>
            <a:r>
              <a:rPr lang="en">
                <a:solidFill>
                  <a:srgbClr val="202122"/>
                </a:solidFill>
                <a:latin typeface="Scheherazade New"/>
                <a:ea typeface="Scheherazade New"/>
                <a:cs typeface="Scheherazade New"/>
                <a:sym typeface="Scheherazade New"/>
              </a:rPr>
              <a:t> officially the </a:t>
            </a:r>
            <a:r>
              <a:rPr b="1" lang="en">
                <a:solidFill>
                  <a:srgbClr val="202122"/>
                </a:solidFill>
                <a:latin typeface="Scheherazade New"/>
                <a:ea typeface="Scheherazade New"/>
                <a:cs typeface="Scheherazade New"/>
                <a:sym typeface="Scheherazade New"/>
              </a:rPr>
              <a:t>Federative Republic of Brazil</a:t>
            </a:r>
            <a:r>
              <a:rPr lang="en">
                <a:solidFill>
                  <a:srgbClr val="20212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5">
                  <a:extLst>
                    <a:ext uri="{A12FA001-AC4F-418D-AE19-62706E023703}">
                      <ahyp:hlinkClr val="tx"/>
                    </a:ext>
                  </a:extLst>
                </a:hlinkClick>
              </a:rPr>
              <a:t>[d]</a:t>
            </a:r>
            <a:r>
              <a:rPr lang="en">
                <a:solidFill>
                  <a:srgbClr val="202122"/>
                </a:solidFill>
                <a:latin typeface="Scheherazade New"/>
                <a:ea typeface="Scheherazade New"/>
                <a:cs typeface="Scheherazade New"/>
                <a:sym typeface="Scheherazade New"/>
              </a:rPr>
              <a:t> is the largest country in </a:t>
            </a:r>
            <a:r>
              <a:rPr lang="en">
                <a:solidFill>
                  <a:srgbClr val="FA5B60"/>
                </a:solidFill>
                <a:uFill>
                  <a:noFill/>
                </a:uFill>
                <a:latin typeface="Scheherazade New"/>
                <a:ea typeface="Scheherazade New"/>
                <a:cs typeface="Scheherazade New"/>
                <a:sym typeface="Scheherazade New"/>
                <a:hlinkClick r:id="rId6">
                  <a:extLst>
                    <a:ext uri="{A12FA001-AC4F-418D-AE19-62706E023703}">
                      <ahyp:hlinkClr val="tx"/>
                    </a:ext>
                  </a:extLst>
                </a:hlinkClick>
              </a:rPr>
              <a:t>South America</a:t>
            </a:r>
            <a:r>
              <a:rPr lang="en">
                <a:solidFill>
                  <a:srgbClr val="202122"/>
                </a:solidFill>
                <a:latin typeface="Scheherazade New"/>
                <a:ea typeface="Scheherazade New"/>
                <a:cs typeface="Scheherazade New"/>
                <a:sym typeface="Scheherazade New"/>
              </a:rPr>
              <a:t>. It is also the world's </a:t>
            </a:r>
            <a:r>
              <a:rPr lang="en">
                <a:solidFill>
                  <a:srgbClr val="FA5B60"/>
                </a:solidFill>
                <a:uFill>
                  <a:noFill/>
                </a:uFill>
                <a:latin typeface="Scheherazade New"/>
                <a:ea typeface="Scheherazade New"/>
                <a:cs typeface="Scheherazade New"/>
                <a:sym typeface="Scheherazade New"/>
                <a:hlinkClick r:id="rId7">
                  <a:extLst>
                    <a:ext uri="{A12FA001-AC4F-418D-AE19-62706E023703}">
                      <ahyp:hlinkClr val="tx"/>
                    </a:ext>
                  </a:extLst>
                </a:hlinkClick>
              </a:rPr>
              <a:t>fifth-largest country by area</a:t>
            </a:r>
            <a:r>
              <a:rPr lang="en">
                <a:solidFill>
                  <a:srgbClr val="202122"/>
                </a:solidFill>
                <a:latin typeface="Scheherazade New"/>
                <a:ea typeface="Scheherazade New"/>
                <a:cs typeface="Scheherazade New"/>
                <a:sym typeface="Scheherazade New"/>
              </a:rPr>
              <a:t> and the </a:t>
            </a:r>
            <a:r>
              <a:rPr lang="en">
                <a:solidFill>
                  <a:schemeClr val="dk2"/>
                </a:solidFill>
                <a:uFill>
                  <a:noFill/>
                </a:uFill>
                <a:latin typeface="Scheherazade New"/>
                <a:ea typeface="Scheherazade New"/>
                <a:cs typeface="Scheherazade New"/>
                <a:sym typeface="Scheherazade New"/>
                <a:hlinkClick r:id="rId8">
                  <a:extLst>
                    <a:ext uri="{A12FA001-AC4F-418D-AE19-62706E023703}">
                      <ahyp:hlinkClr val="tx"/>
                    </a:ext>
                  </a:extLst>
                </a:hlinkClick>
              </a:rPr>
              <a:t>seventh-largest by population</a:t>
            </a:r>
            <a:r>
              <a:rPr lang="en">
                <a:solidFill>
                  <a:srgbClr val="202122"/>
                </a:solidFill>
                <a:latin typeface="Scheherazade New"/>
                <a:ea typeface="Scheherazade New"/>
                <a:cs typeface="Scheherazade New"/>
                <a:sym typeface="Scheherazade New"/>
              </a:rPr>
              <a:t>, with over 213 million people. Brazil is a </a:t>
            </a:r>
            <a:r>
              <a:rPr lang="en">
                <a:solidFill>
                  <a:schemeClr val="dk2"/>
                </a:solidFill>
                <a:uFill>
                  <a:noFill/>
                </a:uFill>
                <a:latin typeface="Scheherazade New"/>
                <a:ea typeface="Scheherazade New"/>
                <a:cs typeface="Scheherazade New"/>
                <a:sym typeface="Scheherazade New"/>
                <a:hlinkClick r:id="rId9">
                  <a:extLst>
                    <a:ext uri="{A12FA001-AC4F-418D-AE19-62706E023703}">
                      <ahyp:hlinkClr val="tx"/>
                    </a:ext>
                  </a:extLst>
                </a:hlinkClick>
              </a:rPr>
              <a:t>federation</a:t>
            </a:r>
            <a:r>
              <a:rPr lang="en">
                <a:solidFill>
                  <a:srgbClr val="202122"/>
                </a:solidFill>
                <a:latin typeface="Scheherazade New"/>
                <a:ea typeface="Scheherazade New"/>
                <a:cs typeface="Scheherazade New"/>
                <a:sym typeface="Scheherazade New"/>
              </a:rPr>
              <a:t> composed of 26 </a:t>
            </a:r>
            <a:r>
              <a:rPr lang="en">
                <a:solidFill>
                  <a:schemeClr val="dk2"/>
                </a:solidFill>
                <a:uFill>
                  <a:noFill/>
                </a:uFill>
                <a:latin typeface="Scheherazade New"/>
                <a:ea typeface="Scheherazade New"/>
                <a:cs typeface="Scheherazade New"/>
                <a:sym typeface="Scheherazade New"/>
                <a:hlinkClick r:id="rId10">
                  <a:extLst>
                    <a:ext uri="{A12FA001-AC4F-418D-AE19-62706E023703}">
                      <ahyp:hlinkClr val="tx"/>
                    </a:ext>
                  </a:extLst>
                </a:hlinkClick>
              </a:rPr>
              <a:t>states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and a </a:t>
            </a:r>
            <a:r>
              <a:rPr lang="en">
                <a:solidFill>
                  <a:schemeClr val="dk2"/>
                </a:solidFill>
                <a:uFill>
                  <a:noFill/>
                </a:uFill>
                <a:latin typeface="Scheherazade New"/>
                <a:ea typeface="Scheherazade New"/>
                <a:cs typeface="Scheherazade New"/>
                <a:sym typeface="Scheherazade New"/>
                <a:hlinkClick r:id="rId11">
                  <a:extLst>
                    <a:ext uri="{A12FA001-AC4F-418D-AE19-62706E023703}">
                      <ahyp:hlinkClr val="tx"/>
                    </a:ext>
                  </a:extLst>
                </a:hlinkClick>
              </a:rPr>
              <a:t>Federal District</a:t>
            </a:r>
            <a:r>
              <a:rPr lang="en">
                <a:solidFill>
                  <a:srgbClr val="202122"/>
                </a:solidFill>
                <a:latin typeface="Scheherazade New"/>
                <a:ea typeface="Scheherazade New"/>
                <a:cs typeface="Scheherazade New"/>
                <a:sym typeface="Scheherazade New"/>
              </a:rPr>
              <a:t>, which hosts the capital, </a:t>
            </a:r>
            <a:r>
              <a:rPr lang="en">
                <a:solidFill>
                  <a:schemeClr val="dk2"/>
                </a:solidFill>
                <a:uFill>
                  <a:noFill/>
                </a:uFill>
                <a:latin typeface="Scheherazade New"/>
                <a:ea typeface="Scheherazade New"/>
                <a:cs typeface="Scheherazade New"/>
                <a:sym typeface="Scheherazade New"/>
                <a:hlinkClick r:id="rId12">
                  <a:extLst>
                    <a:ext uri="{A12FA001-AC4F-418D-AE19-62706E023703}">
                      <ahyp:hlinkClr val="tx"/>
                    </a:ext>
                  </a:extLst>
                </a:hlinkClick>
              </a:rPr>
              <a:t>Brasília</a:t>
            </a:r>
            <a:r>
              <a:rPr lang="en">
                <a:solidFill>
                  <a:srgbClr val="202122"/>
                </a:solidFill>
                <a:latin typeface="Scheherazade New"/>
                <a:ea typeface="Scheherazade New"/>
                <a:cs typeface="Scheherazade New"/>
                <a:sym typeface="Scheherazade New"/>
              </a:rPr>
              <a:t>. Its </a:t>
            </a:r>
            <a:r>
              <a:rPr lang="en">
                <a:solidFill>
                  <a:schemeClr val="dk2"/>
                </a:solidFill>
                <a:uFill>
                  <a:noFill/>
                </a:uFill>
                <a:latin typeface="Scheherazade New"/>
                <a:ea typeface="Scheherazade New"/>
                <a:cs typeface="Scheherazade New"/>
                <a:sym typeface="Scheherazade New"/>
                <a:hlinkClick r:id="rId13">
                  <a:extLst>
                    <a:ext uri="{A12FA001-AC4F-418D-AE19-62706E023703}">
                      <ahyp:hlinkClr val="tx"/>
                    </a:ext>
                  </a:extLst>
                </a:hlinkClick>
              </a:rPr>
              <a:t>most populous city</a:t>
            </a:r>
            <a:r>
              <a:rPr lang="en">
                <a:solidFill>
                  <a:srgbClr val="202122"/>
                </a:solidFill>
                <a:latin typeface="Scheherazade New"/>
                <a:ea typeface="Scheherazade New"/>
                <a:cs typeface="Scheherazade New"/>
                <a:sym typeface="Scheherazade New"/>
              </a:rPr>
              <a:t> is </a:t>
            </a:r>
            <a:r>
              <a:rPr lang="en">
                <a:solidFill>
                  <a:schemeClr val="dk2"/>
                </a:solidFill>
                <a:uFill>
                  <a:noFill/>
                </a:uFill>
                <a:latin typeface="Scheherazade New"/>
                <a:ea typeface="Scheherazade New"/>
                <a:cs typeface="Scheherazade New"/>
                <a:sym typeface="Scheherazade New"/>
                <a:hlinkClick r:id="rId14">
                  <a:extLst>
                    <a:ext uri="{A12FA001-AC4F-418D-AE19-62706E023703}">
                      <ahyp:hlinkClr val="tx"/>
                    </a:ext>
                  </a:extLst>
                </a:hlinkClick>
              </a:rPr>
              <a:t>São Paulo</a:t>
            </a:r>
            <a:r>
              <a:rPr lang="en">
                <a:solidFill>
                  <a:srgbClr val="202122"/>
                </a:solidFill>
                <a:latin typeface="Scheherazade New"/>
                <a:ea typeface="Scheherazade New"/>
                <a:cs typeface="Scheherazade New"/>
                <a:sym typeface="Scheherazade New"/>
              </a:rPr>
              <a:t>, followed by </a:t>
            </a:r>
            <a:r>
              <a:rPr lang="en">
                <a:solidFill>
                  <a:schemeClr val="dk2"/>
                </a:solidFill>
                <a:uFill>
                  <a:noFill/>
                </a:uFill>
                <a:latin typeface="Scheherazade New"/>
                <a:ea typeface="Scheherazade New"/>
                <a:cs typeface="Scheherazade New"/>
                <a:sym typeface="Scheherazade New"/>
                <a:hlinkClick r:id="rId15">
                  <a:extLst>
                    <a:ext uri="{A12FA001-AC4F-418D-AE19-62706E023703}">
                      <ahyp:hlinkClr val="tx"/>
                    </a:ext>
                  </a:extLst>
                </a:hlinkClick>
              </a:rPr>
              <a:t>Rio de Janeiro</a:t>
            </a:r>
            <a:r>
              <a:rPr lang="en">
                <a:solidFill>
                  <a:srgbClr val="202122"/>
                </a:solidFill>
                <a:latin typeface="Scheherazade New"/>
                <a:ea typeface="Scheherazade New"/>
                <a:cs typeface="Scheherazade New"/>
                <a:sym typeface="Scheherazade New"/>
              </a:rPr>
              <a:t>. Brazil has the most </a:t>
            </a:r>
            <a:r>
              <a:rPr lang="en">
                <a:solidFill>
                  <a:schemeClr val="dk2"/>
                </a:solidFill>
                <a:uFill>
                  <a:noFill/>
                </a:uFill>
                <a:latin typeface="Scheherazade New"/>
                <a:ea typeface="Scheherazade New"/>
                <a:cs typeface="Scheherazade New"/>
                <a:sym typeface="Scheherazade New"/>
                <a:hlinkClick r:id="rId16">
                  <a:extLst>
                    <a:ext uri="{A12FA001-AC4F-418D-AE19-62706E023703}">
                      <ahyp:hlinkClr val="tx"/>
                    </a:ext>
                  </a:extLst>
                </a:hlinkClick>
              </a:rPr>
              <a:t>Portuguese speakers</a:t>
            </a:r>
            <a:r>
              <a:rPr lang="en">
                <a:solidFill>
                  <a:schemeClr val="dk2"/>
                </a:solidFill>
                <a:latin typeface="Scheherazade New"/>
                <a:ea typeface="Scheherazade New"/>
                <a:cs typeface="Scheherazade New"/>
                <a:sym typeface="Scheherazade New"/>
              </a:rPr>
              <a:t> </a:t>
            </a:r>
            <a:r>
              <a:rPr lang="en">
                <a:solidFill>
                  <a:srgbClr val="202122"/>
                </a:solidFill>
                <a:latin typeface="Scheherazade New"/>
                <a:ea typeface="Scheherazade New"/>
                <a:cs typeface="Scheherazade New"/>
                <a:sym typeface="Scheherazade New"/>
              </a:rPr>
              <a:t>in the world and is the only country in the </a:t>
            </a:r>
            <a:r>
              <a:rPr lang="en">
                <a:solidFill>
                  <a:schemeClr val="dk2"/>
                </a:solidFill>
                <a:uFill>
                  <a:noFill/>
                </a:uFill>
                <a:latin typeface="Scheherazade New"/>
                <a:ea typeface="Scheherazade New"/>
                <a:cs typeface="Scheherazade New"/>
                <a:sym typeface="Scheherazade New"/>
                <a:hlinkClick r:id="rId17">
                  <a:extLst>
                    <a:ext uri="{A12FA001-AC4F-418D-AE19-62706E023703}">
                      <ahyp:hlinkClr val="tx"/>
                    </a:ext>
                  </a:extLst>
                </a:hlinkClick>
              </a:rPr>
              <a:t>Americas</a:t>
            </a:r>
            <a:r>
              <a:rPr lang="en">
                <a:solidFill>
                  <a:srgbClr val="202122"/>
                </a:solidFill>
                <a:latin typeface="Scheherazade New"/>
                <a:ea typeface="Scheherazade New"/>
                <a:cs typeface="Scheherazade New"/>
                <a:sym typeface="Scheherazade New"/>
              </a:rPr>
              <a:t> where </a:t>
            </a:r>
            <a:r>
              <a:rPr lang="en">
                <a:solidFill>
                  <a:schemeClr val="dk2"/>
                </a:solidFill>
                <a:uFill>
                  <a:noFill/>
                </a:uFill>
                <a:latin typeface="Scheherazade New"/>
                <a:ea typeface="Scheherazade New"/>
                <a:cs typeface="Scheherazade New"/>
                <a:sym typeface="Scheherazade New"/>
                <a:hlinkClick r:id="rId18">
                  <a:extLst>
                    <a:ext uri="{A12FA001-AC4F-418D-AE19-62706E023703}">
                      <ahyp:hlinkClr val="tx"/>
                    </a:ext>
                  </a:extLst>
                </a:hlinkClick>
              </a:rPr>
              <a:t>Portuguese</a:t>
            </a:r>
            <a:r>
              <a:rPr lang="en">
                <a:solidFill>
                  <a:srgbClr val="202122"/>
                </a:solidFill>
                <a:latin typeface="Scheherazade New"/>
                <a:ea typeface="Scheherazade New"/>
                <a:cs typeface="Scheherazade New"/>
                <a:sym typeface="Scheherazade New"/>
              </a:rPr>
              <a:t> is an </a:t>
            </a:r>
            <a:r>
              <a:rPr lang="en">
                <a:solidFill>
                  <a:schemeClr val="dk2"/>
                </a:solidFill>
                <a:uFill>
                  <a:noFill/>
                </a:uFill>
                <a:latin typeface="Scheherazade New"/>
                <a:ea typeface="Scheherazade New"/>
                <a:cs typeface="Scheherazade New"/>
                <a:sym typeface="Scheherazade New"/>
                <a:hlinkClick r:id="rId19">
                  <a:extLst>
                    <a:ext uri="{A12FA001-AC4F-418D-AE19-62706E023703}">
                      <ahyp:hlinkClr val="tx"/>
                    </a:ext>
                  </a:extLst>
                </a:hlinkClick>
              </a:rPr>
              <a:t>official language</a:t>
            </a:r>
            <a:r>
              <a:rPr lang="en">
                <a:solidFill>
                  <a:schemeClr val="dk2"/>
                </a:solidFill>
                <a:latin typeface="Scheherazade New"/>
                <a:ea typeface="Scheherazade New"/>
                <a:cs typeface="Scheherazade New"/>
                <a:sym typeface="Scheherazade New"/>
              </a:rPr>
              <a:t>.</a:t>
            </a:r>
            <a:r>
              <a:rPr baseline="30000" lang="en" sz="1800">
                <a:solidFill>
                  <a:schemeClr val="dk2"/>
                </a:solidFill>
                <a:uFill>
                  <a:noFill/>
                </a:uFill>
                <a:latin typeface="Scheherazade New"/>
                <a:ea typeface="Scheherazade New"/>
                <a:cs typeface="Scheherazade New"/>
                <a:sym typeface="Scheherazade New"/>
                <a:hlinkClick r:id="rId20">
                  <a:extLst>
                    <a:ext uri="{A12FA001-AC4F-418D-AE19-62706E023703}">
                      <ahyp:hlinkClr val="tx"/>
                    </a:ext>
                  </a:extLst>
                </a:hlinkClick>
              </a:rPr>
              <a:t>[14]</a:t>
            </a:r>
            <a:r>
              <a:rPr baseline="30000" lang="en" sz="1800">
                <a:solidFill>
                  <a:schemeClr val="dk2"/>
                </a:solidFill>
                <a:uFill>
                  <a:noFill/>
                </a:uFill>
                <a:latin typeface="Scheherazade New"/>
                <a:ea typeface="Scheherazade New"/>
                <a:cs typeface="Scheherazade New"/>
                <a:sym typeface="Scheherazade New"/>
                <a:hlinkClick r:id="rId21">
                  <a:extLst>
                    <a:ext uri="{A12FA001-AC4F-418D-AE19-62706E023703}">
                      <ahyp:hlinkClr val="tx"/>
                    </a:ext>
                  </a:extLst>
                </a:hlinkClick>
              </a:rPr>
              <a:t>[15]</a:t>
            </a:r>
            <a:r>
              <a:rPr lang="en" sz="2000">
                <a:solidFill>
                  <a:schemeClr val="dk2"/>
                </a:solidFill>
                <a:latin typeface="Scheherazade New"/>
                <a:ea typeface="Scheherazade New"/>
                <a:cs typeface="Scheherazade New"/>
                <a:sym typeface="Scheherazade New"/>
              </a:rPr>
              <a:t> </a:t>
            </a:r>
            <a:r>
              <a:rPr lang="en">
                <a:solidFill>
                  <a:schemeClr val="dk2"/>
                </a:solidFill>
                <a:latin typeface="Scheherazade New"/>
                <a:ea typeface="Scheherazade New"/>
                <a:cs typeface="Scheherazade New"/>
                <a:sym typeface="Scheherazade New"/>
              </a:rPr>
              <a:t>- Wikipedia</a:t>
            </a:r>
            <a:endParaRPr>
              <a:solidFill>
                <a:schemeClr val="dk2"/>
              </a:solidFill>
              <a:latin typeface="Scheherazade New"/>
              <a:ea typeface="Scheherazade New"/>
              <a:cs typeface="Scheherazade New"/>
              <a:sym typeface="Scheherazade New"/>
            </a:endParaRPr>
          </a:p>
        </p:txBody>
      </p:sp>
      <p:grpSp>
        <p:nvGrpSpPr>
          <p:cNvPr id="9535" name="Google Shape;9535;p25"/>
          <p:cNvGrpSpPr/>
          <p:nvPr/>
        </p:nvGrpSpPr>
        <p:grpSpPr>
          <a:xfrm rot="-10595650">
            <a:off x="4415995" y="4364325"/>
            <a:ext cx="683940" cy="697143"/>
            <a:chOff x="121063" y="211715"/>
            <a:chExt cx="684032" cy="697236"/>
          </a:xfrm>
        </p:grpSpPr>
        <p:grpSp>
          <p:nvGrpSpPr>
            <p:cNvPr id="9536" name="Google Shape;9536;p25"/>
            <p:cNvGrpSpPr/>
            <p:nvPr/>
          </p:nvGrpSpPr>
          <p:grpSpPr>
            <a:xfrm flipH="1">
              <a:off x="482506" y="211715"/>
              <a:ext cx="322588" cy="124262"/>
              <a:chOff x="2449294" y="636165"/>
              <a:chExt cx="322588" cy="124262"/>
            </a:xfrm>
          </p:grpSpPr>
          <p:sp>
            <p:nvSpPr>
              <p:cNvPr id="9537" name="Google Shape;9537;p25"/>
              <p:cNvSpPr/>
              <p:nvPr/>
            </p:nvSpPr>
            <p:spPr>
              <a:xfrm>
                <a:off x="2449294" y="636165"/>
                <a:ext cx="258378" cy="124262"/>
              </a:xfrm>
              <a:custGeom>
                <a:rect b="b" l="l" r="r" t="t"/>
                <a:pathLst>
                  <a:path extrusionOk="0" h="3733" w="7762">
                    <a:moveTo>
                      <a:pt x="2259" y="1"/>
                    </a:moveTo>
                    <a:cubicBezTo>
                      <a:pt x="2089" y="1"/>
                      <a:pt x="1923" y="34"/>
                      <a:pt x="1770" y="116"/>
                    </a:cubicBezTo>
                    <a:cubicBezTo>
                      <a:pt x="1634" y="189"/>
                      <a:pt x="1521" y="294"/>
                      <a:pt x="1390" y="371"/>
                    </a:cubicBezTo>
                    <a:cubicBezTo>
                      <a:pt x="1161" y="506"/>
                      <a:pt x="891" y="545"/>
                      <a:pt x="636" y="619"/>
                    </a:cubicBezTo>
                    <a:cubicBezTo>
                      <a:pt x="382" y="696"/>
                      <a:pt x="119" y="825"/>
                      <a:pt x="0" y="1062"/>
                    </a:cubicBezTo>
                    <a:cubicBezTo>
                      <a:pt x="619" y="1253"/>
                      <a:pt x="1184" y="1596"/>
                      <a:pt x="1640" y="2052"/>
                    </a:cubicBezTo>
                    <a:cubicBezTo>
                      <a:pt x="1865" y="2277"/>
                      <a:pt x="2085" y="2541"/>
                      <a:pt x="2398" y="2602"/>
                    </a:cubicBezTo>
                    <a:cubicBezTo>
                      <a:pt x="2596" y="2639"/>
                      <a:pt x="2819" y="2594"/>
                      <a:pt x="2985" y="2704"/>
                    </a:cubicBezTo>
                    <a:cubicBezTo>
                      <a:pt x="3169" y="2825"/>
                      <a:pt x="3202" y="3086"/>
                      <a:pt x="3373" y="3228"/>
                    </a:cubicBezTo>
                    <a:cubicBezTo>
                      <a:pt x="3471" y="3311"/>
                      <a:pt x="3588" y="3337"/>
                      <a:pt x="3715" y="3337"/>
                    </a:cubicBezTo>
                    <a:cubicBezTo>
                      <a:pt x="3934" y="3337"/>
                      <a:pt x="4180" y="3260"/>
                      <a:pt x="4404" y="3260"/>
                    </a:cubicBezTo>
                    <a:cubicBezTo>
                      <a:pt x="4514" y="3260"/>
                      <a:pt x="4618" y="3279"/>
                      <a:pt x="4711" y="3334"/>
                    </a:cubicBezTo>
                    <a:cubicBezTo>
                      <a:pt x="4809" y="3393"/>
                      <a:pt x="4882" y="3485"/>
                      <a:pt x="4970" y="3555"/>
                    </a:cubicBezTo>
                    <a:cubicBezTo>
                      <a:pt x="5121" y="3679"/>
                      <a:pt x="5319" y="3732"/>
                      <a:pt x="5520" y="3732"/>
                    </a:cubicBezTo>
                    <a:cubicBezTo>
                      <a:pt x="5612" y="3732"/>
                      <a:pt x="5705" y="3721"/>
                      <a:pt x="5794" y="3700"/>
                    </a:cubicBezTo>
                    <a:cubicBezTo>
                      <a:pt x="6452" y="3545"/>
                      <a:pt x="7258" y="3033"/>
                      <a:pt x="7534" y="2395"/>
                    </a:cubicBezTo>
                    <a:cubicBezTo>
                      <a:pt x="7659" y="2105"/>
                      <a:pt x="7761" y="1768"/>
                      <a:pt x="7597" y="1488"/>
                    </a:cubicBezTo>
                    <a:cubicBezTo>
                      <a:pt x="7372" y="1103"/>
                      <a:pt x="6896" y="799"/>
                      <a:pt x="6569" y="502"/>
                    </a:cubicBezTo>
                    <a:cubicBezTo>
                      <a:pt x="6408" y="355"/>
                      <a:pt x="6242" y="206"/>
                      <a:pt x="6042" y="116"/>
                    </a:cubicBezTo>
                    <a:cubicBezTo>
                      <a:pt x="5929" y="63"/>
                      <a:pt x="5802" y="30"/>
                      <a:pt x="5676" y="30"/>
                    </a:cubicBezTo>
                    <a:cubicBezTo>
                      <a:pt x="5581" y="30"/>
                      <a:pt x="5487" y="49"/>
                      <a:pt x="5400" y="91"/>
                    </a:cubicBezTo>
                    <a:cubicBezTo>
                      <a:pt x="5314" y="132"/>
                      <a:pt x="5238" y="194"/>
                      <a:pt x="5148" y="218"/>
                    </a:cubicBezTo>
                    <a:cubicBezTo>
                      <a:pt x="5117" y="226"/>
                      <a:pt x="5087" y="230"/>
                      <a:pt x="5057" y="230"/>
                    </a:cubicBezTo>
                    <a:cubicBezTo>
                      <a:pt x="4837" y="230"/>
                      <a:pt x="4628" y="36"/>
                      <a:pt x="4403" y="36"/>
                    </a:cubicBezTo>
                    <a:cubicBezTo>
                      <a:pt x="4382" y="36"/>
                      <a:pt x="4361" y="38"/>
                      <a:pt x="4340" y="42"/>
                    </a:cubicBezTo>
                    <a:cubicBezTo>
                      <a:pt x="4183" y="69"/>
                      <a:pt x="4066" y="196"/>
                      <a:pt x="3925" y="265"/>
                    </a:cubicBezTo>
                    <a:cubicBezTo>
                      <a:pt x="3833" y="308"/>
                      <a:pt x="3739" y="325"/>
                      <a:pt x="3643" y="325"/>
                    </a:cubicBezTo>
                    <a:cubicBezTo>
                      <a:pt x="3408" y="325"/>
                      <a:pt x="3164" y="223"/>
                      <a:pt x="2938" y="140"/>
                    </a:cubicBezTo>
                    <a:cubicBezTo>
                      <a:pt x="2723" y="61"/>
                      <a:pt x="2488" y="1"/>
                      <a:pt x="2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5"/>
              <p:cNvSpPr/>
              <p:nvPr/>
            </p:nvSpPr>
            <p:spPr>
              <a:xfrm>
                <a:off x="2483146" y="664925"/>
                <a:ext cx="288736" cy="63379"/>
              </a:xfrm>
              <a:custGeom>
                <a:rect b="b" l="l" r="r" t="t"/>
                <a:pathLst>
                  <a:path extrusionOk="0" h="1904" w="8674">
                    <a:moveTo>
                      <a:pt x="439" y="0"/>
                    </a:moveTo>
                    <a:cubicBezTo>
                      <a:pt x="166" y="0"/>
                      <a:pt x="12" y="17"/>
                      <a:pt x="11" y="43"/>
                    </a:cubicBezTo>
                    <a:cubicBezTo>
                      <a:pt x="1" y="141"/>
                      <a:pt x="1782" y="243"/>
                      <a:pt x="4033" y="708"/>
                    </a:cubicBezTo>
                    <a:lnTo>
                      <a:pt x="4033" y="710"/>
                    </a:lnTo>
                    <a:cubicBezTo>
                      <a:pt x="4147" y="732"/>
                      <a:pt x="4258" y="757"/>
                      <a:pt x="4372" y="779"/>
                    </a:cubicBezTo>
                    <a:cubicBezTo>
                      <a:pt x="4481" y="802"/>
                      <a:pt x="4593" y="828"/>
                      <a:pt x="4706" y="853"/>
                    </a:cubicBezTo>
                    <a:lnTo>
                      <a:pt x="4706" y="851"/>
                    </a:lnTo>
                    <a:cubicBezTo>
                      <a:pt x="6801" y="1321"/>
                      <a:pt x="8379" y="1904"/>
                      <a:pt x="8610" y="1904"/>
                    </a:cubicBezTo>
                    <a:cubicBezTo>
                      <a:pt x="8627" y="1904"/>
                      <a:pt x="8636" y="1901"/>
                      <a:pt x="8639" y="1895"/>
                    </a:cubicBezTo>
                    <a:cubicBezTo>
                      <a:pt x="8674" y="1810"/>
                      <a:pt x="7044" y="1092"/>
                      <a:pt x="4777" y="573"/>
                    </a:cubicBezTo>
                    <a:cubicBezTo>
                      <a:pt x="4661" y="548"/>
                      <a:pt x="4552" y="523"/>
                      <a:pt x="4440" y="497"/>
                    </a:cubicBezTo>
                    <a:cubicBezTo>
                      <a:pt x="4327" y="476"/>
                      <a:pt x="4215" y="450"/>
                      <a:pt x="4100" y="427"/>
                    </a:cubicBezTo>
                    <a:cubicBezTo>
                      <a:pt x="2482" y="102"/>
                      <a:pt x="1105" y="0"/>
                      <a:pt x="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5"/>
              <p:cNvSpPr/>
              <p:nvPr/>
            </p:nvSpPr>
            <p:spPr>
              <a:xfrm>
                <a:off x="2503285" y="672847"/>
                <a:ext cx="51529" cy="20072"/>
              </a:xfrm>
              <a:custGeom>
                <a:rect b="b" l="l" r="r" t="t"/>
                <a:pathLst>
                  <a:path extrusionOk="0" h="603" w="1548">
                    <a:moveTo>
                      <a:pt x="1332" y="1"/>
                    </a:moveTo>
                    <a:cubicBezTo>
                      <a:pt x="1196" y="1"/>
                      <a:pt x="1002" y="31"/>
                      <a:pt x="788" y="97"/>
                    </a:cubicBezTo>
                    <a:cubicBezTo>
                      <a:pt x="768" y="104"/>
                      <a:pt x="748" y="110"/>
                      <a:pt x="727" y="116"/>
                    </a:cubicBezTo>
                    <a:cubicBezTo>
                      <a:pt x="707" y="124"/>
                      <a:pt x="688" y="132"/>
                      <a:pt x="666" y="140"/>
                    </a:cubicBezTo>
                    <a:cubicBezTo>
                      <a:pt x="265" y="288"/>
                      <a:pt x="1" y="494"/>
                      <a:pt x="50" y="578"/>
                    </a:cubicBezTo>
                    <a:cubicBezTo>
                      <a:pt x="59" y="595"/>
                      <a:pt x="81" y="603"/>
                      <a:pt x="112" y="603"/>
                    </a:cubicBezTo>
                    <a:cubicBezTo>
                      <a:pt x="224" y="603"/>
                      <a:pt x="465" y="508"/>
                      <a:pt x="756" y="412"/>
                    </a:cubicBezTo>
                    <a:cubicBezTo>
                      <a:pt x="776" y="404"/>
                      <a:pt x="793" y="396"/>
                      <a:pt x="813" y="392"/>
                    </a:cubicBezTo>
                    <a:lnTo>
                      <a:pt x="868" y="375"/>
                    </a:lnTo>
                    <a:cubicBezTo>
                      <a:pt x="1248" y="241"/>
                      <a:pt x="1547" y="161"/>
                      <a:pt x="1537" y="71"/>
                    </a:cubicBezTo>
                    <a:cubicBezTo>
                      <a:pt x="1534" y="26"/>
                      <a:pt x="1456" y="1"/>
                      <a:pt x="1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5"/>
              <p:cNvSpPr/>
              <p:nvPr/>
            </p:nvSpPr>
            <p:spPr>
              <a:xfrm>
                <a:off x="2520028" y="644720"/>
                <a:ext cx="55091" cy="30824"/>
              </a:xfrm>
              <a:custGeom>
                <a:rect b="b" l="l" r="r" t="t"/>
                <a:pathLst>
                  <a:path extrusionOk="0" h="926" w="1655">
                    <a:moveTo>
                      <a:pt x="107" y="1"/>
                    </a:moveTo>
                    <a:cubicBezTo>
                      <a:pt x="83" y="1"/>
                      <a:pt x="66" y="7"/>
                      <a:pt x="58" y="20"/>
                    </a:cubicBezTo>
                    <a:cubicBezTo>
                      <a:pt x="1" y="102"/>
                      <a:pt x="281" y="337"/>
                      <a:pt x="686" y="576"/>
                    </a:cubicBezTo>
                    <a:cubicBezTo>
                      <a:pt x="705" y="587"/>
                      <a:pt x="729" y="597"/>
                      <a:pt x="748" y="611"/>
                    </a:cubicBezTo>
                    <a:cubicBezTo>
                      <a:pt x="766" y="623"/>
                      <a:pt x="790" y="632"/>
                      <a:pt x="809" y="644"/>
                    </a:cubicBezTo>
                    <a:cubicBezTo>
                      <a:pt x="1129" y="817"/>
                      <a:pt x="1409" y="926"/>
                      <a:pt x="1540" y="926"/>
                    </a:cubicBezTo>
                    <a:cubicBezTo>
                      <a:pt x="1578" y="926"/>
                      <a:pt x="1604" y="917"/>
                      <a:pt x="1614" y="897"/>
                    </a:cubicBezTo>
                    <a:cubicBezTo>
                      <a:pt x="1655" y="812"/>
                      <a:pt x="1353" y="623"/>
                      <a:pt x="956" y="390"/>
                    </a:cubicBezTo>
                    <a:cubicBezTo>
                      <a:pt x="936" y="378"/>
                      <a:pt x="917" y="368"/>
                      <a:pt x="895" y="356"/>
                    </a:cubicBezTo>
                    <a:cubicBezTo>
                      <a:pt x="876" y="343"/>
                      <a:pt x="856" y="333"/>
                      <a:pt x="837" y="321"/>
                    </a:cubicBezTo>
                    <a:cubicBezTo>
                      <a:pt x="499" y="140"/>
                      <a:pt x="221"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5"/>
              <p:cNvSpPr/>
              <p:nvPr/>
            </p:nvSpPr>
            <p:spPr>
              <a:xfrm>
                <a:off x="2551950" y="682367"/>
                <a:ext cx="60517" cy="23301"/>
              </a:xfrm>
              <a:custGeom>
                <a:rect b="b" l="l" r="r" t="t"/>
                <a:pathLst>
                  <a:path extrusionOk="0" h="700" w="1818">
                    <a:moveTo>
                      <a:pt x="1659" y="0"/>
                    </a:moveTo>
                    <a:cubicBezTo>
                      <a:pt x="1504" y="0"/>
                      <a:pt x="1236" y="57"/>
                      <a:pt x="929" y="159"/>
                    </a:cubicBezTo>
                    <a:cubicBezTo>
                      <a:pt x="905" y="167"/>
                      <a:pt x="882" y="177"/>
                      <a:pt x="860" y="184"/>
                    </a:cubicBezTo>
                    <a:cubicBezTo>
                      <a:pt x="839" y="190"/>
                      <a:pt x="813" y="200"/>
                      <a:pt x="792" y="208"/>
                    </a:cubicBezTo>
                    <a:cubicBezTo>
                      <a:pt x="330" y="384"/>
                      <a:pt x="1" y="588"/>
                      <a:pt x="44" y="674"/>
                    </a:cubicBezTo>
                    <a:cubicBezTo>
                      <a:pt x="52" y="692"/>
                      <a:pt x="75" y="700"/>
                      <a:pt x="111" y="700"/>
                    </a:cubicBezTo>
                    <a:cubicBezTo>
                      <a:pt x="240" y="700"/>
                      <a:pt x="532" y="600"/>
                      <a:pt x="886" y="480"/>
                    </a:cubicBezTo>
                    <a:cubicBezTo>
                      <a:pt x="907" y="472"/>
                      <a:pt x="929" y="462"/>
                      <a:pt x="950" y="455"/>
                    </a:cubicBezTo>
                    <a:cubicBezTo>
                      <a:pt x="974" y="449"/>
                      <a:pt x="995" y="441"/>
                      <a:pt x="1019" y="431"/>
                    </a:cubicBezTo>
                    <a:cubicBezTo>
                      <a:pt x="1469" y="267"/>
                      <a:pt x="1817" y="137"/>
                      <a:pt x="1798" y="49"/>
                    </a:cubicBezTo>
                    <a:cubicBezTo>
                      <a:pt x="1791" y="16"/>
                      <a:pt x="1741" y="0"/>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5"/>
              <p:cNvSpPr/>
              <p:nvPr/>
            </p:nvSpPr>
            <p:spPr>
              <a:xfrm>
                <a:off x="2572687" y="645519"/>
                <a:ext cx="51629" cy="38447"/>
              </a:xfrm>
              <a:custGeom>
                <a:rect b="b" l="l" r="r" t="t"/>
                <a:pathLst>
                  <a:path extrusionOk="0" h="1155" w="1551">
                    <a:moveTo>
                      <a:pt x="101" y="0"/>
                    </a:moveTo>
                    <a:cubicBezTo>
                      <a:pt x="83" y="0"/>
                      <a:pt x="69" y="5"/>
                      <a:pt x="61" y="15"/>
                    </a:cubicBezTo>
                    <a:cubicBezTo>
                      <a:pt x="0" y="94"/>
                      <a:pt x="263" y="352"/>
                      <a:pt x="631" y="647"/>
                    </a:cubicBezTo>
                    <a:cubicBezTo>
                      <a:pt x="650" y="661"/>
                      <a:pt x="668" y="677"/>
                      <a:pt x="687" y="691"/>
                    </a:cubicBezTo>
                    <a:cubicBezTo>
                      <a:pt x="707" y="706"/>
                      <a:pt x="725" y="720"/>
                      <a:pt x="744" y="736"/>
                    </a:cubicBezTo>
                    <a:cubicBezTo>
                      <a:pt x="1063" y="978"/>
                      <a:pt x="1337" y="1154"/>
                      <a:pt x="1449" y="1154"/>
                    </a:cubicBezTo>
                    <a:cubicBezTo>
                      <a:pt x="1470" y="1154"/>
                      <a:pt x="1485" y="1149"/>
                      <a:pt x="1494" y="1137"/>
                    </a:cubicBezTo>
                    <a:cubicBezTo>
                      <a:pt x="1551" y="1064"/>
                      <a:pt x="1294" y="804"/>
                      <a:pt x="924" y="505"/>
                    </a:cubicBezTo>
                    <a:cubicBezTo>
                      <a:pt x="905" y="491"/>
                      <a:pt x="889" y="475"/>
                      <a:pt x="869" y="462"/>
                    </a:cubicBezTo>
                    <a:cubicBezTo>
                      <a:pt x="850" y="446"/>
                      <a:pt x="832" y="432"/>
                      <a:pt x="813" y="417"/>
                    </a:cubicBezTo>
                    <a:cubicBezTo>
                      <a:pt x="489" y="173"/>
                      <a:pt x="210" y="0"/>
                      <a:pt x="1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5"/>
              <p:cNvSpPr/>
              <p:nvPr/>
            </p:nvSpPr>
            <p:spPr>
              <a:xfrm>
                <a:off x="2582840" y="692254"/>
                <a:ext cx="86614" cy="29593"/>
              </a:xfrm>
              <a:custGeom>
                <a:rect b="b" l="l" r="r" t="t"/>
                <a:pathLst>
                  <a:path extrusionOk="0" h="889" w="2602">
                    <a:moveTo>
                      <a:pt x="2286" y="0"/>
                    </a:moveTo>
                    <a:cubicBezTo>
                      <a:pt x="2269" y="0"/>
                      <a:pt x="2251" y="1"/>
                      <a:pt x="2232" y="1"/>
                    </a:cubicBezTo>
                    <a:cubicBezTo>
                      <a:pt x="2003" y="11"/>
                      <a:pt x="1684" y="68"/>
                      <a:pt x="1340" y="177"/>
                    </a:cubicBezTo>
                    <a:cubicBezTo>
                      <a:pt x="1304" y="191"/>
                      <a:pt x="1271" y="201"/>
                      <a:pt x="1236" y="212"/>
                    </a:cubicBezTo>
                    <a:lnTo>
                      <a:pt x="1134" y="250"/>
                    </a:lnTo>
                    <a:cubicBezTo>
                      <a:pt x="793" y="373"/>
                      <a:pt x="510" y="510"/>
                      <a:pt x="308" y="623"/>
                    </a:cubicBezTo>
                    <a:cubicBezTo>
                      <a:pt x="110" y="735"/>
                      <a:pt x="1" y="823"/>
                      <a:pt x="20" y="868"/>
                    </a:cubicBezTo>
                    <a:cubicBezTo>
                      <a:pt x="26" y="882"/>
                      <a:pt x="45" y="888"/>
                      <a:pt x="74" y="888"/>
                    </a:cubicBezTo>
                    <a:cubicBezTo>
                      <a:pt x="226" y="888"/>
                      <a:pt x="674" y="715"/>
                      <a:pt x="1224" y="520"/>
                    </a:cubicBezTo>
                    <a:cubicBezTo>
                      <a:pt x="1255" y="508"/>
                      <a:pt x="1291" y="496"/>
                      <a:pt x="1322" y="486"/>
                    </a:cubicBezTo>
                    <a:cubicBezTo>
                      <a:pt x="1353" y="477"/>
                      <a:pt x="1388" y="463"/>
                      <a:pt x="1420" y="453"/>
                    </a:cubicBezTo>
                    <a:cubicBezTo>
                      <a:pt x="1747" y="342"/>
                      <a:pt x="2040" y="265"/>
                      <a:pt x="2254" y="212"/>
                    </a:cubicBezTo>
                    <a:cubicBezTo>
                      <a:pt x="2469" y="156"/>
                      <a:pt x="2602" y="118"/>
                      <a:pt x="2602" y="73"/>
                    </a:cubicBezTo>
                    <a:cubicBezTo>
                      <a:pt x="2602" y="30"/>
                      <a:pt x="2483" y="0"/>
                      <a:pt x="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5"/>
              <p:cNvSpPr/>
              <p:nvPr/>
            </p:nvSpPr>
            <p:spPr>
              <a:xfrm>
                <a:off x="2625180" y="650279"/>
                <a:ext cx="64411" cy="47768"/>
              </a:xfrm>
              <a:custGeom>
                <a:rect b="b" l="l" r="r" t="t"/>
                <a:pathLst>
                  <a:path extrusionOk="0" h="1435" w="1935">
                    <a:moveTo>
                      <a:pt x="98" y="0"/>
                    </a:moveTo>
                    <a:cubicBezTo>
                      <a:pt x="86" y="0"/>
                      <a:pt x="78" y="3"/>
                      <a:pt x="71" y="9"/>
                    </a:cubicBezTo>
                    <a:cubicBezTo>
                      <a:pt x="1" y="78"/>
                      <a:pt x="298" y="444"/>
                      <a:pt x="774" y="826"/>
                    </a:cubicBezTo>
                    <a:cubicBezTo>
                      <a:pt x="800" y="845"/>
                      <a:pt x="823" y="861"/>
                      <a:pt x="845" y="880"/>
                    </a:cubicBezTo>
                    <a:cubicBezTo>
                      <a:pt x="870" y="900"/>
                      <a:pt x="894" y="917"/>
                      <a:pt x="917" y="937"/>
                    </a:cubicBezTo>
                    <a:cubicBezTo>
                      <a:pt x="1330" y="1244"/>
                      <a:pt x="1701" y="1435"/>
                      <a:pt x="1836" y="1435"/>
                    </a:cubicBezTo>
                    <a:cubicBezTo>
                      <a:pt x="1861" y="1435"/>
                      <a:pt x="1878" y="1428"/>
                      <a:pt x="1886" y="1415"/>
                    </a:cubicBezTo>
                    <a:cubicBezTo>
                      <a:pt x="1935" y="1336"/>
                      <a:pt x="1559" y="1070"/>
                      <a:pt x="1095" y="704"/>
                    </a:cubicBezTo>
                    <a:cubicBezTo>
                      <a:pt x="1070" y="687"/>
                      <a:pt x="1048" y="669"/>
                      <a:pt x="1025" y="651"/>
                    </a:cubicBezTo>
                    <a:cubicBezTo>
                      <a:pt x="1001" y="634"/>
                      <a:pt x="978" y="614"/>
                      <a:pt x="956" y="596"/>
                    </a:cubicBezTo>
                    <a:cubicBezTo>
                      <a:pt x="534" y="272"/>
                      <a:pt x="205" y="0"/>
                      <a:pt x="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5"/>
              <p:cNvSpPr/>
              <p:nvPr/>
            </p:nvSpPr>
            <p:spPr>
              <a:xfrm>
                <a:off x="2624481" y="703438"/>
                <a:ext cx="76062" cy="32655"/>
              </a:xfrm>
              <a:custGeom>
                <a:rect b="b" l="l" r="r" t="t"/>
                <a:pathLst>
                  <a:path extrusionOk="0" h="981" w="2285">
                    <a:moveTo>
                      <a:pt x="2176" y="0"/>
                    </a:moveTo>
                    <a:cubicBezTo>
                      <a:pt x="2118" y="0"/>
                      <a:pt x="2034" y="12"/>
                      <a:pt x="1932" y="37"/>
                    </a:cubicBezTo>
                    <a:cubicBezTo>
                      <a:pt x="1733" y="86"/>
                      <a:pt x="1461" y="190"/>
                      <a:pt x="1173" y="321"/>
                    </a:cubicBezTo>
                    <a:cubicBezTo>
                      <a:pt x="1144" y="336"/>
                      <a:pt x="1114" y="348"/>
                      <a:pt x="1087" y="362"/>
                    </a:cubicBezTo>
                    <a:cubicBezTo>
                      <a:pt x="1057" y="376"/>
                      <a:pt x="1030" y="389"/>
                      <a:pt x="1001" y="401"/>
                    </a:cubicBezTo>
                    <a:cubicBezTo>
                      <a:pt x="725" y="536"/>
                      <a:pt x="478" y="655"/>
                      <a:pt x="288" y="749"/>
                    </a:cubicBezTo>
                    <a:cubicBezTo>
                      <a:pt x="108" y="837"/>
                      <a:pt x="0" y="898"/>
                      <a:pt x="10" y="943"/>
                    </a:cubicBezTo>
                    <a:cubicBezTo>
                      <a:pt x="15" y="967"/>
                      <a:pt x="52" y="980"/>
                      <a:pt x="114" y="980"/>
                    </a:cubicBezTo>
                    <a:cubicBezTo>
                      <a:pt x="173" y="980"/>
                      <a:pt x="254" y="969"/>
                      <a:pt x="353" y="945"/>
                    </a:cubicBezTo>
                    <a:cubicBezTo>
                      <a:pt x="556" y="898"/>
                      <a:pt x="824" y="792"/>
                      <a:pt x="1116" y="661"/>
                    </a:cubicBezTo>
                    <a:cubicBezTo>
                      <a:pt x="1145" y="648"/>
                      <a:pt x="1175" y="634"/>
                      <a:pt x="1202" y="620"/>
                    </a:cubicBezTo>
                    <a:cubicBezTo>
                      <a:pt x="1232" y="606"/>
                      <a:pt x="1257" y="593"/>
                      <a:pt x="1286" y="581"/>
                    </a:cubicBezTo>
                    <a:cubicBezTo>
                      <a:pt x="1566" y="444"/>
                      <a:pt x="1811" y="325"/>
                      <a:pt x="1999" y="233"/>
                    </a:cubicBezTo>
                    <a:cubicBezTo>
                      <a:pt x="2177" y="145"/>
                      <a:pt x="2285" y="82"/>
                      <a:pt x="2273" y="33"/>
                    </a:cubicBezTo>
                    <a:cubicBezTo>
                      <a:pt x="2268" y="12"/>
                      <a:pt x="2234" y="0"/>
                      <a:pt x="2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25"/>
            <p:cNvGrpSpPr/>
            <p:nvPr/>
          </p:nvGrpSpPr>
          <p:grpSpPr>
            <a:xfrm>
              <a:off x="121063" y="377859"/>
              <a:ext cx="470985" cy="455906"/>
              <a:chOff x="1490538" y="753834"/>
              <a:chExt cx="470985" cy="455906"/>
            </a:xfrm>
          </p:grpSpPr>
          <p:sp>
            <p:nvSpPr>
              <p:cNvPr id="9547" name="Google Shape;9547;p25"/>
              <p:cNvSpPr/>
              <p:nvPr/>
            </p:nvSpPr>
            <p:spPr>
              <a:xfrm>
                <a:off x="1490538" y="753834"/>
                <a:ext cx="470985" cy="455906"/>
              </a:xfrm>
              <a:custGeom>
                <a:rect b="b" l="l" r="r" t="t"/>
                <a:pathLst>
                  <a:path extrusionOk="0" h="13696" w="14149">
                    <a:moveTo>
                      <a:pt x="4376" y="1"/>
                    </a:moveTo>
                    <a:cubicBezTo>
                      <a:pt x="4325" y="1"/>
                      <a:pt x="4274" y="4"/>
                      <a:pt x="4222" y="10"/>
                    </a:cubicBezTo>
                    <a:cubicBezTo>
                      <a:pt x="3933" y="50"/>
                      <a:pt x="3663" y="202"/>
                      <a:pt x="3455" y="408"/>
                    </a:cubicBezTo>
                    <a:cubicBezTo>
                      <a:pt x="2870" y="985"/>
                      <a:pt x="2792" y="1937"/>
                      <a:pt x="3068" y="2712"/>
                    </a:cubicBezTo>
                    <a:cubicBezTo>
                      <a:pt x="3342" y="3489"/>
                      <a:pt x="3907" y="4121"/>
                      <a:pt x="4487" y="4706"/>
                    </a:cubicBezTo>
                    <a:cubicBezTo>
                      <a:pt x="4612" y="4833"/>
                      <a:pt x="4731" y="4963"/>
                      <a:pt x="4855" y="5096"/>
                    </a:cubicBezTo>
                    <a:cubicBezTo>
                      <a:pt x="4665" y="5080"/>
                      <a:pt x="4473" y="5072"/>
                      <a:pt x="4281" y="5072"/>
                    </a:cubicBezTo>
                    <a:cubicBezTo>
                      <a:pt x="2804" y="5072"/>
                      <a:pt x="1283" y="5541"/>
                      <a:pt x="435" y="6640"/>
                    </a:cubicBezTo>
                    <a:cubicBezTo>
                      <a:pt x="161" y="6994"/>
                      <a:pt x="0" y="7454"/>
                      <a:pt x="73" y="7897"/>
                    </a:cubicBezTo>
                    <a:cubicBezTo>
                      <a:pt x="159" y="8423"/>
                      <a:pt x="566" y="8862"/>
                      <a:pt x="1052" y="9081"/>
                    </a:cubicBezTo>
                    <a:cubicBezTo>
                      <a:pt x="1398" y="9239"/>
                      <a:pt x="1781" y="9299"/>
                      <a:pt x="2164" y="9299"/>
                    </a:cubicBezTo>
                    <a:cubicBezTo>
                      <a:pt x="2317" y="9299"/>
                      <a:pt x="2471" y="9289"/>
                      <a:pt x="2621" y="9273"/>
                    </a:cubicBezTo>
                    <a:cubicBezTo>
                      <a:pt x="3829" y="9138"/>
                      <a:pt x="4933" y="8572"/>
                      <a:pt x="5931" y="7905"/>
                    </a:cubicBezTo>
                    <a:cubicBezTo>
                      <a:pt x="5998" y="7860"/>
                      <a:pt x="6080" y="7807"/>
                      <a:pt x="6168" y="7746"/>
                    </a:cubicBezTo>
                    <a:lnTo>
                      <a:pt x="6168" y="7746"/>
                    </a:lnTo>
                    <a:cubicBezTo>
                      <a:pt x="6125" y="7926"/>
                      <a:pt x="6090" y="8090"/>
                      <a:pt x="6062" y="8212"/>
                    </a:cubicBezTo>
                    <a:cubicBezTo>
                      <a:pt x="5802" y="9384"/>
                      <a:pt x="5675" y="10617"/>
                      <a:pt x="5988" y="11792"/>
                    </a:cubicBezTo>
                    <a:cubicBezTo>
                      <a:pt x="6125" y="12309"/>
                      <a:pt x="6352" y="12812"/>
                      <a:pt x="6734" y="13184"/>
                    </a:cubicBezTo>
                    <a:cubicBezTo>
                      <a:pt x="7049" y="13490"/>
                      <a:pt x="7482" y="13696"/>
                      <a:pt x="7916" y="13696"/>
                    </a:cubicBezTo>
                    <a:cubicBezTo>
                      <a:pt x="8008" y="13696"/>
                      <a:pt x="8101" y="13687"/>
                      <a:pt x="8192" y="13667"/>
                    </a:cubicBezTo>
                    <a:cubicBezTo>
                      <a:pt x="8630" y="13573"/>
                      <a:pt x="8998" y="13258"/>
                      <a:pt x="9231" y="12874"/>
                    </a:cubicBezTo>
                    <a:cubicBezTo>
                      <a:pt x="10059" y="11504"/>
                      <a:pt x="9779" y="9602"/>
                      <a:pt x="9024" y="8104"/>
                    </a:cubicBezTo>
                    <a:lnTo>
                      <a:pt x="9024" y="8104"/>
                    </a:lnTo>
                    <a:cubicBezTo>
                      <a:pt x="9200" y="8182"/>
                      <a:pt x="9378" y="8265"/>
                      <a:pt x="9552" y="8349"/>
                    </a:cubicBezTo>
                    <a:cubicBezTo>
                      <a:pt x="10292" y="8717"/>
                      <a:pt x="11071" y="9050"/>
                      <a:pt x="11897" y="9063"/>
                    </a:cubicBezTo>
                    <a:cubicBezTo>
                      <a:pt x="11914" y="9064"/>
                      <a:pt x="11930" y="9064"/>
                      <a:pt x="11946" y="9064"/>
                    </a:cubicBezTo>
                    <a:cubicBezTo>
                      <a:pt x="12754" y="9064"/>
                      <a:pt x="13604" y="8686"/>
                      <a:pt x="13958" y="7963"/>
                    </a:cubicBezTo>
                    <a:cubicBezTo>
                      <a:pt x="14088" y="7699"/>
                      <a:pt x="14148" y="7396"/>
                      <a:pt x="14092" y="7106"/>
                    </a:cubicBezTo>
                    <a:cubicBezTo>
                      <a:pt x="14005" y="6664"/>
                      <a:pt x="13665" y="6307"/>
                      <a:pt x="13291" y="6055"/>
                    </a:cubicBezTo>
                    <a:cubicBezTo>
                      <a:pt x="12577" y="5575"/>
                      <a:pt x="11733" y="5397"/>
                      <a:pt x="10866" y="5397"/>
                    </a:cubicBezTo>
                    <a:cubicBezTo>
                      <a:pt x="10354" y="5397"/>
                      <a:pt x="9834" y="5459"/>
                      <a:pt x="9329" y="5558"/>
                    </a:cubicBezTo>
                    <a:cubicBezTo>
                      <a:pt x="10337" y="4745"/>
                      <a:pt x="11214" y="3767"/>
                      <a:pt x="11905" y="2676"/>
                    </a:cubicBezTo>
                    <a:cubicBezTo>
                      <a:pt x="12099" y="2369"/>
                      <a:pt x="12285" y="2042"/>
                      <a:pt x="12322" y="1682"/>
                    </a:cubicBezTo>
                    <a:cubicBezTo>
                      <a:pt x="12426" y="708"/>
                      <a:pt x="11507" y="63"/>
                      <a:pt x="10616" y="63"/>
                    </a:cubicBezTo>
                    <a:cubicBezTo>
                      <a:pt x="10387" y="63"/>
                      <a:pt x="10159" y="105"/>
                      <a:pt x="9952" y="196"/>
                    </a:cubicBezTo>
                    <a:cubicBezTo>
                      <a:pt x="9648" y="330"/>
                      <a:pt x="9388" y="543"/>
                      <a:pt x="9151" y="772"/>
                    </a:cubicBezTo>
                    <a:cubicBezTo>
                      <a:pt x="8255" y="1641"/>
                      <a:pt x="7648" y="2759"/>
                      <a:pt x="7233" y="3929"/>
                    </a:cubicBezTo>
                    <a:cubicBezTo>
                      <a:pt x="7223" y="3955"/>
                      <a:pt x="7213" y="3984"/>
                      <a:pt x="7204" y="4011"/>
                    </a:cubicBezTo>
                    <a:cubicBezTo>
                      <a:pt x="7020" y="2643"/>
                      <a:pt x="6552" y="1267"/>
                      <a:pt x="5473" y="437"/>
                    </a:cubicBezTo>
                    <a:cubicBezTo>
                      <a:pt x="5158" y="193"/>
                      <a:pt x="4772"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5"/>
              <p:cNvSpPr/>
              <p:nvPr/>
            </p:nvSpPr>
            <p:spPr>
              <a:xfrm>
                <a:off x="1512241" y="774439"/>
                <a:ext cx="422052" cy="408571"/>
              </a:xfrm>
              <a:custGeom>
                <a:rect b="b" l="l" r="r" t="t"/>
                <a:pathLst>
                  <a:path extrusionOk="0" h="12274" w="12679">
                    <a:moveTo>
                      <a:pt x="3826" y="1"/>
                    </a:moveTo>
                    <a:cubicBezTo>
                      <a:pt x="3792" y="1"/>
                      <a:pt x="3757" y="2"/>
                      <a:pt x="3723" y="6"/>
                    </a:cubicBezTo>
                    <a:cubicBezTo>
                      <a:pt x="3484" y="30"/>
                      <a:pt x="3265" y="147"/>
                      <a:pt x="3099" y="309"/>
                    </a:cubicBezTo>
                    <a:cubicBezTo>
                      <a:pt x="2633" y="764"/>
                      <a:pt x="2590" y="1531"/>
                      <a:pt x="2833" y="2163"/>
                    </a:cubicBezTo>
                    <a:cubicBezTo>
                      <a:pt x="3077" y="2797"/>
                      <a:pt x="3557" y="3324"/>
                      <a:pt x="4048" y="3807"/>
                    </a:cubicBezTo>
                    <a:cubicBezTo>
                      <a:pt x="4271" y="4028"/>
                      <a:pt x="4475" y="4324"/>
                      <a:pt x="4733" y="4498"/>
                    </a:cubicBezTo>
                    <a:cubicBezTo>
                      <a:pt x="5099" y="4743"/>
                      <a:pt x="5453" y="5027"/>
                      <a:pt x="5790" y="5309"/>
                    </a:cubicBezTo>
                    <a:cubicBezTo>
                      <a:pt x="5814" y="5324"/>
                      <a:pt x="5835" y="5352"/>
                      <a:pt x="5827" y="5377"/>
                    </a:cubicBezTo>
                    <a:cubicBezTo>
                      <a:pt x="5821" y="5398"/>
                      <a:pt x="5799" y="5405"/>
                      <a:pt x="5776" y="5405"/>
                    </a:cubicBezTo>
                    <a:cubicBezTo>
                      <a:pt x="5764" y="5405"/>
                      <a:pt x="5751" y="5403"/>
                      <a:pt x="5739" y="5401"/>
                    </a:cubicBezTo>
                    <a:cubicBezTo>
                      <a:pt x="5520" y="5350"/>
                      <a:pt x="5377" y="5222"/>
                      <a:pt x="5191" y="5109"/>
                    </a:cubicBezTo>
                    <a:cubicBezTo>
                      <a:pt x="5001" y="4995"/>
                      <a:pt x="4763" y="4901"/>
                      <a:pt x="4551" y="4835"/>
                    </a:cubicBezTo>
                    <a:cubicBezTo>
                      <a:pt x="4267" y="4747"/>
                      <a:pt x="3940" y="4721"/>
                      <a:pt x="3645" y="4692"/>
                    </a:cubicBezTo>
                    <a:cubicBezTo>
                      <a:pt x="3549" y="4683"/>
                      <a:pt x="3453" y="4678"/>
                      <a:pt x="3356" y="4678"/>
                    </a:cubicBezTo>
                    <a:cubicBezTo>
                      <a:pt x="2856" y="4678"/>
                      <a:pt x="2347" y="4796"/>
                      <a:pt x="1881" y="4968"/>
                    </a:cubicBezTo>
                    <a:cubicBezTo>
                      <a:pt x="1298" y="5185"/>
                      <a:pt x="758" y="5530"/>
                      <a:pt x="374" y="6027"/>
                    </a:cubicBezTo>
                    <a:cubicBezTo>
                      <a:pt x="139" y="6332"/>
                      <a:pt x="0" y="6724"/>
                      <a:pt x="55" y="7102"/>
                    </a:cubicBezTo>
                    <a:cubicBezTo>
                      <a:pt x="124" y="7550"/>
                      <a:pt x="464" y="7918"/>
                      <a:pt x="873" y="8102"/>
                    </a:cubicBezTo>
                    <a:cubicBezTo>
                      <a:pt x="1155" y="8229"/>
                      <a:pt x="1466" y="8277"/>
                      <a:pt x="1779" y="8277"/>
                    </a:cubicBezTo>
                    <a:cubicBezTo>
                      <a:pt x="1919" y="8277"/>
                      <a:pt x="2060" y="8268"/>
                      <a:pt x="2198" y="8251"/>
                    </a:cubicBezTo>
                    <a:cubicBezTo>
                      <a:pt x="3193" y="8129"/>
                      <a:pt x="4105" y="7663"/>
                      <a:pt x="4927" y="7113"/>
                    </a:cubicBezTo>
                    <a:cubicBezTo>
                      <a:pt x="5099" y="7002"/>
                      <a:pt x="5252" y="6841"/>
                      <a:pt x="5405" y="6704"/>
                    </a:cubicBezTo>
                    <a:cubicBezTo>
                      <a:pt x="5581" y="6544"/>
                      <a:pt x="5751" y="6375"/>
                      <a:pt x="5915" y="6199"/>
                    </a:cubicBezTo>
                    <a:cubicBezTo>
                      <a:pt x="5996" y="6111"/>
                      <a:pt x="6080" y="6017"/>
                      <a:pt x="6187" y="5966"/>
                    </a:cubicBezTo>
                    <a:cubicBezTo>
                      <a:pt x="6204" y="5959"/>
                      <a:pt x="6223" y="5952"/>
                      <a:pt x="6241" y="5952"/>
                    </a:cubicBezTo>
                    <a:cubicBezTo>
                      <a:pt x="6247" y="5952"/>
                      <a:pt x="6252" y="5953"/>
                      <a:pt x="6258" y="5955"/>
                    </a:cubicBezTo>
                    <a:cubicBezTo>
                      <a:pt x="6297" y="5968"/>
                      <a:pt x="6303" y="6019"/>
                      <a:pt x="6295" y="6062"/>
                    </a:cubicBezTo>
                    <a:cubicBezTo>
                      <a:pt x="6254" y="6407"/>
                      <a:pt x="6021" y="6659"/>
                      <a:pt x="5904" y="6968"/>
                    </a:cubicBezTo>
                    <a:cubicBezTo>
                      <a:pt x="5726" y="7444"/>
                      <a:pt x="5573" y="7937"/>
                      <a:pt x="5495" y="8436"/>
                    </a:cubicBezTo>
                    <a:cubicBezTo>
                      <a:pt x="5455" y="8679"/>
                      <a:pt x="5428" y="8922"/>
                      <a:pt x="5416" y="9167"/>
                    </a:cubicBezTo>
                    <a:cubicBezTo>
                      <a:pt x="5389" y="9668"/>
                      <a:pt x="5426" y="10177"/>
                      <a:pt x="5547" y="10666"/>
                    </a:cubicBezTo>
                    <a:cubicBezTo>
                      <a:pt x="5659" y="11104"/>
                      <a:pt x="5847" y="11533"/>
                      <a:pt x="6168" y="11848"/>
                    </a:cubicBezTo>
                    <a:cubicBezTo>
                      <a:pt x="6428" y="12105"/>
                      <a:pt x="6788" y="12274"/>
                      <a:pt x="7152" y="12274"/>
                    </a:cubicBezTo>
                    <a:cubicBezTo>
                      <a:pt x="7234" y="12274"/>
                      <a:pt x="7316" y="12265"/>
                      <a:pt x="7397" y="12247"/>
                    </a:cubicBezTo>
                    <a:cubicBezTo>
                      <a:pt x="7769" y="12163"/>
                      <a:pt x="8086" y="11891"/>
                      <a:pt x="8286" y="11562"/>
                    </a:cubicBezTo>
                    <a:cubicBezTo>
                      <a:pt x="8705" y="10869"/>
                      <a:pt x="8793" y="10030"/>
                      <a:pt x="8689" y="9239"/>
                    </a:cubicBezTo>
                    <a:cubicBezTo>
                      <a:pt x="8636" y="8826"/>
                      <a:pt x="8528" y="8423"/>
                      <a:pt x="8384" y="8033"/>
                    </a:cubicBezTo>
                    <a:cubicBezTo>
                      <a:pt x="8264" y="7716"/>
                      <a:pt x="8067" y="7434"/>
                      <a:pt x="7863" y="7162"/>
                    </a:cubicBezTo>
                    <a:cubicBezTo>
                      <a:pt x="7728" y="6984"/>
                      <a:pt x="7563" y="6835"/>
                      <a:pt x="7407" y="6675"/>
                    </a:cubicBezTo>
                    <a:cubicBezTo>
                      <a:pt x="7276" y="6544"/>
                      <a:pt x="7078" y="6444"/>
                      <a:pt x="6994" y="6270"/>
                    </a:cubicBezTo>
                    <a:cubicBezTo>
                      <a:pt x="6986" y="6254"/>
                      <a:pt x="6982" y="6234"/>
                      <a:pt x="6992" y="6223"/>
                    </a:cubicBezTo>
                    <a:cubicBezTo>
                      <a:pt x="6996" y="6215"/>
                      <a:pt x="7006" y="6213"/>
                      <a:pt x="7013" y="6211"/>
                    </a:cubicBezTo>
                    <a:cubicBezTo>
                      <a:pt x="7022" y="6209"/>
                      <a:pt x="7030" y="6208"/>
                      <a:pt x="7039" y="6208"/>
                    </a:cubicBezTo>
                    <a:cubicBezTo>
                      <a:pt x="7084" y="6208"/>
                      <a:pt x="7126" y="6233"/>
                      <a:pt x="7166" y="6258"/>
                    </a:cubicBezTo>
                    <a:cubicBezTo>
                      <a:pt x="7650" y="6571"/>
                      <a:pt x="8121" y="6898"/>
                      <a:pt x="8609" y="7203"/>
                    </a:cubicBezTo>
                    <a:cubicBezTo>
                      <a:pt x="8977" y="7434"/>
                      <a:pt x="9360" y="7638"/>
                      <a:pt x="9764" y="7796"/>
                    </a:cubicBezTo>
                    <a:cubicBezTo>
                      <a:pt x="9922" y="7859"/>
                      <a:pt x="10055" y="7953"/>
                      <a:pt x="10224" y="7992"/>
                    </a:cubicBezTo>
                    <a:cubicBezTo>
                      <a:pt x="10427" y="8039"/>
                      <a:pt x="10635" y="8070"/>
                      <a:pt x="10842" y="8078"/>
                    </a:cubicBezTo>
                    <a:cubicBezTo>
                      <a:pt x="10866" y="8079"/>
                      <a:pt x="10890" y="8079"/>
                      <a:pt x="10915" y="8079"/>
                    </a:cubicBezTo>
                    <a:cubicBezTo>
                      <a:pt x="11581" y="8079"/>
                      <a:pt x="12259" y="7793"/>
                      <a:pt x="12533" y="7219"/>
                    </a:cubicBezTo>
                    <a:cubicBezTo>
                      <a:pt x="12635" y="7010"/>
                      <a:pt x="12678" y="6761"/>
                      <a:pt x="12625" y="6526"/>
                    </a:cubicBezTo>
                    <a:cubicBezTo>
                      <a:pt x="12543" y="6164"/>
                      <a:pt x="12257" y="5868"/>
                      <a:pt x="11942" y="5655"/>
                    </a:cubicBezTo>
                    <a:cubicBezTo>
                      <a:pt x="11329" y="5244"/>
                      <a:pt x="10595" y="5082"/>
                      <a:pt x="9867" y="5072"/>
                    </a:cubicBezTo>
                    <a:cubicBezTo>
                      <a:pt x="9838" y="5071"/>
                      <a:pt x="9809" y="5071"/>
                      <a:pt x="9780" y="5071"/>
                    </a:cubicBezTo>
                    <a:cubicBezTo>
                      <a:pt x="9445" y="5071"/>
                      <a:pt x="9109" y="5102"/>
                      <a:pt x="8779" y="5152"/>
                    </a:cubicBezTo>
                    <a:cubicBezTo>
                      <a:pt x="8413" y="5209"/>
                      <a:pt x="8119" y="5350"/>
                      <a:pt x="7775" y="5477"/>
                    </a:cubicBezTo>
                    <a:cubicBezTo>
                      <a:pt x="7538" y="5565"/>
                      <a:pt x="7295" y="5653"/>
                      <a:pt x="7043" y="5661"/>
                    </a:cubicBezTo>
                    <a:cubicBezTo>
                      <a:pt x="7036" y="5661"/>
                      <a:pt x="7029" y="5661"/>
                      <a:pt x="7023" y="5661"/>
                    </a:cubicBezTo>
                    <a:cubicBezTo>
                      <a:pt x="6989" y="5661"/>
                      <a:pt x="6955" y="5656"/>
                      <a:pt x="6929" y="5634"/>
                    </a:cubicBezTo>
                    <a:cubicBezTo>
                      <a:pt x="6886" y="5596"/>
                      <a:pt x="6890" y="5528"/>
                      <a:pt x="6921" y="5483"/>
                    </a:cubicBezTo>
                    <a:cubicBezTo>
                      <a:pt x="6953" y="5436"/>
                      <a:pt x="7002" y="5408"/>
                      <a:pt x="7051" y="5385"/>
                    </a:cubicBezTo>
                    <a:cubicBezTo>
                      <a:pt x="7376" y="5213"/>
                      <a:pt x="7800" y="5132"/>
                      <a:pt x="8084" y="4907"/>
                    </a:cubicBezTo>
                    <a:cubicBezTo>
                      <a:pt x="8409" y="4651"/>
                      <a:pt x="8716" y="4369"/>
                      <a:pt x="9008" y="4077"/>
                    </a:cubicBezTo>
                    <a:cubicBezTo>
                      <a:pt x="9591" y="3496"/>
                      <a:pt x="10112" y="2852"/>
                      <a:pt x="10556" y="2159"/>
                    </a:cubicBezTo>
                    <a:cubicBezTo>
                      <a:pt x="10727" y="1897"/>
                      <a:pt x="10887" y="1621"/>
                      <a:pt x="10936" y="1321"/>
                    </a:cubicBezTo>
                    <a:cubicBezTo>
                      <a:pt x="11063" y="550"/>
                      <a:pt x="10435" y="74"/>
                      <a:pt x="9765" y="74"/>
                    </a:cubicBezTo>
                    <a:cubicBezTo>
                      <a:pt x="9554" y="74"/>
                      <a:pt x="9339" y="121"/>
                      <a:pt x="9141" y="221"/>
                    </a:cubicBezTo>
                    <a:cubicBezTo>
                      <a:pt x="8896" y="347"/>
                      <a:pt x="8681" y="535"/>
                      <a:pt x="8481" y="734"/>
                    </a:cubicBezTo>
                    <a:cubicBezTo>
                      <a:pt x="7839" y="1386"/>
                      <a:pt x="7354" y="2177"/>
                      <a:pt x="6984" y="3009"/>
                    </a:cubicBezTo>
                    <a:cubicBezTo>
                      <a:pt x="6918" y="3159"/>
                      <a:pt x="6855" y="3314"/>
                      <a:pt x="6814" y="3475"/>
                    </a:cubicBezTo>
                    <a:cubicBezTo>
                      <a:pt x="6777" y="3617"/>
                      <a:pt x="6784" y="3758"/>
                      <a:pt x="6753" y="3905"/>
                    </a:cubicBezTo>
                    <a:cubicBezTo>
                      <a:pt x="6700" y="4146"/>
                      <a:pt x="6661" y="4389"/>
                      <a:pt x="6638" y="4629"/>
                    </a:cubicBezTo>
                    <a:cubicBezTo>
                      <a:pt x="6622" y="4772"/>
                      <a:pt x="6628" y="4913"/>
                      <a:pt x="6602" y="5056"/>
                    </a:cubicBezTo>
                    <a:cubicBezTo>
                      <a:pt x="6597" y="5097"/>
                      <a:pt x="6585" y="5217"/>
                      <a:pt x="6536" y="5240"/>
                    </a:cubicBezTo>
                    <a:cubicBezTo>
                      <a:pt x="6528" y="5244"/>
                      <a:pt x="6520" y="5245"/>
                      <a:pt x="6512" y="5245"/>
                    </a:cubicBezTo>
                    <a:cubicBezTo>
                      <a:pt x="6447" y="5245"/>
                      <a:pt x="6392" y="5136"/>
                      <a:pt x="6383" y="5084"/>
                    </a:cubicBezTo>
                    <a:cubicBezTo>
                      <a:pt x="6330" y="4770"/>
                      <a:pt x="6299" y="4453"/>
                      <a:pt x="6287" y="4136"/>
                    </a:cubicBezTo>
                    <a:cubicBezTo>
                      <a:pt x="6278" y="3856"/>
                      <a:pt x="6315" y="3553"/>
                      <a:pt x="6268" y="3277"/>
                    </a:cubicBezTo>
                    <a:cubicBezTo>
                      <a:pt x="6240" y="3118"/>
                      <a:pt x="6209" y="2962"/>
                      <a:pt x="6172" y="2807"/>
                    </a:cubicBezTo>
                    <a:cubicBezTo>
                      <a:pt x="6099" y="2494"/>
                      <a:pt x="6003" y="2189"/>
                      <a:pt x="5882" y="1893"/>
                    </a:cubicBezTo>
                    <a:cubicBezTo>
                      <a:pt x="5637" y="1308"/>
                      <a:pt x="5271" y="768"/>
                      <a:pt x="4763" y="378"/>
                    </a:cubicBezTo>
                    <a:cubicBezTo>
                      <a:pt x="4491" y="167"/>
                      <a:pt x="4160" y="1"/>
                      <a:pt x="3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5"/>
              <p:cNvSpPr/>
              <p:nvPr/>
            </p:nvSpPr>
            <p:spPr>
              <a:xfrm>
                <a:off x="1563103" y="826366"/>
                <a:ext cx="299554" cy="313801"/>
              </a:xfrm>
              <a:custGeom>
                <a:rect b="b" l="l" r="r" t="t"/>
                <a:pathLst>
                  <a:path extrusionOk="0" h="9427" w="8999">
                    <a:moveTo>
                      <a:pt x="7566" y="2089"/>
                    </a:moveTo>
                    <a:lnTo>
                      <a:pt x="7566" y="2089"/>
                    </a:lnTo>
                    <a:cubicBezTo>
                      <a:pt x="7557" y="2097"/>
                      <a:pt x="7548" y="2105"/>
                      <a:pt x="7539" y="2113"/>
                    </a:cubicBezTo>
                    <a:lnTo>
                      <a:pt x="7539" y="2113"/>
                    </a:lnTo>
                    <a:cubicBezTo>
                      <a:pt x="7548" y="2105"/>
                      <a:pt x="7557" y="2097"/>
                      <a:pt x="7566" y="2089"/>
                    </a:cubicBezTo>
                    <a:close/>
                    <a:moveTo>
                      <a:pt x="7653" y="5225"/>
                    </a:moveTo>
                    <a:cubicBezTo>
                      <a:pt x="7669" y="5234"/>
                      <a:pt x="7686" y="5242"/>
                      <a:pt x="7703" y="5250"/>
                    </a:cubicBezTo>
                    <a:cubicBezTo>
                      <a:pt x="7687" y="5241"/>
                      <a:pt x="7670" y="5233"/>
                      <a:pt x="7653" y="5225"/>
                    </a:cubicBezTo>
                    <a:close/>
                    <a:moveTo>
                      <a:pt x="2146" y="0"/>
                    </a:moveTo>
                    <a:cubicBezTo>
                      <a:pt x="2450" y="726"/>
                      <a:pt x="2859" y="1404"/>
                      <a:pt x="3268" y="2079"/>
                    </a:cubicBezTo>
                    <a:cubicBezTo>
                      <a:pt x="3094" y="1938"/>
                      <a:pt x="2931" y="1779"/>
                      <a:pt x="2792" y="1603"/>
                    </a:cubicBezTo>
                    <a:lnTo>
                      <a:pt x="2792" y="1603"/>
                    </a:lnTo>
                    <a:cubicBezTo>
                      <a:pt x="2802" y="1648"/>
                      <a:pt x="2814" y="1695"/>
                      <a:pt x="2823" y="1744"/>
                    </a:cubicBezTo>
                    <a:cubicBezTo>
                      <a:pt x="2778" y="1672"/>
                      <a:pt x="2720" y="1607"/>
                      <a:pt x="2647" y="1556"/>
                    </a:cubicBezTo>
                    <a:lnTo>
                      <a:pt x="2647" y="1556"/>
                    </a:lnTo>
                    <a:lnTo>
                      <a:pt x="2898" y="1938"/>
                    </a:lnTo>
                    <a:cubicBezTo>
                      <a:pt x="2784" y="1799"/>
                      <a:pt x="2653" y="1672"/>
                      <a:pt x="2506" y="1566"/>
                    </a:cubicBezTo>
                    <a:lnTo>
                      <a:pt x="2506" y="1566"/>
                    </a:lnTo>
                    <a:cubicBezTo>
                      <a:pt x="2614" y="1779"/>
                      <a:pt x="2745" y="1979"/>
                      <a:pt x="2900" y="2161"/>
                    </a:cubicBezTo>
                    <a:cubicBezTo>
                      <a:pt x="2538" y="1864"/>
                      <a:pt x="2178" y="1570"/>
                      <a:pt x="1815" y="1274"/>
                    </a:cubicBezTo>
                    <a:lnTo>
                      <a:pt x="1815" y="1274"/>
                    </a:lnTo>
                    <a:cubicBezTo>
                      <a:pt x="2158" y="1783"/>
                      <a:pt x="2549" y="2261"/>
                      <a:pt x="2980" y="2699"/>
                    </a:cubicBezTo>
                    <a:cubicBezTo>
                      <a:pt x="3033" y="2750"/>
                      <a:pt x="3084" y="2803"/>
                      <a:pt x="3135" y="2860"/>
                    </a:cubicBezTo>
                    <a:cubicBezTo>
                      <a:pt x="3162" y="2881"/>
                      <a:pt x="3189" y="2907"/>
                      <a:pt x="3215" y="2927"/>
                    </a:cubicBezTo>
                    <a:cubicBezTo>
                      <a:pt x="3581" y="3171"/>
                      <a:pt x="3935" y="3455"/>
                      <a:pt x="4272" y="3737"/>
                    </a:cubicBezTo>
                    <a:cubicBezTo>
                      <a:pt x="4295" y="3753"/>
                      <a:pt x="4317" y="3780"/>
                      <a:pt x="4309" y="3803"/>
                    </a:cubicBezTo>
                    <a:cubicBezTo>
                      <a:pt x="4303" y="3826"/>
                      <a:pt x="4281" y="3833"/>
                      <a:pt x="4257" y="3833"/>
                    </a:cubicBezTo>
                    <a:cubicBezTo>
                      <a:pt x="4245" y="3833"/>
                      <a:pt x="4233" y="3831"/>
                      <a:pt x="4221" y="3829"/>
                    </a:cubicBezTo>
                    <a:cubicBezTo>
                      <a:pt x="4002" y="3778"/>
                      <a:pt x="3859" y="3651"/>
                      <a:pt x="3673" y="3537"/>
                    </a:cubicBezTo>
                    <a:cubicBezTo>
                      <a:pt x="3483" y="3422"/>
                      <a:pt x="3244" y="3330"/>
                      <a:pt x="3033" y="3263"/>
                    </a:cubicBezTo>
                    <a:cubicBezTo>
                      <a:pt x="2749" y="3175"/>
                      <a:pt x="2422" y="3148"/>
                      <a:pt x="2127" y="3118"/>
                    </a:cubicBezTo>
                    <a:cubicBezTo>
                      <a:pt x="2029" y="3109"/>
                      <a:pt x="1932" y="3105"/>
                      <a:pt x="1833" y="3105"/>
                    </a:cubicBezTo>
                    <a:cubicBezTo>
                      <a:pt x="1781" y="3105"/>
                      <a:pt x="1729" y="3107"/>
                      <a:pt x="1676" y="3109"/>
                    </a:cubicBezTo>
                    <a:cubicBezTo>
                      <a:pt x="1874" y="3224"/>
                      <a:pt x="2074" y="3338"/>
                      <a:pt x="2271" y="3451"/>
                    </a:cubicBezTo>
                    <a:cubicBezTo>
                      <a:pt x="2096" y="3436"/>
                      <a:pt x="1921" y="3429"/>
                      <a:pt x="1745" y="3429"/>
                    </a:cubicBezTo>
                    <a:cubicBezTo>
                      <a:pt x="1533" y="3429"/>
                      <a:pt x="1322" y="3439"/>
                      <a:pt x="1111" y="3461"/>
                    </a:cubicBezTo>
                    <a:cubicBezTo>
                      <a:pt x="1422" y="3510"/>
                      <a:pt x="1733" y="3539"/>
                      <a:pt x="2046" y="3549"/>
                    </a:cubicBezTo>
                    <a:cubicBezTo>
                      <a:pt x="1765" y="3627"/>
                      <a:pt x="1481" y="3706"/>
                      <a:pt x="1199" y="3784"/>
                    </a:cubicBezTo>
                    <a:cubicBezTo>
                      <a:pt x="1913" y="3751"/>
                      <a:pt x="2632" y="3731"/>
                      <a:pt x="3346" y="3725"/>
                    </a:cubicBezTo>
                    <a:lnTo>
                      <a:pt x="3346" y="3725"/>
                    </a:lnTo>
                    <a:cubicBezTo>
                      <a:pt x="2951" y="3770"/>
                      <a:pt x="2563" y="3856"/>
                      <a:pt x="2185" y="3980"/>
                    </a:cubicBezTo>
                    <a:cubicBezTo>
                      <a:pt x="2587" y="3899"/>
                      <a:pt x="2988" y="3821"/>
                      <a:pt x="3391" y="3741"/>
                    </a:cubicBezTo>
                    <a:lnTo>
                      <a:pt x="3391" y="3741"/>
                    </a:lnTo>
                    <a:cubicBezTo>
                      <a:pt x="3319" y="3821"/>
                      <a:pt x="3209" y="3852"/>
                      <a:pt x="3105" y="3882"/>
                    </a:cubicBezTo>
                    <a:cubicBezTo>
                      <a:pt x="2070" y="4173"/>
                      <a:pt x="1036" y="4463"/>
                      <a:pt x="1" y="4753"/>
                    </a:cubicBezTo>
                    <a:cubicBezTo>
                      <a:pt x="1111" y="4547"/>
                      <a:pt x="2225" y="4365"/>
                      <a:pt x="3340" y="4201"/>
                    </a:cubicBezTo>
                    <a:lnTo>
                      <a:pt x="3340" y="4201"/>
                    </a:lnTo>
                    <a:cubicBezTo>
                      <a:pt x="3121" y="4271"/>
                      <a:pt x="2910" y="4375"/>
                      <a:pt x="2720" y="4504"/>
                    </a:cubicBezTo>
                    <a:cubicBezTo>
                      <a:pt x="2980" y="4445"/>
                      <a:pt x="3244" y="4387"/>
                      <a:pt x="3507" y="4326"/>
                    </a:cubicBezTo>
                    <a:lnTo>
                      <a:pt x="3507" y="4326"/>
                    </a:lnTo>
                    <a:cubicBezTo>
                      <a:pt x="3283" y="4467"/>
                      <a:pt x="3062" y="4606"/>
                      <a:pt x="2841" y="4749"/>
                    </a:cubicBezTo>
                    <a:cubicBezTo>
                      <a:pt x="3045" y="4700"/>
                      <a:pt x="3250" y="4651"/>
                      <a:pt x="3454" y="4602"/>
                    </a:cubicBezTo>
                    <a:lnTo>
                      <a:pt x="3454" y="4602"/>
                    </a:lnTo>
                    <a:cubicBezTo>
                      <a:pt x="3250" y="4727"/>
                      <a:pt x="3045" y="4851"/>
                      <a:pt x="2841" y="4976"/>
                    </a:cubicBezTo>
                    <a:cubicBezTo>
                      <a:pt x="3017" y="4919"/>
                      <a:pt x="3191" y="4864"/>
                      <a:pt x="3368" y="4809"/>
                    </a:cubicBezTo>
                    <a:lnTo>
                      <a:pt x="3368" y="4809"/>
                    </a:lnTo>
                    <a:cubicBezTo>
                      <a:pt x="2755" y="5103"/>
                      <a:pt x="2142" y="5399"/>
                      <a:pt x="1530" y="5692"/>
                    </a:cubicBezTo>
                    <a:cubicBezTo>
                      <a:pt x="1968" y="5536"/>
                      <a:pt x="2408" y="5379"/>
                      <a:pt x="2847" y="5226"/>
                    </a:cubicBezTo>
                    <a:lnTo>
                      <a:pt x="2847" y="5226"/>
                    </a:lnTo>
                    <a:cubicBezTo>
                      <a:pt x="2681" y="5367"/>
                      <a:pt x="2516" y="5510"/>
                      <a:pt x="2350" y="5653"/>
                    </a:cubicBezTo>
                    <a:cubicBezTo>
                      <a:pt x="2749" y="5465"/>
                      <a:pt x="3144" y="5277"/>
                      <a:pt x="3544" y="5089"/>
                    </a:cubicBezTo>
                    <a:lnTo>
                      <a:pt x="3544" y="5089"/>
                    </a:lnTo>
                    <a:cubicBezTo>
                      <a:pt x="3418" y="5191"/>
                      <a:pt x="3283" y="5314"/>
                      <a:pt x="3278" y="5475"/>
                    </a:cubicBezTo>
                    <a:cubicBezTo>
                      <a:pt x="3348" y="5377"/>
                      <a:pt x="3561" y="5291"/>
                      <a:pt x="3665" y="5226"/>
                    </a:cubicBezTo>
                    <a:cubicBezTo>
                      <a:pt x="3790" y="5144"/>
                      <a:pt x="3935" y="5072"/>
                      <a:pt x="4055" y="4978"/>
                    </a:cubicBezTo>
                    <a:cubicBezTo>
                      <a:pt x="4174" y="4864"/>
                      <a:pt x="4290" y="4749"/>
                      <a:pt x="4403" y="4626"/>
                    </a:cubicBezTo>
                    <a:cubicBezTo>
                      <a:pt x="4483" y="4537"/>
                      <a:pt x="4566" y="4445"/>
                      <a:pt x="4673" y="4395"/>
                    </a:cubicBezTo>
                    <a:cubicBezTo>
                      <a:pt x="4692" y="4387"/>
                      <a:pt x="4712" y="4379"/>
                      <a:pt x="4731" y="4379"/>
                    </a:cubicBezTo>
                    <a:cubicBezTo>
                      <a:pt x="4736" y="4379"/>
                      <a:pt x="4741" y="4380"/>
                      <a:pt x="4746" y="4381"/>
                    </a:cubicBezTo>
                    <a:cubicBezTo>
                      <a:pt x="4785" y="4396"/>
                      <a:pt x="4789" y="4447"/>
                      <a:pt x="4781" y="4488"/>
                    </a:cubicBezTo>
                    <a:cubicBezTo>
                      <a:pt x="4740" y="4821"/>
                      <a:pt x="4524" y="5066"/>
                      <a:pt x="4405" y="5363"/>
                    </a:cubicBezTo>
                    <a:cubicBezTo>
                      <a:pt x="4395" y="5408"/>
                      <a:pt x="4383" y="5453"/>
                      <a:pt x="4374" y="5500"/>
                    </a:cubicBezTo>
                    <a:cubicBezTo>
                      <a:pt x="4340" y="5649"/>
                      <a:pt x="4356" y="5806"/>
                      <a:pt x="4325" y="5953"/>
                    </a:cubicBezTo>
                    <a:cubicBezTo>
                      <a:pt x="4290" y="6101"/>
                      <a:pt x="4223" y="6250"/>
                      <a:pt x="4192" y="6403"/>
                    </a:cubicBezTo>
                    <a:cubicBezTo>
                      <a:pt x="4123" y="6718"/>
                      <a:pt x="4090" y="7043"/>
                      <a:pt x="4125" y="7366"/>
                    </a:cubicBezTo>
                    <a:cubicBezTo>
                      <a:pt x="4149" y="7546"/>
                      <a:pt x="4194" y="7728"/>
                      <a:pt x="4311" y="7863"/>
                    </a:cubicBezTo>
                    <a:cubicBezTo>
                      <a:pt x="4427" y="7331"/>
                      <a:pt x="4542" y="6796"/>
                      <a:pt x="4658" y="6260"/>
                    </a:cubicBezTo>
                    <a:cubicBezTo>
                      <a:pt x="4712" y="6667"/>
                      <a:pt x="4769" y="7072"/>
                      <a:pt x="4824" y="7479"/>
                    </a:cubicBezTo>
                    <a:cubicBezTo>
                      <a:pt x="4847" y="7131"/>
                      <a:pt x="4836" y="6784"/>
                      <a:pt x="4789" y="6440"/>
                    </a:cubicBezTo>
                    <a:lnTo>
                      <a:pt x="4789" y="6440"/>
                    </a:lnTo>
                    <a:cubicBezTo>
                      <a:pt x="4865" y="6863"/>
                      <a:pt x="4965" y="7284"/>
                      <a:pt x="5088" y="7695"/>
                    </a:cubicBezTo>
                    <a:cubicBezTo>
                      <a:pt x="5157" y="7415"/>
                      <a:pt x="5170" y="7125"/>
                      <a:pt x="5129" y="6841"/>
                    </a:cubicBezTo>
                    <a:lnTo>
                      <a:pt x="5129" y="6841"/>
                    </a:lnTo>
                    <a:cubicBezTo>
                      <a:pt x="5206" y="7233"/>
                      <a:pt x="5323" y="7614"/>
                      <a:pt x="5476" y="7980"/>
                    </a:cubicBezTo>
                    <a:cubicBezTo>
                      <a:pt x="5462" y="7473"/>
                      <a:pt x="5417" y="6970"/>
                      <a:pt x="5347" y="6469"/>
                    </a:cubicBezTo>
                    <a:lnTo>
                      <a:pt x="5347" y="6469"/>
                    </a:lnTo>
                    <a:cubicBezTo>
                      <a:pt x="5642" y="7448"/>
                      <a:pt x="5726" y="8489"/>
                      <a:pt x="6129" y="9427"/>
                    </a:cubicBezTo>
                    <a:cubicBezTo>
                      <a:pt x="6135" y="8435"/>
                      <a:pt x="6012" y="7428"/>
                      <a:pt x="5767" y="6458"/>
                    </a:cubicBezTo>
                    <a:lnTo>
                      <a:pt x="5767" y="6458"/>
                    </a:lnTo>
                    <a:cubicBezTo>
                      <a:pt x="5828" y="6591"/>
                      <a:pt x="5887" y="6726"/>
                      <a:pt x="5949" y="6861"/>
                    </a:cubicBezTo>
                    <a:cubicBezTo>
                      <a:pt x="5951" y="6579"/>
                      <a:pt x="5895" y="6295"/>
                      <a:pt x="5779" y="6037"/>
                    </a:cubicBezTo>
                    <a:lnTo>
                      <a:pt x="5779" y="6037"/>
                    </a:lnTo>
                    <a:cubicBezTo>
                      <a:pt x="5983" y="6479"/>
                      <a:pt x="6169" y="6927"/>
                      <a:pt x="6335" y="7381"/>
                    </a:cubicBezTo>
                    <a:cubicBezTo>
                      <a:pt x="6313" y="7033"/>
                      <a:pt x="6265" y="6689"/>
                      <a:pt x="6190" y="6348"/>
                    </a:cubicBezTo>
                    <a:lnTo>
                      <a:pt x="6190" y="6348"/>
                    </a:lnTo>
                    <a:cubicBezTo>
                      <a:pt x="6257" y="6473"/>
                      <a:pt x="6321" y="6599"/>
                      <a:pt x="6386" y="6724"/>
                    </a:cubicBezTo>
                    <a:cubicBezTo>
                      <a:pt x="6355" y="6483"/>
                      <a:pt x="6286" y="6248"/>
                      <a:pt x="6180" y="6033"/>
                    </a:cubicBezTo>
                    <a:lnTo>
                      <a:pt x="6180" y="6033"/>
                    </a:lnTo>
                    <a:cubicBezTo>
                      <a:pt x="6286" y="6201"/>
                      <a:pt x="6402" y="6366"/>
                      <a:pt x="6523" y="6522"/>
                    </a:cubicBezTo>
                    <a:cubicBezTo>
                      <a:pt x="6448" y="6307"/>
                      <a:pt x="6357" y="6099"/>
                      <a:pt x="6253" y="5898"/>
                    </a:cubicBezTo>
                    <a:lnTo>
                      <a:pt x="6253" y="5898"/>
                    </a:lnTo>
                    <a:cubicBezTo>
                      <a:pt x="6582" y="6395"/>
                      <a:pt x="6914" y="6900"/>
                      <a:pt x="7137" y="7452"/>
                    </a:cubicBezTo>
                    <a:cubicBezTo>
                      <a:pt x="7079" y="7117"/>
                      <a:pt x="6987" y="6784"/>
                      <a:pt x="6865" y="6465"/>
                    </a:cubicBezTo>
                    <a:cubicBezTo>
                      <a:pt x="6746" y="6148"/>
                      <a:pt x="6548" y="5866"/>
                      <a:pt x="6345" y="5596"/>
                    </a:cubicBezTo>
                    <a:cubicBezTo>
                      <a:pt x="6210" y="5416"/>
                      <a:pt x="6047" y="5268"/>
                      <a:pt x="5891" y="5109"/>
                    </a:cubicBezTo>
                    <a:cubicBezTo>
                      <a:pt x="5758" y="4976"/>
                      <a:pt x="5560" y="4876"/>
                      <a:pt x="5476" y="4702"/>
                    </a:cubicBezTo>
                    <a:cubicBezTo>
                      <a:pt x="5470" y="4688"/>
                      <a:pt x="5464" y="4669"/>
                      <a:pt x="5474" y="4655"/>
                    </a:cubicBezTo>
                    <a:cubicBezTo>
                      <a:pt x="5480" y="4649"/>
                      <a:pt x="5489" y="4645"/>
                      <a:pt x="5495" y="4643"/>
                    </a:cubicBezTo>
                    <a:cubicBezTo>
                      <a:pt x="5504" y="4641"/>
                      <a:pt x="5512" y="4640"/>
                      <a:pt x="5520" y="4640"/>
                    </a:cubicBezTo>
                    <a:cubicBezTo>
                      <a:pt x="5566" y="4640"/>
                      <a:pt x="5608" y="4665"/>
                      <a:pt x="5648" y="4690"/>
                    </a:cubicBezTo>
                    <a:cubicBezTo>
                      <a:pt x="6090" y="4976"/>
                      <a:pt x="6527" y="5275"/>
                      <a:pt x="6971" y="5557"/>
                    </a:cubicBezTo>
                    <a:cubicBezTo>
                      <a:pt x="7248" y="5677"/>
                      <a:pt x="7539" y="5763"/>
                      <a:pt x="7844" y="5763"/>
                    </a:cubicBezTo>
                    <a:cubicBezTo>
                      <a:pt x="7854" y="5763"/>
                      <a:pt x="7864" y="5763"/>
                      <a:pt x="7873" y="5763"/>
                    </a:cubicBezTo>
                    <a:cubicBezTo>
                      <a:pt x="7938" y="5763"/>
                      <a:pt x="8016" y="5747"/>
                      <a:pt x="8038" y="5686"/>
                    </a:cubicBezTo>
                    <a:cubicBezTo>
                      <a:pt x="7750" y="5518"/>
                      <a:pt x="7460" y="5346"/>
                      <a:pt x="7169" y="5177"/>
                    </a:cubicBezTo>
                    <a:cubicBezTo>
                      <a:pt x="7225" y="5165"/>
                      <a:pt x="7282" y="5159"/>
                      <a:pt x="7339" y="5159"/>
                    </a:cubicBezTo>
                    <a:cubicBezTo>
                      <a:pt x="7447" y="5159"/>
                      <a:pt x="7554" y="5181"/>
                      <a:pt x="7653" y="5225"/>
                    </a:cubicBezTo>
                    <a:lnTo>
                      <a:pt x="7653" y="5225"/>
                    </a:lnTo>
                    <a:cubicBezTo>
                      <a:pt x="7498" y="5145"/>
                      <a:pt x="7355" y="5041"/>
                      <a:pt x="7228" y="4923"/>
                    </a:cubicBezTo>
                    <a:lnTo>
                      <a:pt x="7228" y="4923"/>
                    </a:lnTo>
                    <a:cubicBezTo>
                      <a:pt x="7462" y="4935"/>
                      <a:pt x="7695" y="4950"/>
                      <a:pt x="7930" y="4962"/>
                    </a:cubicBezTo>
                    <a:cubicBezTo>
                      <a:pt x="7932" y="4962"/>
                      <a:pt x="7935" y="4962"/>
                      <a:pt x="7937" y="4962"/>
                    </a:cubicBezTo>
                    <a:cubicBezTo>
                      <a:pt x="7968" y="4962"/>
                      <a:pt x="8010" y="4950"/>
                      <a:pt x="8005" y="4917"/>
                    </a:cubicBezTo>
                    <a:cubicBezTo>
                      <a:pt x="7776" y="4798"/>
                      <a:pt x="7550" y="4680"/>
                      <a:pt x="7323" y="4561"/>
                    </a:cubicBezTo>
                    <a:cubicBezTo>
                      <a:pt x="7590" y="4512"/>
                      <a:pt x="7858" y="4465"/>
                      <a:pt x="8124" y="4416"/>
                    </a:cubicBezTo>
                    <a:cubicBezTo>
                      <a:pt x="7907" y="4377"/>
                      <a:pt x="7691" y="4338"/>
                      <a:pt x="7472" y="4299"/>
                    </a:cubicBezTo>
                    <a:cubicBezTo>
                      <a:pt x="7764" y="4252"/>
                      <a:pt x="8055" y="4203"/>
                      <a:pt x="8347" y="4158"/>
                    </a:cubicBezTo>
                    <a:cubicBezTo>
                      <a:pt x="8138" y="4130"/>
                      <a:pt x="7930" y="4101"/>
                      <a:pt x="7721" y="4074"/>
                    </a:cubicBezTo>
                    <a:cubicBezTo>
                      <a:pt x="8142" y="3976"/>
                      <a:pt x="8568" y="3909"/>
                      <a:pt x="8999" y="3876"/>
                    </a:cubicBezTo>
                    <a:cubicBezTo>
                      <a:pt x="8676" y="3808"/>
                      <a:pt x="8349" y="3780"/>
                      <a:pt x="8021" y="3780"/>
                    </a:cubicBezTo>
                    <a:cubicBezTo>
                      <a:pt x="7265" y="3780"/>
                      <a:pt x="6502" y="3928"/>
                      <a:pt x="5758" y="4074"/>
                    </a:cubicBezTo>
                    <a:cubicBezTo>
                      <a:pt x="5763" y="4070"/>
                      <a:pt x="5765" y="4064"/>
                      <a:pt x="5769" y="4060"/>
                    </a:cubicBezTo>
                    <a:lnTo>
                      <a:pt x="5769" y="4060"/>
                    </a:lnTo>
                    <a:cubicBezTo>
                      <a:pt x="5687" y="4075"/>
                      <a:pt x="5601" y="4091"/>
                      <a:pt x="5515" y="4093"/>
                    </a:cubicBezTo>
                    <a:cubicBezTo>
                      <a:pt x="5508" y="4093"/>
                      <a:pt x="5501" y="4094"/>
                      <a:pt x="5495" y="4094"/>
                    </a:cubicBezTo>
                    <a:cubicBezTo>
                      <a:pt x="5461" y="4094"/>
                      <a:pt x="5427" y="4088"/>
                      <a:pt x="5401" y="4066"/>
                    </a:cubicBezTo>
                    <a:cubicBezTo>
                      <a:pt x="5358" y="4030"/>
                      <a:pt x="5362" y="3962"/>
                      <a:pt x="5393" y="3915"/>
                    </a:cubicBezTo>
                    <a:cubicBezTo>
                      <a:pt x="5425" y="3868"/>
                      <a:pt x="5474" y="3841"/>
                      <a:pt x="5523" y="3817"/>
                    </a:cubicBezTo>
                    <a:cubicBezTo>
                      <a:pt x="5756" y="3698"/>
                      <a:pt x="6034" y="3619"/>
                      <a:pt x="6278" y="3504"/>
                    </a:cubicBezTo>
                    <a:cubicBezTo>
                      <a:pt x="6402" y="3377"/>
                      <a:pt x="6527" y="3251"/>
                      <a:pt x="6646" y="3122"/>
                    </a:cubicBezTo>
                    <a:cubicBezTo>
                      <a:pt x="6941" y="2798"/>
                      <a:pt x="7212" y="2404"/>
                      <a:pt x="7539" y="2113"/>
                    </a:cubicBezTo>
                    <a:lnTo>
                      <a:pt x="7539" y="2113"/>
                    </a:lnTo>
                    <a:cubicBezTo>
                      <a:pt x="7188" y="2422"/>
                      <a:pt x="6835" y="2729"/>
                      <a:pt x="6484" y="3036"/>
                    </a:cubicBezTo>
                    <a:cubicBezTo>
                      <a:pt x="6683" y="2762"/>
                      <a:pt x="6873" y="2484"/>
                      <a:pt x="7051" y="2196"/>
                    </a:cubicBezTo>
                    <a:lnTo>
                      <a:pt x="7051" y="2196"/>
                    </a:lnTo>
                    <a:cubicBezTo>
                      <a:pt x="6781" y="2376"/>
                      <a:pt x="6539" y="2592"/>
                      <a:pt x="6331" y="2840"/>
                    </a:cubicBezTo>
                    <a:cubicBezTo>
                      <a:pt x="6550" y="2545"/>
                      <a:pt x="6768" y="2249"/>
                      <a:pt x="6989" y="1956"/>
                    </a:cubicBezTo>
                    <a:cubicBezTo>
                      <a:pt x="7012" y="1920"/>
                      <a:pt x="7040" y="1871"/>
                      <a:pt x="7010" y="1840"/>
                    </a:cubicBezTo>
                    <a:lnTo>
                      <a:pt x="7010" y="1840"/>
                    </a:lnTo>
                    <a:cubicBezTo>
                      <a:pt x="6644" y="2099"/>
                      <a:pt x="6315" y="2412"/>
                      <a:pt x="6041" y="2768"/>
                    </a:cubicBezTo>
                    <a:cubicBezTo>
                      <a:pt x="6343" y="2194"/>
                      <a:pt x="6707" y="1658"/>
                      <a:pt x="7071" y="1126"/>
                    </a:cubicBezTo>
                    <a:cubicBezTo>
                      <a:pt x="7316" y="766"/>
                      <a:pt x="7560" y="405"/>
                      <a:pt x="7809" y="47"/>
                    </a:cubicBezTo>
                    <a:lnTo>
                      <a:pt x="7809" y="47"/>
                    </a:lnTo>
                    <a:cubicBezTo>
                      <a:pt x="7290" y="587"/>
                      <a:pt x="6816" y="1167"/>
                      <a:pt x="6394" y="1783"/>
                    </a:cubicBezTo>
                    <a:cubicBezTo>
                      <a:pt x="6233" y="2018"/>
                      <a:pt x="6079" y="2261"/>
                      <a:pt x="5865" y="2449"/>
                    </a:cubicBezTo>
                    <a:cubicBezTo>
                      <a:pt x="6012" y="2151"/>
                      <a:pt x="6159" y="1852"/>
                      <a:pt x="6304" y="1556"/>
                    </a:cubicBezTo>
                    <a:lnTo>
                      <a:pt x="6304" y="1556"/>
                    </a:lnTo>
                    <a:cubicBezTo>
                      <a:pt x="6141" y="1801"/>
                      <a:pt x="5981" y="2048"/>
                      <a:pt x="5818" y="2292"/>
                    </a:cubicBezTo>
                    <a:cubicBezTo>
                      <a:pt x="5932" y="1989"/>
                      <a:pt x="6043" y="1688"/>
                      <a:pt x="6157" y="1384"/>
                    </a:cubicBezTo>
                    <a:lnTo>
                      <a:pt x="6157" y="1384"/>
                    </a:lnTo>
                    <a:cubicBezTo>
                      <a:pt x="5992" y="1648"/>
                      <a:pt x="5828" y="1917"/>
                      <a:pt x="5666" y="2181"/>
                    </a:cubicBezTo>
                    <a:cubicBezTo>
                      <a:pt x="5765" y="1913"/>
                      <a:pt x="5838" y="1635"/>
                      <a:pt x="5887" y="1353"/>
                    </a:cubicBezTo>
                    <a:lnTo>
                      <a:pt x="5887" y="1353"/>
                    </a:lnTo>
                    <a:cubicBezTo>
                      <a:pt x="5756" y="1619"/>
                      <a:pt x="5626" y="1887"/>
                      <a:pt x="5493" y="2153"/>
                    </a:cubicBezTo>
                    <a:cubicBezTo>
                      <a:pt x="5611" y="1691"/>
                      <a:pt x="5728" y="1226"/>
                      <a:pt x="5848" y="764"/>
                    </a:cubicBezTo>
                    <a:lnTo>
                      <a:pt x="5848" y="764"/>
                    </a:lnTo>
                    <a:cubicBezTo>
                      <a:pt x="5632" y="1137"/>
                      <a:pt x="5519" y="1564"/>
                      <a:pt x="5407" y="1981"/>
                    </a:cubicBezTo>
                    <a:lnTo>
                      <a:pt x="5114" y="3091"/>
                    </a:lnTo>
                    <a:cubicBezTo>
                      <a:pt x="5104" y="3222"/>
                      <a:pt x="5104" y="3357"/>
                      <a:pt x="5082" y="3488"/>
                    </a:cubicBezTo>
                    <a:cubicBezTo>
                      <a:pt x="5074" y="3531"/>
                      <a:pt x="5065" y="3651"/>
                      <a:pt x="5016" y="3672"/>
                    </a:cubicBezTo>
                    <a:cubicBezTo>
                      <a:pt x="5006" y="3676"/>
                      <a:pt x="4998" y="3678"/>
                      <a:pt x="4990" y="3678"/>
                    </a:cubicBezTo>
                    <a:cubicBezTo>
                      <a:pt x="4981" y="3678"/>
                      <a:pt x="4972" y="3675"/>
                      <a:pt x="4963" y="3670"/>
                    </a:cubicBezTo>
                    <a:cubicBezTo>
                      <a:pt x="4955" y="3694"/>
                      <a:pt x="4951" y="3719"/>
                      <a:pt x="4943" y="3743"/>
                    </a:cubicBezTo>
                    <a:cubicBezTo>
                      <a:pt x="4941" y="3711"/>
                      <a:pt x="4937" y="3680"/>
                      <a:pt x="4933" y="3649"/>
                    </a:cubicBezTo>
                    <a:cubicBezTo>
                      <a:pt x="4896" y="3612"/>
                      <a:pt x="4869" y="3551"/>
                      <a:pt x="4863" y="3514"/>
                    </a:cubicBezTo>
                    <a:cubicBezTo>
                      <a:pt x="4810" y="3201"/>
                      <a:pt x="4779" y="2885"/>
                      <a:pt x="4767" y="2566"/>
                    </a:cubicBezTo>
                    <a:lnTo>
                      <a:pt x="4767" y="2488"/>
                    </a:lnTo>
                    <a:cubicBezTo>
                      <a:pt x="4712" y="2288"/>
                      <a:pt x="4644" y="2093"/>
                      <a:pt x="4605" y="1889"/>
                    </a:cubicBezTo>
                    <a:cubicBezTo>
                      <a:pt x="4495" y="1314"/>
                      <a:pt x="4366" y="752"/>
                      <a:pt x="4047" y="247"/>
                    </a:cubicBezTo>
                    <a:lnTo>
                      <a:pt x="4047" y="247"/>
                    </a:lnTo>
                    <a:cubicBezTo>
                      <a:pt x="4141" y="734"/>
                      <a:pt x="4233" y="1222"/>
                      <a:pt x="4327" y="1705"/>
                    </a:cubicBezTo>
                    <a:cubicBezTo>
                      <a:pt x="4086" y="1192"/>
                      <a:pt x="3847" y="676"/>
                      <a:pt x="3606" y="161"/>
                    </a:cubicBezTo>
                    <a:lnTo>
                      <a:pt x="3606" y="161"/>
                    </a:lnTo>
                    <a:cubicBezTo>
                      <a:pt x="3767" y="693"/>
                      <a:pt x="3925" y="1222"/>
                      <a:pt x="4084" y="1752"/>
                    </a:cubicBezTo>
                    <a:lnTo>
                      <a:pt x="3894" y="1437"/>
                    </a:lnTo>
                    <a:lnTo>
                      <a:pt x="3894" y="1437"/>
                    </a:lnTo>
                    <a:cubicBezTo>
                      <a:pt x="3894" y="1490"/>
                      <a:pt x="3896" y="1545"/>
                      <a:pt x="3896" y="1597"/>
                    </a:cubicBezTo>
                    <a:cubicBezTo>
                      <a:pt x="3841" y="1482"/>
                      <a:pt x="3763" y="1382"/>
                      <a:pt x="3669" y="1300"/>
                    </a:cubicBezTo>
                    <a:lnTo>
                      <a:pt x="3669" y="1300"/>
                    </a:lnTo>
                    <a:cubicBezTo>
                      <a:pt x="3659" y="1398"/>
                      <a:pt x="3671" y="1496"/>
                      <a:pt x="3702" y="1586"/>
                    </a:cubicBezTo>
                    <a:cubicBezTo>
                      <a:pt x="3602" y="1404"/>
                      <a:pt x="3479" y="1237"/>
                      <a:pt x="3338" y="1087"/>
                    </a:cubicBezTo>
                    <a:lnTo>
                      <a:pt x="3338" y="1087"/>
                    </a:lnTo>
                    <a:cubicBezTo>
                      <a:pt x="3360" y="1402"/>
                      <a:pt x="3499" y="1695"/>
                      <a:pt x="3636" y="1981"/>
                    </a:cubicBezTo>
                    <a:lnTo>
                      <a:pt x="214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5"/>
              <p:cNvSpPr/>
              <p:nvPr/>
            </p:nvSpPr>
            <p:spPr>
              <a:xfrm>
                <a:off x="1718884" y="1115262"/>
                <a:ext cx="66508" cy="67540"/>
              </a:xfrm>
              <a:custGeom>
                <a:rect b="b" l="l" r="r" t="t"/>
                <a:pathLst>
                  <a:path extrusionOk="0" h="2029" w="1998">
                    <a:moveTo>
                      <a:pt x="796" y="0"/>
                    </a:moveTo>
                    <a:cubicBezTo>
                      <a:pt x="864" y="535"/>
                      <a:pt x="933" y="1069"/>
                      <a:pt x="1001" y="1603"/>
                    </a:cubicBezTo>
                    <a:cubicBezTo>
                      <a:pt x="950" y="1472"/>
                      <a:pt x="899" y="1339"/>
                      <a:pt x="845" y="1208"/>
                    </a:cubicBezTo>
                    <a:cubicBezTo>
                      <a:pt x="815" y="1323"/>
                      <a:pt x="784" y="1437"/>
                      <a:pt x="755" y="1552"/>
                    </a:cubicBezTo>
                    <a:cubicBezTo>
                      <a:pt x="712" y="1423"/>
                      <a:pt x="667" y="1294"/>
                      <a:pt x="620" y="1163"/>
                    </a:cubicBezTo>
                    <a:cubicBezTo>
                      <a:pt x="618" y="1259"/>
                      <a:pt x="618" y="1353"/>
                      <a:pt x="616" y="1447"/>
                    </a:cubicBezTo>
                    <a:cubicBezTo>
                      <a:pt x="567" y="1339"/>
                      <a:pt x="516" y="1235"/>
                      <a:pt x="467" y="1128"/>
                    </a:cubicBezTo>
                    <a:lnTo>
                      <a:pt x="467" y="1128"/>
                    </a:lnTo>
                    <a:cubicBezTo>
                      <a:pt x="473" y="1247"/>
                      <a:pt x="441" y="1372"/>
                      <a:pt x="379" y="1472"/>
                    </a:cubicBezTo>
                    <a:cubicBezTo>
                      <a:pt x="363" y="1523"/>
                      <a:pt x="349" y="1578"/>
                      <a:pt x="336" y="1629"/>
                    </a:cubicBezTo>
                    <a:cubicBezTo>
                      <a:pt x="324" y="1608"/>
                      <a:pt x="302" y="1599"/>
                      <a:pt x="280" y="1599"/>
                    </a:cubicBezTo>
                    <a:cubicBezTo>
                      <a:pt x="241" y="1599"/>
                      <a:pt x="200" y="1625"/>
                      <a:pt x="203" y="1666"/>
                    </a:cubicBezTo>
                    <a:cubicBezTo>
                      <a:pt x="146" y="1564"/>
                      <a:pt x="91" y="1460"/>
                      <a:pt x="28" y="1363"/>
                    </a:cubicBezTo>
                    <a:cubicBezTo>
                      <a:pt x="13" y="1480"/>
                      <a:pt x="21" y="1572"/>
                      <a:pt x="1" y="1619"/>
                    </a:cubicBezTo>
                    <a:cubicBezTo>
                      <a:pt x="256" y="1867"/>
                      <a:pt x="605" y="2029"/>
                      <a:pt x="959" y="2029"/>
                    </a:cubicBezTo>
                    <a:cubicBezTo>
                      <a:pt x="1041" y="2029"/>
                      <a:pt x="1122" y="2020"/>
                      <a:pt x="1203" y="2003"/>
                    </a:cubicBezTo>
                    <a:cubicBezTo>
                      <a:pt x="1520" y="1932"/>
                      <a:pt x="1800" y="1723"/>
                      <a:pt x="1998" y="1455"/>
                    </a:cubicBezTo>
                    <a:cubicBezTo>
                      <a:pt x="1970" y="1333"/>
                      <a:pt x="1941" y="1210"/>
                      <a:pt x="1915" y="1089"/>
                    </a:cubicBezTo>
                    <a:cubicBezTo>
                      <a:pt x="1896" y="1208"/>
                      <a:pt x="1876" y="1327"/>
                      <a:pt x="1859" y="1449"/>
                    </a:cubicBezTo>
                    <a:cubicBezTo>
                      <a:pt x="1843" y="1392"/>
                      <a:pt x="1814" y="1343"/>
                      <a:pt x="1772" y="1302"/>
                    </a:cubicBezTo>
                    <a:cubicBezTo>
                      <a:pt x="1743" y="1396"/>
                      <a:pt x="1714" y="1492"/>
                      <a:pt x="1686" y="1584"/>
                    </a:cubicBezTo>
                    <a:cubicBezTo>
                      <a:pt x="1663" y="1533"/>
                      <a:pt x="1641" y="1480"/>
                      <a:pt x="1616" y="1427"/>
                    </a:cubicBezTo>
                    <a:cubicBezTo>
                      <a:pt x="1614" y="1482"/>
                      <a:pt x="1612" y="1539"/>
                      <a:pt x="1608" y="1592"/>
                    </a:cubicBezTo>
                    <a:cubicBezTo>
                      <a:pt x="1575" y="1541"/>
                      <a:pt x="1553" y="1482"/>
                      <a:pt x="1547" y="1419"/>
                    </a:cubicBezTo>
                    <a:cubicBezTo>
                      <a:pt x="1500" y="1503"/>
                      <a:pt x="1451" y="1588"/>
                      <a:pt x="1406" y="1674"/>
                    </a:cubicBezTo>
                    <a:lnTo>
                      <a:pt x="796" y="0"/>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5"/>
              <p:cNvSpPr/>
              <p:nvPr/>
            </p:nvSpPr>
            <p:spPr>
              <a:xfrm>
                <a:off x="1601815" y="774305"/>
                <a:ext cx="80190" cy="56788"/>
              </a:xfrm>
              <a:custGeom>
                <a:rect b="b" l="l" r="r" t="t"/>
                <a:pathLst>
                  <a:path extrusionOk="0" h="1706" w="2409">
                    <a:moveTo>
                      <a:pt x="2406" y="1164"/>
                    </a:moveTo>
                    <a:cubicBezTo>
                      <a:pt x="2407" y="1165"/>
                      <a:pt x="2408" y="1166"/>
                      <a:pt x="2408" y="1167"/>
                    </a:cubicBezTo>
                    <a:cubicBezTo>
                      <a:pt x="2408" y="1166"/>
                      <a:pt x="2407" y="1165"/>
                      <a:pt x="2406" y="1164"/>
                    </a:cubicBezTo>
                    <a:close/>
                    <a:moveTo>
                      <a:pt x="1145" y="1"/>
                    </a:moveTo>
                    <a:cubicBezTo>
                      <a:pt x="1111" y="1"/>
                      <a:pt x="1076" y="3"/>
                      <a:pt x="1042" y="6"/>
                    </a:cubicBezTo>
                    <a:cubicBezTo>
                      <a:pt x="803" y="30"/>
                      <a:pt x="584" y="147"/>
                      <a:pt x="418" y="310"/>
                    </a:cubicBezTo>
                    <a:cubicBezTo>
                      <a:pt x="124" y="593"/>
                      <a:pt x="1" y="999"/>
                      <a:pt x="5" y="1417"/>
                    </a:cubicBezTo>
                    <a:cubicBezTo>
                      <a:pt x="59" y="1517"/>
                      <a:pt x="128" y="1613"/>
                      <a:pt x="198" y="1705"/>
                    </a:cubicBezTo>
                    <a:cubicBezTo>
                      <a:pt x="143" y="1535"/>
                      <a:pt x="93" y="1361"/>
                      <a:pt x="40" y="1190"/>
                    </a:cubicBezTo>
                    <a:lnTo>
                      <a:pt x="40" y="1190"/>
                    </a:lnTo>
                    <a:cubicBezTo>
                      <a:pt x="102" y="1249"/>
                      <a:pt x="163" y="1308"/>
                      <a:pt x="228" y="1369"/>
                    </a:cubicBezTo>
                    <a:cubicBezTo>
                      <a:pt x="196" y="1292"/>
                      <a:pt x="161" y="1220"/>
                      <a:pt x="124" y="1145"/>
                    </a:cubicBezTo>
                    <a:lnTo>
                      <a:pt x="124" y="1145"/>
                    </a:lnTo>
                    <a:cubicBezTo>
                      <a:pt x="181" y="1171"/>
                      <a:pt x="230" y="1206"/>
                      <a:pt x="275" y="1245"/>
                    </a:cubicBezTo>
                    <a:cubicBezTo>
                      <a:pt x="239" y="1163"/>
                      <a:pt x="132" y="1014"/>
                      <a:pt x="157" y="920"/>
                    </a:cubicBezTo>
                    <a:lnTo>
                      <a:pt x="157" y="920"/>
                    </a:lnTo>
                    <a:cubicBezTo>
                      <a:pt x="208" y="930"/>
                      <a:pt x="255" y="971"/>
                      <a:pt x="300" y="995"/>
                    </a:cubicBezTo>
                    <a:cubicBezTo>
                      <a:pt x="288" y="938"/>
                      <a:pt x="277" y="879"/>
                      <a:pt x="275" y="820"/>
                    </a:cubicBezTo>
                    <a:lnTo>
                      <a:pt x="275" y="820"/>
                    </a:lnTo>
                    <a:cubicBezTo>
                      <a:pt x="308" y="830"/>
                      <a:pt x="339" y="850"/>
                      <a:pt x="365" y="877"/>
                    </a:cubicBezTo>
                    <a:cubicBezTo>
                      <a:pt x="343" y="822"/>
                      <a:pt x="327" y="766"/>
                      <a:pt x="320" y="711"/>
                    </a:cubicBezTo>
                    <a:lnTo>
                      <a:pt x="320" y="711"/>
                    </a:lnTo>
                    <a:cubicBezTo>
                      <a:pt x="363" y="736"/>
                      <a:pt x="402" y="770"/>
                      <a:pt x="435" y="805"/>
                    </a:cubicBezTo>
                    <a:cubicBezTo>
                      <a:pt x="412" y="756"/>
                      <a:pt x="394" y="703"/>
                      <a:pt x="388" y="648"/>
                    </a:cubicBezTo>
                    <a:lnTo>
                      <a:pt x="388" y="648"/>
                    </a:lnTo>
                    <a:lnTo>
                      <a:pt x="529" y="781"/>
                    </a:lnTo>
                    <a:cubicBezTo>
                      <a:pt x="504" y="711"/>
                      <a:pt x="490" y="635"/>
                      <a:pt x="486" y="558"/>
                    </a:cubicBezTo>
                    <a:lnTo>
                      <a:pt x="486" y="558"/>
                    </a:lnTo>
                    <a:cubicBezTo>
                      <a:pt x="560" y="574"/>
                      <a:pt x="627" y="615"/>
                      <a:pt x="672" y="674"/>
                    </a:cubicBezTo>
                    <a:cubicBezTo>
                      <a:pt x="662" y="619"/>
                      <a:pt x="652" y="564"/>
                      <a:pt x="647" y="509"/>
                    </a:cubicBezTo>
                    <a:lnTo>
                      <a:pt x="647" y="509"/>
                    </a:lnTo>
                    <a:cubicBezTo>
                      <a:pt x="697" y="556"/>
                      <a:pt x="750" y="603"/>
                      <a:pt x="803" y="648"/>
                    </a:cubicBezTo>
                    <a:cubicBezTo>
                      <a:pt x="768" y="527"/>
                      <a:pt x="735" y="407"/>
                      <a:pt x="699" y="284"/>
                    </a:cubicBezTo>
                    <a:lnTo>
                      <a:pt x="699" y="284"/>
                    </a:lnTo>
                    <a:cubicBezTo>
                      <a:pt x="915" y="566"/>
                      <a:pt x="1136" y="842"/>
                      <a:pt x="1363" y="1114"/>
                    </a:cubicBezTo>
                    <a:cubicBezTo>
                      <a:pt x="1220" y="858"/>
                      <a:pt x="1107" y="584"/>
                      <a:pt x="1020" y="302"/>
                    </a:cubicBezTo>
                    <a:lnTo>
                      <a:pt x="1020" y="302"/>
                    </a:lnTo>
                    <a:cubicBezTo>
                      <a:pt x="1110" y="407"/>
                      <a:pt x="1199" y="515"/>
                      <a:pt x="1289" y="619"/>
                    </a:cubicBezTo>
                    <a:cubicBezTo>
                      <a:pt x="1267" y="544"/>
                      <a:pt x="1245" y="466"/>
                      <a:pt x="1224" y="390"/>
                    </a:cubicBezTo>
                    <a:lnTo>
                      <a:pt x="1224" y="390"/>
                    </a:lnTo>
                    <a:cubicBezTo>
                      <a:pt x="1273" y="443"/>
                      <a:pt x="1318" y="496"/>
                      <a:pt x="1367" y="548"/>
                    </a:cubicBezTo>
                    <a:cubicBezTo>
                      <a:pt x="1365" y="519"/>
                      <a:pt x="1365" y="488"/>
                      <a:pt x="1363" y="458"/>
                    </a:cubicBezTo>
                    <a:lnTo>
                      <a:pt x="1363" y="458"/>
                    </a:lnTo>
                    <a:cubicBezTo>
                      <a:pt x="1441" y="535"/>
                      <a:pt x="1518" y="609"/>
                      <a:pt x="1596" y="687"/>
                    </a:cubicBezTo>
                    <a:cubicBezTo>
                      <a:pt x="1580" y="619"/>
                      <a:pt x="1563" y="548"/>
                      <a:pt x="1549" y="480"/>
                    </a:cubicBezTo>
                    <a:lnTo>
                      <a:pt x="1549" y="480"/>
                    </a:lnTo>
                    <a:cubicBezTo>
                      <a:pt x="1627" y="501"/>
                      <a:pt x="1698" y="548"/>
                      <a:pt x="1749" y="609"/>
                    </a:cubicBezTo>
                    <a:cubicBezTo>
                      <a:pt x="1752" y="564"/>
                      <a:pt x="1754" y="515"/>
                      <a:pt x="1756" y="468"/>
                    </a:cubicBezTo>
                    <a:cubicBezTo>
                      <a:pt x="1821" y="529"/>
                      <a:pt x="1882" y="589"/>
                      <a:pt x="1944" y="652"/>
                    </a:cubicBezTo>
                    <a:cubicBezTo>
                      <a:pt x="1952" y="633"/>
                      <a:pt x="1962" y="613"/>
                      <a:pt x="1970" y="593"/>
                    </a:cubicBezTo>
                    <a:cubicBezTo>
                      <a:pt x="2176" y="722"/>
                      <a:pt x="2295" y="947"/>
                      <a:pt x="2406" y="1164"/>
                    </a:cubicBezTo>
                    <a:lnTo>
                      <a:pt x="2406" y="1164"/>
                    </a:lnTo>
                    <a:cubicBezTo>
                      <a:pt x="2366" y="1081"/>
                      <a:pt x="2400" y="892"/>
                      <a:pt x="2389" y="801"/>
                    </a:cubicBezTo>
                    <a:cubicBezTo>
                      <a:pt x="2381" y="746"/>
                      <a:pt x="2355" y="674"/>
                      <a:pt x="2342" y="603"/>
                    </a:cubicBezTo>
                    <a:cubicBezTo>
                      <a:pt x="2257" y="525"/>
                      <a:pt x="2175" y="447"/>
                      <a:pt x="2081" y="378"/>
                    </a:cubicBezTo>
                    <a:cubicBezTo>
                      <a:pt x="1810" y="167"/>
                      <a:pt x="1479" y="1"/>
                      <a:pt x="1145"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25"/>
              <p:cNvSpPr/>
              <p:nvPr/>
            </p:nvSpPr>
            <p:spPr>
              <a:xfrm>
                <a:off x="1857690" y="972694"/>
                <a:ext cx="76595" cy="68839"/>
              </a:xfrm>
              <a:custGeom>
                <a:rect b="b" l="l" r="r" t="t"/>
                <a:pathLst>
                  <a:path extrusionOk="0" h="2068" w="2301">
                    <a:moveTo>
                      <a:pt x="1517" y="0"/>
                    </a:moveTo>
                    <a:lnTo>
                      <a:pt x="1517" y="0"/>
                    </a:lnTo>
                    <a:cubicBezTo>
                      <a:pt x="1723" y="157"/>
                      <a:pt x="1920" y="325"/>
                      <a:pt x="2104" y="509"/>
                    </a:cubicBezTo>
                    <a:cubicBezTo>
                      <a:pt x="1958" y="498"/>
                      <a:pt x="1811" y="460"/>
                      <a:pt x="1676" y="398"/>
                    </a:cubicBezTo>
                    <a:lnTo>
                      <a:pt x="1676" y="398"/>
                    </a:lnTo>
                    <a:cubicBezTo>
                      <a:pt x="1764" y="453"/>
                      <a:pt x="1850" y="511"/>
                      <a:pt x="1938" y="568"/>
                    </a:cubicBezTo>
                    <a:cubicBezTo>
                      <a:pt x="1862" y="577"/>
                      <a:pt x="1785" y="581"/>
                      <a:pt x="1709" y="581"/>
                    </a:cubicBezTo>
                    <a:cubicBezTo>
                      <a:pt x="1173" y="581"/>
                      <a:pt x="639" y="382"/>
                      <a:pt x="100" y="382"/>
                    </a:cubicBezTo>
                    <a:cubicBezTo>
                      <a:pt x="66" y="382"/>
                      <a:pt x="33" y="383"/>
                      <a:pt x="0" y="384"/>
                    </a:cubicBezTo>
                    <a:cubicBezTo>
                      <a:pt x="717" y="476"/>
                      <a:pt x="1421" y="668"/>
                      <a:pt x="2085" y="958"/>
                    </a:cubicBezTo>
                    <a:cubicBezTo>
                      <a:pt x="1842" y="909"/>
                      <a:pt x="1597" y="862"/>
                      <a:pt x="1357" y="813"/>
                    </a:cubicBezTo>
                    <a:lnTo>
                      <a:pt x="1357" y="813"/>
                    </a:lnTo>
                    <a:cubicBezTo>
                      <a:pt x="1468" y="868"/>
                      <a:pt x="1584" y="920"/>
                      <a:pt x="1695" y="977"/>
                    </a:cubicBezTo>
                    <a:cubicBezTo>
                      <a:pt x="1650" y="1022"/>
                      <a:pt x="1583" y="1033"/>
                      <a:pt x="1517" y="1033"/>
                    </a:cubicBezTo>
                    <a:cubicBezTo>
                      <a:pt x="1494" y="1033"/>
                      <a:pt x="1471" y="1032"/>
                      <a:pt x="1449" y="1030"/>
                    </a:cubicBezTo>
                    <a:cubicBezTo>
                      <a:pt x="991" y="999"/>
                      <a:pt x="535" y="965"/>
                      <a:pt x="77" y="932"/>
                    </a:cubicBezTo>
                    <a:lnTo>
                      <a:pt x="77" y="932"/>
                    </a:lnTo>
                    <a:cubicBezTo>
                      <a:pt x="638" y="1005"/>
                      <a:pt x="1212" y="1077"/>
                      <a:pt x="1725" y="1314"/>
                    </a:cubicBezTo>
                    <a:cubicBezTo>
                      <a:pt x="1620" y="1341"/>
                      <a:pt x="1511" y="1355"/>
                      <a:pt x="1402" y="1355"/>
                    </a:cubicBezTo>
                    <a:cubicBezTo>
                      <a:pt x="1336" y="1355"/>
                      <a:pt x="1271" y="1350"/>
                      <a:pt x="1206" y="1339"/>
                    </a:cubicBezTo>
                    <a:lnTo>
                      <a:pt x="1206" y="1339"/>
                    </a:lnTo>
                    <a:cubicBezTo>
                      <a:pt x="1306" y="1377"/>
                      <a:pt x="1409" y="1416"/>
                      <a:pt x="1509" y="1451"/>
                    </a:cubicBezTo>
                    <a:cubicBezTo>
                      <a:pt x="1375" y="1516"/>
                      <a:pt x="1229" y="1549"/>
                      <a:pt x="1080" y="1549"/>
                    </a:cubicBezTo>
                    <a:cubicBezTo>
                      <a:pt x="1057" y="1549"/>
                      <a:pt x="1035" y="1548"/>
                      <a:pt x="1012" y="1547"/>
                    </a:cubicBezTo>
                    <a:lnTo>
                      <a:pt x="1012" y="1547"/>
                    </a:lnTo>
                    <a:cubicBezTo>
                      <a:pt x="1096" y="1582"/>
                      <a:pt x="1182" y="1617"/>
                      <a:pt x="1265" y="1653"/>
                    </a:cubicBezTo>
                    <a:cubicBezTo>
                      <a:pt x="1189" y="1660"/>
                      <a:pt x="1113" y="1664"/>
                      <a:pt x="1037" y="1664"/>
                    </a:cubicBezTo>
                    <a:cubicBezTo>
                      <a:pt x="874" y="1664"/>
                      <a:pt x="710" y="1647"/>
                      <a:pt x="550" y="1613"/>
                    </a:cubicBezTo>
                    <a:lnTo>
                      <a:pt x="550" y="1613"/>
                    </a:lnTo>
                    <a:cubicBezTo>
                      <a:pt x="738" y="1653"/>
                      <a:pt x="918" y="1729"/>
                      <a:pt x="1077" y="1837"/>
                    </a:cubicBezTo>
                    <a:cubicBezTo>
                      <a:pt x="948" y="1870"/>
                      <a:pt x="826" y="1940"/>
                      <a:pt x="734" y="2036"/>
                    </a:cubicBezTo>
                    <a:cubicBezTo>
                      <a:pt x="753" y="2017"/>
                      <a:pt x="782" y="2009"/>
                      <a:pt x="817" y="2009"/>
                    </a:cubicBezTo>
                    <a:cubicBezTo>
                      <a:pt x="876" y="2009"/>
                      <a:pt x="951" y="2033"/>
                      <a:pt x="1016" y="2067"/>
                    </a:cubicBezTo>
                    <a:cubicBezTo>
                      <a:pt x="1505" y="1968"/>
                      <a:pt x="1948" y="1699"/>
                      <a:pt x="2155" y="1263"/>
                    </a:cubicBezTo>
                    <a:cubicBezTo>
                      <a:pt x="2257" y="1054"/>
                      <a:pt x="2300" y="805"/>
                      <a:pt x="2247" y="570"/>
                    </a:cubicBezTo>
                    <a:cubicBezTo>
                      <a:pt x="2222" y="462"/>
                      <a:pt x="2179" y="361"/>
                      <a:pt x="2122" y="265"/>
                    </a:cubicBezTo>
                    <a:cubicBezTo>
                      <a:pt x="1916" y="186"/>
                      <a:pt x="1713" y="100"/>
                      <a:pt x="15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5"/>
              <p:cNvSpPr/>
              <p:nvPr/>
            </p:nvSpPr>
            <p:spPr>
              <a:xfrm>
                <a:off x="1817213" y="782128"/>
                <a:ext cx="3695" cy="3029"/>
              </a:xfrm>
              <a:custGeom>
                <a:rect b="b" l="l" r="r" t="t"/>
                <a:pathLst>
                  <a:path extrusionOk="0" h="91" w="111">
                    <a:moveTo>
                      <a:pt x="110" y="0"/>
                    </a:moveTo>
                    <a:lnTo>
                      <a:pt x="110" y="0"/>
                    </a:lnTo>
                    <a:cubicBezTo>
                      <a:pt x="71" y="28"/>
                      <a:pt x="34" y="57"/>
                      <a:pt x="1" y="90"/>
                    </a:cubicBezTo>
                    <a:cubicBezTo>
                      <a:pt x="40" y="65"/>
                      <a:pt x="77" y="35"/>
                      <a:pt x="110"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5"/>
              <p:cNvSpPr/>
              <p:nvPr/>
            </p:nvSpPr>
            <p:spPr>
              <a:xfrm>
                <a:off x="1512574" y="951924"/>
                <a:ext cx="87147" cy="92473"/>
              </a:xfrm>
              <a:custGeom>
                <a:rect b="b" l="l" r="r" t="t"/>
                <a:pathLst>
                  <a:path extrusionOk="0" h="2778" w="2618">
                    <a:moveTo>
                      <a:pt x="2617" y="0"/>
                    </a:moveTo>
                    <a:cubicBezTo>
                      <a:pt x="1860" y="8"/>
                      <a:pt x="1108" y="229"/>
                      <a:pt x="462" y="626"/>
                    </a:cubicBezTo>
                    <a:cubicBezTo>
                      <a:pt x="437" y="642"/>
                      <a:pt x="415" y="656"/>
                      <a:pt x="388" y="670"/>
                    </a:cubicBezTo>
                    <a:cubicBezTo>
                      <a:pt x="384" y="675"/>
                      <a:pt x="378" y="681"/>
                      <a:pt x="374" y="689"/>
                    </a:cubicBezTo>
                    <a:cubicBezTo>
                      <a:pt x="139" y="994"/>
                      <a:pt x="0" y="1386"/>
                      <a:pt x="55" y="1762"/>
                    </a:cubicBezTo>
                    <a:cubicBezTo>
                      <a:pt x="121" y="2212"/>
                      <a:pt x="462" y="2582"/>
                      <a:pt x="871" y="2766"/>
                    </a:cubicBezTo>
                    <a:cubicBezTo>
                      <a:pt x="881" y="2770"/>
                      <a:pt x="889" y="2774"/>
                      <a:pt x="900" y="2778"/>
                    </a:cubicBezTo>
                    <a:cubicBezTo>
                      <a:pt x="959" y="2748"/>
                      <a:pt x="1030" y="2738"/>
                      <a:pt x="1096" y="2727"/>
                    </a:cubicBezTo>
                    <a:cubicBezTo>
                      <a:pt x="1323" y="2690"/>
                      <a:pt x="1542" y="2598"/>
                      <a:pt x="1724" y="2455"/>
                    </a:cubicBezTo>
                    <a:lnTo>
                      <a:pt x="1724" y="2455"/>
                    </a:lnTo>
                    <a:cubicBezTo>
                      <a:pt x="1441" y="2504"/>
                      <a:pt x="1159" y="2551"/>
                      <a:pt x="875" y="2599"/>
                    </a:cubicBezTo>
                    <a:cubicBezTo>
                      <a:pt x="985" y="2513"/>
                      <a:pt x="1108" y="2445"/>
                      <a:pt x="1237" y="2396"/>
                    </a:cubicBezTo>
                    <a:lnTo>
                      <a:pt x="1237" y="2396"/>
                    </a:lnTo>
                    <a:cubicBezTo>
                      <a:pt x="1088" y="2417"/>
                      <a:pt x="936" y="2441"/>
                      <a:pt x="787" y="2462"/>
                    </a:cubicBezTo>
                    <a:cubicBezTo>
                      <a:pt x="920" y="2369"/>
                      <a:pt x="1053" y="2277"/>
                      <a:pt x="1186" y="2183"/>
                    </a:cubicBezTo>
                    <a:lnTo>
                      <a:pt x="1186" y="2183"/>
                    </a:lnTo>
                    <a:cubicBezTo>
                      <a:pt x="1061" y="2222"/>
                      <a:pt x="936" y="2265"/>
                      <a:pt x="812" y="2304"/>
                    </a:cubicBezTo>
                    <a:cubicBezTo>
                      <a:pt x="1335" y="2006"/>
                      <a:pt x="1860" y="1711"/>
                      <a:pt x="2384" y="1413"/>
                    </a:cubicBezTo>
                    <a:lnTo>
                      <a:pt x="2384" y="1413"/>
                    </a:lnTo>
                    <a:cubicBezTo>
                      <a:pt x="1842" y="1621"/>
                      <a:pt x="1296" y="1830"/>
                      <a:pt x="752" y="2040"/>
                    </a:cubicBezTo>
                    <a:cubicBezTo>
                      <a:pt x="869" y="1942"/>
                      <a:pt x="990" y="1846"/>
                      <a:pt x="1108" y="1748"/>
                    </a:cubicBezTo>
                    <a:lnTo>
                      <a:pt x="1108" y="1748"/>
                    </a:lnTo>
                    <a:cubicBezTo>
                      <a:pt x="932" y="1801"/>
                      <a:pt x="758" y="1856"/>
                      <a:pt x="581" y="1909"/>
                    </a:cubicBezTo>
                    <a:cubicBezTo>
                      <a:pt x="681" y="1811"/>
                      <a:pt x="779" y="1713"/>
                      <a:pt x="881" y="1615"/>
                    </a:cubicBezTo>
                    <a:lnTo>
                      <a:pt x="881" y="1615"/>
                    </a:lnTo>
                    <a:lnTo>
                      <a:pt x="454" y="1756"/>
                    </a:lnTo>
                    <a:cubicBezTo>
                      <a:pt x="529" y="1674"/>
                      <a:pt x="603" y="1593"/>
                      <a:pt x="677" y="1513"/>
                    </a:cubicBezTo>
                    <a:lnTo>
                      <a:pt x="677" y="1513"/>
                    </a:lnTo>
                    <a:cubicBezTo>
                      <a:pt x="544" y="1544"/>
                      <a:pt x="413" y="1576"/>
                      <a:pt x="284" y="1611"/>
                    </a:cubicBezTo>
                    <a:cubicBezTo>
                      <a:pt x="364" y="1523"/>
                      <a:pt x="446" y="1435"/>
                      <a:pt x="529" y="1347"/>
                    </a:cubicBezTo>
                    <a:lnTo>
                      <a:pt x="529" y="1347"/>
                    </a:lnTo>
                    <a:lnTo>
                      <a:pt x="211" y="1427"/>
                    </a:lnTo>
                    <a:cubicBezTo>
                      <a:pt x="372" y="1300"/>
                      <a:pt x="532" y="1175"/>
                      <a:pt x="691" y="1047"/>
                    </a:cubicBezTo>
                    <a:lnTo>
                      <a:pt x="691" y="1047"/>
                    </a:lnTo>
                    <a:cubicBezTo>
                      <a:pt x="601" y="1077"/>
                      <a:pt x="509" y="1104"/>
                      <a:pt x="417" y="1133"/>
                    </a:cubicBezTo>
                    <a:cubicBezTo>
                      <a:pt x="1110" y="681"/>
                      <a:pt x="1850" y="302"/>
                      <a:pt x="2617" y="0"/>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5"/>
              <p:cNvSpPr/>
              <p:nvPr/>
            </p:nvSpPr>
            <p:spPr>
              <a:xfrm>
                <a:off x="1800404" y="776902"/>
                <a:ext cx="80123" cy="71768"/>
              </a:xfrm>
              <a:custGeom>
                <a:rect b="b" l="l" r="r" t="t"/>
                <a:pathLst>
                  <a:path extrusionOk="0" h="2156" w="2407">
                    <a:moveTo>
                      <a:pt x="1109" y="1"/>
                    </a:moveTo>
                    <a:cubicBezTo>
                      <a:pt x="975" y="1"/>
                      <a:pt x="839" y="20"/>
                      <a:pt x="707" y="59"/>
                    </a:cubicBezTo>
                    <a:cubicBezTo>
                      <a:pt x="678" y="95"/>
                      <a:pt x="651" y="128"/>
                      <a:pt x="615" y="157"/>
                    </a:cubicBezTo>
                    <a:cubicBezTo>
                      <a:pt x="658" y="128"/>
                      <a:pt x="703" y="100"/>
                      <a:pt x="750" y="77"/>
                    </a:cubicBezTo>
                    <a:lnTo>
                      <a:pt x="750" y="77"/>
                    </a:lnTo>
                    <a:lnTo>
                      <a:pt x="1" y="899"/>
                    </a:lnTo>
                    <a:cubicBezTo>
                      <a:pt x="341" y="635"/>
                      <a:pt x="682" y="371"/>
                      <a:pt x="1024" y="106"/>
                    </a:cubicBezTo>
                    <a:lnTo>
                      <a:pt x="1024" y="106"/>
                    </a:lnTo>
                    <a:cubicBezTo>
                      <a:pt x="966" y="230"/>
                      <a:pt x="907" y="353"/>
                      <a:pt x="848" y="478"/>
                    </a:cubicBezTo>
                    <a:cubicBezTo>
                      <a:pt x="950" y="384"/>
                      <a:pt x="1056" y="292"/>
                      <a:pt x="1157" y="198"/>
                    </a:cubicBezTo>
                    <a:lnTo>
                      <a:pt x="1157" y="198"/>
                    </a:lnTo>
                    <a:cubicBezTo>
                      <a:pt x="1075" y="296"/>
                      <a:pt x="1009" y="406"/>
                      <a:pt x="966" y="527"/>
                    </a:cubicBezTo>
                    <a:lnTo>
                      <a:pt x="1289" y="306"/>
                    </a:lnTo>
                    <a:lnTo>
                      <a:pt x="1289" y="306"/>
                    </a:lnTo>
                    <a:cubicBezTo>
                      <a:pt x="1224" y="429"/>
                      <a:pt x="1161" y="551"/>
                      <a:pt x="1097" y="672"/>
                    </a:cubicBezTo>
                    <a:cubicBezTo>
                      <a:pt x="1199" y="578"/>
                      <a:pt x="1312" y="502"/>
                      <a:pt x="1437" y="447"/>
                    </a:cubicBezTo>
                    <a:lnTo>
                      <a:pt x="1437" y="447"/>
                    </a:lnTo>
                    <a:cubicBezTo>
                      <a:pt x="1420" y="564"/>
                      <a:pt x="1369" y="674"/>
                      <a:pt x="1291" y="762"/>
                    </a:cubicBezTo>
                    <a:cubicBezTo>
                      <a:pt x="1377" y="694"/>
                      <a:pt x="1465" y="625"/>
                      <a:pt x="1551" y="557"/>
                    </a:cubicBezTo>
                    <a:lnTo>
                      <a:pt x="1551" y="557"/>
                    </a:lnTo>
                    <a:cubicBezTo>
                      <a:pt x="1514" y="697"/>
                      <a:pt x="1457" y="838"/>
                      <a:pt x="1386" y="966"/>
                    </a:cubicBezTo>
                    <a:cubicBezTo>
                      <a:pt x="1467" y="858"/>
                      <a:pt x="1570" y="764"/>
                      <a:pt x="1684" y="694"/>
                    </a:cubicBezTo>
                    <a:lnTo>
                      <a:pt x="1684" y="694"/>
                    </a:lnTo>
                    <a:cubicBezTo>
                      <a:pt x="1459" y="1097"/>
                      <a:pt x="1218" y="1488"/>
                      <a:pt x="960" y="1872"/>
                    </a:cubicBezTo>
                    <a:cubicBezTo>
                      <a:pt x="1306" y="1547"/>
                      <a:pt x="1623" y="1195"/>
                      <a:pt x="1907" y="815"/>
                    </a:cubicBezTo>
                    <a:lnTo>
                      <a:pt x="1907" y="815"/>
                    </a:lnTo>
                    <a:cubicBezTo>
                      <a:pt x="1895" y="971"/>
                      <a:pt x="1839" y="1126"/>
                      <a:pt x="1749" y="1255"/>
                    </a:cubicBezTo>
                    <a:cubicBezTo>
                      <a:pt x="1821" y="1161"/>
                      <a:pt x="1903" y="1073"/>
                      <a:pt x="1993" y="997"/>
                    </a:cubicBezTo>
                    <a:lnTo>
                      <a:pt x="1993" y="997"/>
                    </a:lnTo>
                    <a:cubicBezTo>
                      <a:pt x="2005" y="1058"/>
                      <a:pt x="2005" y="1122"/>
                      <a:pt x="1987" y="1181"/>
                    </a:cubicBezTo>
                    <a:cubicBezTo>
                      <a:pt x="2021" y="1142"/>
                      <a:pt x="2052" y="1103"/>
                      <a:pt x="2081" y="1065"/>
                    </a:cubicBezTo>
                    <a:cubicBezTo>
                      <a:pt x="2134" y="1103"/>
                      <a:pt x="2119" y="1183"/>
                      <a:pt x="2095" y="1244"/>
                    </a:cubicBezTo>
                    <a:cubicBezTo>
                      <a:pt x="1980" y="1547"/>
                      <a:pt x="1868" y="1852"/>
                      <a:pt x="1753" y="2156"/>
                    </a:cubicBezTo>
                    <a:cubicBezTo>
                      <a:pt x="1854" y="2085"/>
                      <a:pt x="1938" y="1999"/>
                      <a:pt x="2015" y="1905"/>
                    </a:cubicBezTo>
                    <a:cubicBezTo>
                      <a:pt x="2140" y="1696"/>
                      <a:pt x="2246" y="1478"/>
                      <a:pt x="2281" y="1249"/>
                    </a:cubicBezTo>
                    <a:cubicBezTo>
                      <a:pt x="2407" y="476"/>
                      <a:pt x="1779" y="1"/>
                      <a:pt x="1109" y="1"/>
                    </a:cubicBez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5"/>
              <p:cNvSpPr/>
              <p:nvPr/>
            </p:nvSpPr>
            <p:spPr>
              <a:xfrm>
                <a:off x="1645920" y="896135"/>
                <a:ext cx="164940" cy="135946"/>
              </a:xfrm>
              <a:custGeom>
                <a:rect b="b" l="l" r="r" t="t"/>
                <a:pathLst>
                  <a:path extrusionOk="0" h="4084" w="4955">
                    <a:moveTo>
                      <a:pt x="4616" y="2993"/>
                    </a:moveTo>
                    <a:cubicBezTo>
                      <a:pt x="4617" y="2995"/>
                      <a:pt x="4619" y="2996"/>
                      <a:pt x="4620" y="2997"/>
                    </a:cubicBezTo>
                    <a:cubicBezTo>
                      <a:pt x="4619" y="2996"/>
                      <a:pt x="4617" y="2995"/>
                      <a:pt x="4616" y="2993"/>
                    </a:cubicBezTo>
                    <a:close/>
                    <a:moveTo>
                      <a:pt x="3624" y="1"/>
                    </a:moveTo>
                    <a:lnTo>
                      <a:pt x="3624" y="1"/>
                    </a:lnTo>
                    <a:cubicBezTo>
                      <a:pt x="3369" y="408"/>
                      <a:pt x="3119" y="813"/>
                      <a:pt x="2864" y="1220"/>
                    </a:cubicBezTo>
                    <a:cubicBezTo>
                      <a:pt x="2907" y="1067"/>
                      <a:pt x="2954" y="913"/>
                      <a:pt x="2997" y="762"/>
                    </a:cubicBezTo>
                    <a:lnTo>
                      <a:pt x="2997" y="762"/>
                    </a:lnTo>
                    <a:cubicBezTo>
                      <a:pt x="2925" y="899"/>
                      <a:pt x="2855" y="1038"/>
                      <a:pt x="2780" y="1175"/>
                    </a:cubicBezTo>
                    <a:cubicBezTo>
                      <a:pt x="2827" y="1016"/>
                      <a:pt x="2859" y="852"/>
                      <a:pt x="2880" y="686"/>
                    </a:cubicBezTo>
                    <a:lnTo>
                      <a:pt x="2880" y="686"/>
                    </a:lnTo>
                    <a:cubicBezTo>
                      <a:pt x="2806" y="842"/>
                      <a:pt x="2729" y="1001"/>
                      <a:pt x="2653" y="1157"/>
                    </a:cubicBezTo>
                    <a:cubicBezTo>
                      <a:pt x="2659" y="1001"/>
                      <a:pt x="2661" y="842"/>
                      <a:pt x="2665" y="686"/>
                    </a:cubicBezTo>
                    <a:lnTo>
                      <a:pt x="2665" y="686"/>
                    </a:lnTo>
                    <a:cubicBezTo>
                      <a:pt x="2651" y="784"/>
                      <a:pt x="2639" y="879"/>
                      <a:pt x="2629" y="977"/>
                    </a:cubicBezTo>
                    <a:cubicBezTo>
                      <a:pt x="2614" y="1118"/>
                      <a:pt x="2620" y="1261"/>
                      <a:pt x="2594" y="1402"/>
                    </a:cubicBezTo>
                    <a:cubicBezTo>
                      <a:pt x="2586" y="1445"/>
                      <a:pt x="2577" y="1565"/>
                      <a:pt x="2528" y="1586"/>
                    </a:cubicBezTo>
                    <a:cubicBezTo>
                      <a:pt x="2519" y="1590"/>
                      <a:pt x="2511" y="1592"/>
                      <a:pt x="2503" y="1592"/>
                    </a:cubicBezTo>
                    <a:cubicBezTo>
                      <a:pt x="2438" y="1592"/>
                      <a:pt x="2384" y="1481"/>
                      <a:pt x="2375" y="1429"/>
                    </a:cubicBezTo>
                    <a:cubicBezTo>
                      <a:pt x="2346" y="1259"/>
                      <a:pt x="2326" y="1085"/>
                      <a:pt x="2308" y="911"/>
                    </a:cubicBezTo>
                    <a:cubicBezTo>
                      <a:pt x="2224" y="666"/>
                      <a:pt x="2152" y="419"/>
                      <a:pt x="2091" y="169"/>
                    </a:cubicBezTo>
                    <a:lnTo>
                      <a:pt x="2091" y="169"/>
                    </a:lnTo>
                    <a:cubicBezTo>
                      <a:pt x="2123" y="451"/>
                      <a:pt x="2144" y="735"/>
                      <a:pt x="2154" y="1020"/>
                    </a:cubicBezTo>
                    <a:cubicBezTo>
                      <a:pt x="2081" y="868"/>
                      <a:pt x="2009" y="713"/>
                      <a:pt x="1937" y="558"/>
                    </a:cubicBezTo>
                    <a:lnTo>
                      <a:pt x="1937" y="558"/>
                    </a:lnTo>
                    <a:cubicBezTo>
                      <a:pt x="1978" y="750"/>
                      <a:pt x="2019" y="938"/>
                      <a:pt x="2062" y="1128"/>
                    </a:cubicBezTo>
                    <a:cubicBezTo>
                      <a:pt x="1970" y="1018"/>
                      <a:pt x="1888" y="899"/>
                      <a:pt x="1819" y="772"/>
                    </a:cubicBezTo>
                    <a:lnTo>
                      <a:pt x="1819" y="772"/>
                    </a:lnTo>
                    <a:cubicBezTo>
                      <a:pt x="1872" y="942"/>
                      <a:pt x="1940" y="1108"/>
                      <a:pt x="2017" y="1271"/>
                    </a:cubicBezTo>
                    <a:cubicBezTo>
                      <a:pt x="1882" y="1153"/>
                      <a:pt x="1749" y="1038"/>
                      <a:pt x="1614" y="921"/>
                    </a:cubicBezTo>
                    <a:lnTo>
                      <a:pt x="1614" y="921"/>
                    </a:lnTo>
                    <a:cubicBezTo>
                      <a:pt x="1711" y="1095"/>
                      <a:pt x="1819" y="1263"/>
                      <a:pt x="1935" y="1426"/>
                    </a:cubicBezTo>
                    <a:cubicBezTo>
                      <a:pt x="1803" y="1324"/>
                      <a:pt x="1674" y="1224"/>
                      <a:pt x="1547" y="1124"/>
                    </a:cubicBezTo>
                    <a:lnTo>
                      <a:pt x="1547" y="1124"/>
                    </a:lnTo>
                    <a:cubicBezTo>
                      <a:pt x="1625" y="1232"/>
                      <a:pt x="1704" y="1339"/>
                      <a:pt x="1782" y="1449"/>
                    </a:cubicBezTo>
                    <a:cubicBezTo>
                      <a:pt x="1479" y="1216"/>
                      <a:pt x="1175" y="985"/>
                      <a:pt x="872" y="754"/>
                    </a:cubicBezTo>
                    <a:lnTo>
                      <a:pt x="872" y="754"/>
                    </a:lnTo>
                    <a:cubicBezTo>
                      <a:pt x="1075" y="971"/>
                      <a:pt x="1279" y="1193"/>
                      <a:pt x="1481" y="1410"/>
                    </a:cubicBezTo>
                    <a:cubicBezTo>
                      <a:pt x="1584" y="1494"/>
                      <a:pt x="1686" y="1576"/>
                      <a:pt x="1788" y="1660"/>
                    </a:cubicBezTo>
                    <a:cubicBezTo>
                      <a:pt x="1809" y="1676"/>
                      <a:pt x="1831" y="1703"/>
                      <a:pt x="1823" y="1729"/>
                    </a:cubicBezTo>
                    <a:cubicBezTo>
                      <a:pt x="1817" y="1750"/>
                      <a:pt x="1795" y="1757"/>
                      <a:pt x="1771" y="1757"/>
                    </a:cubicBezTo>
                    <a:cubicBezTo>
                      <a:pt x="1759" y="1757"/>
                      <a:pt x="1747" y="1755"/>
                      <a:pt x="1735" y="1752"/>
                    </a:cubicBezTo>
                    <a:cubicBezTo>
                      <a:pt x="1516" y="1702"/>
                      <a:pt x="1373" y="1574"/>
                      <a:pt x="1187" y="1461"/>
                    </a:cubicBezTo>
                    <a:cubicBezTo>
                      <a:pt x="1144" y="1435"/>
                      <a:pt x="1095" y="1410"/>
                      <a:pt x="1048" y="1386"/>
                    </a:cubicBezTo>
                    <a:cubicBezTo>
                      <a:pt x="923" y="1332"/>
                      <a:pt x="799" y="1279"/>
                      <a:pt x="674" y="1232"/>
                    </a:cubicBezTo>
                    <a:lnTo>
                      <a:pt x="674" y="1232"/>
                    </a:lnTo>
                    <a:cubicBezTo>
                      <a:pt x="852" y="1369"/>
                      <a:pt x="1046" y="1488"/>
                      <a:pt x="1246" y="1592"/>
                    </a:cubicBezTo>
                    <a:cubicBezTo>
                      <a:pt x="1036" y="1543"/>
                      <a:pt x="823" y="1504"/>
                      <a:pt x="608" y="1474"/>
                    </a:cubicBezTo>
                    <a:lnTo>
                      <a:pt x="608" y="1474"/>
                    </a:lnTo>
                    <a:lnTo>
                      <a:pt x="1430" y="1790"/>
                    </a:lnTo>
                    <a:cubicBezTo>
                      <a:pt x="1224" y="1792"/>
                      <a:pt x="1021" y="1794"/>
                      <a:pt x="815" y="1797"/>
                    </a:cubicBezTo>
                    <a:lnTo>
                      <a:pt x="1455" y="1915"/>
                    </a:lnTo>
                    <a:lnTo>
                      <a:pt x="985" y="2032"/>
                    </a:lnTo>
                    <a:cubicBezTo>
                      <a:pt x="1028" y="2037"/>
                      <a:pt x="1071" y="2040"/>
                      <a:pt x="1114" y="2040"/>
                    </a:cubicBezTo>
                    <a:cubicBezTo>
                      <a:pt x="1210" y="2040"/>
                      <a:pt x="1305" y="2028"/>
                      <a:pt x="1398" y="2005"/>
                    </a:cubicBezTo>
                    <a:lnTo>
                      <a:pt x="1398" y="2005"/>
                    </a:lnTo>
                    <a:cubicBezTo>
                      <a:pt x="921" y="2130"/>
                      <a:pt x="453" y="2291"/>
                      <a:pt x="1" y="2484"/>
                    </a:cubicBezTo>
                    <a:cubicBezTo>
                      <a:pt x="555" y="2428"/>
                      <a:pt x="1103" y="2302"/>
                      <a:pt x="1625" y="2117"/>
                    </a:cubicBezTo>
                    <a:lnTo>
                      <a:pt x="1625" y="2117"/>
                    </a:lnTo>
                    <a:cubicBezTo>
                      <a:pt x="1447" y="2212"/>
                      <a:pt x="1273" y="2316"/>
                      <a:pt x="1107" y="2428"/>
                    </a:cubicBezTo>
                    <a:cubicBezTo>
                      <a:pt x="1295" y="2336"/>
                      <a:pt x="1490" y="2261"/>
                      <a:pt x="1694" y="2208"/>
                    </a:cubicBezTo>
                    <a:lnTo>
                      <a:pt x="1694" y="2208"/>
                    </a:lnTo>
                    <a:lnTo>
                      <a:pt x="1261" y="2604"/>
                    </a:lnTo>
                    <a:cubicBezTo>
                      <a:pt x="1422" y="2545"/>
                      <a:pt x="1586" y="2488"/>
                      <a:pt x="1749" y="2430"/>
                    </a:cubicBezTo>
                    <a:lnTo>
                      <a:pt x="1749" y="2430"/>
                    </a:lnTo>
                    <a:cubicBezTo>
                      <a:pt x="1647" y="2561"/>
                      <a:pt x="1533" y="2680"/>
                      <a:pt x="1406" y="2788"/>
                    </a:cubicBezTo>
                    <a:cubicBezTo>
                      <a:pt x="1461" y="2751"/>
                      <a:pt x="1520" y="2717"/>
                      <a:pt x="1576" y="2680"/>
                    </a:cubicBezTo>
                    <a:lnTo>
                      <a:pt x="1576" y="2680"/>
                    </a:lnTo>
                    <a:cubicBezTo>
                      <a:pt x="1533" y="2776"/>
                      <a:pt x="1479" y="2866"/>
                      <a:pt x="1412" y="2948"/>
                    </a:cubicBezTo>
                    <a:cubicBezTo>
                      <a:pt x="1516" y="2884"/>
                      <a:pt x="1618" y="2819"/>
                      <a:pt x="1721" y="2753"/>
                    </a:cubicBezTo>
                    <a:cubicBezTo>
                      <a:pt x="1788" y="2688"/>
                      <a:pt x="1852" y="2620"/>
                      <a:pt x="1919" y="2551"/>
                    </a:cubicBezTo>
                    <a:cubicBezTo>
                      <a:pt x="1999" y="2463"/>
                      <a:pt x="2083" y="2369"/>
                      <a:pt x="2191" y="2318"/>
                    </a:cubicBezTo>
                    <a:cubicBezTo>
                      <a:pt x="2207" y="2311"/>
                      <a:pt x="2226" y="2304"/>
                      <a:pt x="2244" y="2304"/>
                    </a:cubicBezTo>
                    <a:cubicBezTo>
                      <a:pt x="2250" y="2304"/>
                      <a:pt x="2256" y="2304"/>
                      <a:pt x="2262" y="2306"/>
                    </a:cubicBezTo>
                    <a:cubicBezTo>
                      <a:pt x="2301" y="2320"/>
                      <a:pt x="2307" y="2371"/>
                      <a:pt x="2299" y="2414"/>
                    </a:cubicBezTo>
                    <a:cubicBezTo>
                      <a:pt x="2273" y="2616"/>
                      <a:pt x="2183" y="2788"/>
                      <a:pt x="2087" y="2958"/>
                    </a:cubicBezTo>
                    <a:cubicBezTo>
                      <a:pt x="2062" y="3023"/>
                      <a:pt x="2036" y="3076"/>
                      <a:pt x="2029" y="3103"/>
                    </a:cubicBezTo>
                    <a:cubicBezTo>
                      <a:pt x="1958" y="3330"/>
                      <a:pt x="1901" y="3569"/>
                      <a:pt x="1888" y="3808"/>
                    </a:cubicBezTo>
                    <a:cubicBezTo>
                      <a:pt x="1985" y="3622"/>
                      <a:pt x="2070" y="3428"/>
                      <a:pt x="2142" y="3230"/>
                    </a:cubicBezTo>
                    <a:lnTo>
                      <a:pt x="2142" y="3230"/>
                    </a:lnTo>
                    <a:cubicBezTo>
                      <a:pt x="2126" y="3286"/>
                      <a:pt x="2113" y="3342"/>
                      <a:pt x="2101" y="3399"/>
                    </a:cubicBezTo>
                    <a:cubicBezTo>
                      <a:pt x="2164" y="3260"/>
                      <a:pt x="2224" y="3123"/>
                      <a:pt x="2289" y="2984"/>
                    </a:cubicBezTo>
                    <a:lnTo>
                      <a:pt x="2289" y="2984"/>
                    </a:lnTo>
                    <a:cubicBezTo>
                      <a:pt x="2263" y="3128"/>
                      <a:pt x="2262" y="3275"/>
                      <a:pt x="2283" y="3418"/>
                    </a:cubicBezTo>
                    <a:cubicBezTo>
                      <a:pt x="2346" y="3281"/>
                      <a:pt x="2406" y="3144"/>
                      <a:pt x="2465" y="3007"/>
                    </a:cubicBezTo>
                    <a:cubicBezTo>
                      <a:pt x="2514" y="3113"/>
                      <a:pt x="2543" y="3228"/>
                      <a:pt x="2553" y="3344"/>
                    </a:cubicBezTo>
                    <a:cubicBezTo>
                      <a:pt x="2596" y="3128"/>
                      <a:pt x="2622" y="2907"/>
                      <a:pt x="2629" y="2688"/>
                    </a:cubicBezTo>
                    <a:cubicBezTo>
                      <a:pt x="2727" y="3160"/>
                      <a:pt x="2847" y="3624"/>
                      <a:pt x="2988" y="4084"/>
                    </a:cubicBezTo>
                    <a:cubicBezTo>
                      <a:pt x="2976" y="3878"/>
                      <a:pt x="2949" y="3673"/>
                      <a:pt x="2905" y="3473"/>
                    </a:cubicBezTo>
                    <a:lnTo>
                      <a:pt x="2905" y="3473"/>
                    </a:lnTo>
                    <a:cubicBezTo>
                      <a:pt x="2976" y="3639"/>
                      <a:pt x="3050" y="3806"/>
                      <a:pt x="3121" y="3972"/>
                    </a:cubicBezTo>
                    <a:cubicBezTo>
                      <a:pt x="3089" y="3761"/>
                      <a:pt x="3044" y="3553"/>
                      <a:pt x="2996" y="3348"/>
                    </a:cubicBezTo>
                    <a:lnTo>
                      <a:pt x="2996" y="3348"/>
                    </a:lnTo>
                    <a:cubicBezTo>
                      <a:pt x="3074" y="3551"/>
                      <a:pt x="3178" y="3745"/>
                      <a:pt x="3295" y="3925"/>
                    </a:cubicBezTo>
                    <a:cubicBezTo>
                      <a:pt x="3248" y="3696"/>
                      <a:pt x="3189" y="3467"/>
                      <a:pt x="3121" y="3242"/>
                    </a:cubicBezTo>
                    <a:lnTo>
                      <a:pt x="3121" y="3242"/>
                    </a:lnTo>
                    <a:cubicBezTo>
                      <a:pt x="3201" y="3408"/>
                      <a:pt x="3301" y="3563"/>
                      <a:pt x="3422" y="3702"/>
                    </a:cubicBezTo>
                    <a:cubicBezTo>
                      <a:pt x="3350" y="3524"/>
                      <a:pt x="3266" y="3354"/>
                      <a:pt x="3164" y="3191"/>
                    </a:cubicBezTo>
                    <a:lnTo>
                      <a:pt x="3164" y="3191"/>
                    </a:lnTo>
                    <a:cubicBezTo>
                      <a:pt x="3405" y="3436"/>
                      <a:pt x="3661" y="3663"/>
                      <a:pt x="3933" y="3872"/>
                    </a:cubicBezTo>
                    <a:cubicBezTo>
                      <a:pt x="3683" y="3463"/>
                      <a:pt x="3330" y="3138"/>
                      <a:pt x="3089" y="2743"/>
                    </a:cubicBezTo>
                    <a:cubicBezTo>
                      <a:pt x="3048" y="2702"/>
                      <a:pt x="3013" y="2659"/>
                      <a:pt x="2988" y="2606"/>
                    </a:cubicBezTo>
                    <a:cubicBezTo>
                      <a:pt x="2982" y="2592"/>
                      <a:pt x="2976" y="2573"/>
                      <a:pt x="2986" y="2561"/>
                    </a:cubicBezTo>
                    <a:cubicBezTo>
                      <a:pt x="2984" y="2555"/>
                      <a:pt x="2980" y="2553"/>
                      <a:pt x="2980" y="2547"/>
                    </a:cubicBezTo>
                    <a:lnTo>
                      <a:pt x="2980" y="2547"/>
                    </a:lnTo>
                    <a:cubicBezTo>
                      <a:pt x="2988" y="2551"/>
                      <a:pt x="2994" y="2551"/>
                      <a:pt x="2997" y="2553"/>
                    </a:cubicBezTo>
                    <a:cubicBezTo>
                      <a:pt x="2999" y="2551"/>
                      <a:pt x="3005" y="2547"/>
                      <a:pt x="3007" y="2547"/>
                    </a:cubicBezTo>
                    <a:cubicBezTo>
                      <a:pt x="3016" y="2545"/>
                      <a:pt x="3024" y="2544"/>
                      <a:pt x="3032" y="2544"/>
                    </a:cubicBezTo>
                    <a:cubicBezTo>
                      <a:pt x="3078" y="2544"/>
                      <a:pt x="3120" y="2569"/>
                      <a:pt x="3160" y="2594"/>
                    </a:cubicBezTo>
                    <a:cubicBezTo>
                      <a:pt x="3170" y="2602"/>
                      <a:pt x="3180" y="2606"/>
                      <a:pt x="3189" y="2614"/>
                    </a:cubicBezTo>
                    <a:cubicBezTo>
                      <a:pt x="3275" y="2653"/>
                      <a:pt x="3350" y="2702"/>
                      <a:pt x="3452" y="2770"/>
                    </a:cubicBezTo>
                    <a:cubicBezTo>
                      <a:pt x="3571" y="2851"/>
                      <a:pt x="3690" y="2935"/>
                      <a:pt x="3823" y="2995"/>
                    </a:cubicBezTo>
                    <a:cubicBezTo>
                      <a:pt x="3751" y="2933"/>
                      <a:pt x="3679" y="2870"/>
                      <a:pt x="3608" y="2807"/>
                    </a:cubicBezTo>
                    <a:lnTo>
                      <a:pt x="3608" y="2807"/>
                    </a:lnTo>
                    <a:cubicBezTo>
                      <a:pt x="3692" y="2841"/>
                      <a:pt x="3780" y="2876"/>
                      <a:pt x="3867" y="2909"/>
                    </a:cubicBezTo>
                    <a:cubicBezTo>
                      <a:pt x="3741" y="2815"/>
                      <a:pt x="3620" y="2719"/>
                      <a:pt x="3495" y="2623"/>
                    </a:cubicBezTo>
                    <a:lnTo>
                      <a:pt x="3495" y="2623"/>
                    </a:lnTo>
                    <a:cubicBezTo>
                      <a:pt x="3673" y="2690"/>
                      <a:pt x="3855" y="2741"/>
                      <a:pt x="4035" y="2807"/>
                    </a:cubicBezTo>
                    <a:cubicBezTo>
                      <a:pt x="4137" y="2845"/>
                      <a:pt x="4236" y="2878"/>
                      <a:pt x="4336" y="2913"/>
                    </a:cubicBezTo>
                    <a:cubicBezTo>
                      <a:pt x="4405" y="2934"/>
                      <a:pt x="4559" y="2948"/>
                      <a:pt x="4616" y="2993"/>
                    </a:cubicBezTo>
                    <a:lnTo>
                      <a:pt x="4616" y="2993"/>
                    </a:lnTo>
                    <a:cubicBezTo>
                      <a:pt x="4377" y="2789"/>
                      <a:pt x="4022" y="2751"/>
                      <a:pt x="3804" y="2526"/>
                    </a:cubicBezTo>
                    <a:lnTo>
                      <a:pt x="3804" y="2526"/>
                    </a:lnTo>
                    <a:cubicBezTo>
                      <a:pt x="3964" y="2545"/>
                      <a:pt x="4123" y="2567"/>
                      <a:pt x="4285" y="2586"/>
                    </a:cubicBezTo>
                    <a:cubicBezTo>
                      <a:pt x="4209" y="2555"/>
                      <a:pt x="4137" y="2526"/>
                      <a:pt x="4060" y="2494"/>
                    </a:cubicBezTo>
                    <a:cubicBezTo>
                      <a:pt x="4090" y="2488"/>
                      <a:pt x="4119" y="2486"/>
                      <a:pt x="4148" y="2483"/>
                    </a:cubicBezTo>
                    <a:cubicBezTo>
                      <a:pt x="4090" y="2447"/>
                      <a:pt x="4031" y="2416"/>
                      <a:pt x="3970" y="2381"/>
                    </a:cubicBezTo>
                    <a:lnTo>
                      <a:pt x="3970" y="2381"/>
                    </a:lnTo>
                    <a:cubicBezTo>
                      <a:pt x="4285" y="2439"/>
                      <a:pt x="4606" y="2479"/>
                      <a:pt x="4929" y="2496"/>
                    </a:cubicBezTo>
                    <a:cubicBezTo>
                      <a:pt x="4724" y="2349"/>
                      <a:pt x="4442" y="2342"/>
                      <a:pt x="4240" y="2189"/>
                    </a:cubicBezTo>
                    <a:cubicBezTo>
                      <a:pt x="4354" y="2179"/>
                      <a:pt x="4465" y="2165"/>
                      <a:pt x="4579" y="2156"/>
                    </a:cubicBezTo>
                    <a:lnTo>
                      <a:pt x="4168" y="2075"/>
                    </a:lnTo>
                    <a:cubicBezTo>
                      <a:pt x="4256" y="2048"/>
                      <a:pt x="4342" y="2025"/>
                      <a:pt x="4430" y="1997"/>
                    </a:cubicBezTo>
                    <a:cubicBezTo>
                      <a:pt x="4289" y="1978"/>
                      <a:pt x="4148" y="1966"/>
                      <a:pt x="4009" y="1966"/>
                    </a:cubicBezTo>
                    <a:cubicBezTo>
                      <a:pt x="4148" y="1921"/>
                      <a:pt x="4289" y="1889"/>
                      <a:pt x="4434" y="1876"/>
                    </a:cubicBezTo>
                    <a:cubicBezTo>
                      <a:pt x="4293" y="1860"/>
                      <a:pt x="4152" y="1852"/>
                      <a:pt x="4011" y="1852"/>
                    </a:cubicBezTo>
                    <a:cubicBezTo>
                      <a:pt x="3996" y="1852"/>
                      <a:pt x="3980" y="1852"/>
                      <a:pt x="3964" y="1852"/>
                    </a:cubicBezTo>
                    <a:cubicBezTo>
                      <a:pt x="4289" y="1778"/>
                      <a:pt x="4622" y="1719"/>
                      <a:pt x="4955" y="1676"/>
                    </a:cubicBezTo>
                    <a:cubicBezTo>
                      <a:pt x="4895" y="1670"/>
                      <a:pt x="4836" y="1667"/>
                      <a:pt x="4776" y="1667"/>
                    </a:cubicBezTo>
                    <a:cubicBezTo>
                      <a:pt x="4441" y="1667"/>
                      <a:pt x="4109" y="1755"/>
                      <a:pt x="3778" y="1813"/>
                    </a:cubicBezTo>
                    <a:cubicBezTo>
                      <a:pt x="3771" y="1817"/>
                      <a:pt x="3765" y="1819"/>
                      <a:pt x="3759" y="1821"/>
                    </a:cubicBezTo>
                    <a:cubicBezTo>
                      <a:pt x="3522" y="1909"/>
                      <a:pt x="3279" y="1997"/>
                      <a:pt x="3027" y="2005"/>
                    </a:cubicBezTo>
                    <a:cubicBezTo>
                      <a:pt x="3020" y="2005"/>
                      <a:pt x="3013" y="2005"/>
                      <a:pt x="3007" y="2005"/>
                    </a:cubicBezTo>
                    <a:cubicBezTo>
                      <a:pt x="2973" y="2005"/>
                      <a:pt x="2939" y="2000"/>
                      <a:pt x="2913" y="1978"/>
                    </a:cubicBezTo>
                    <a:cubicBezTo>
                      <a:pt x="2870" y="1940"/>
                      <a:pt x="2874" y="1872"/>
                      <a:pt x="2905" y="1827"/>
                    </a:cubicBezTo>
                    <a:cubicBezTo>
                      <a:pt x="2937" y="1780"/>
                      <a:pt x="2986" y="1752"/>
                      <a:pt x="3035" y="1729"/>
                    </a:cubicBezTo>
                    <a:cubicBezTo>
                      <a:pt x="3041" y="1725"/>
                      <a:pt x="3042" y="1723"/>
                      <a:pt x="3046" y="1723"/>
                    </a:cubicBezTo>
                    <a:cubicBezTo>
                      <a:pt x="3103" y="1670"/>
                      <a:pt x="3164" y="1617"/>
                      <a:pt x="3228" y="1576"/>
                    </a:cubicBezTo>
                    <a:cubicBezTo>
                      <a:pt x="3307" y="1527"/>
                      <a:pt x="3379" y="1498"/>
                      <a:pt x="3452" y="1435"/>
                    </a:cubicBezTo>
                    <a:cubicBezTo>
                      <a:pt x="3549" y="1347"/>
                      <a:pt x="3641" y="1251"/>
                      <a:pt x="3735" y="1157"/>
                    </a:cubicBezTo>
                    <a:cubicBezTo>
                      <a:pt x="3800" y="1089"/>
                      <a:pt x="3902" y="919"/>
                      <a:pt x="3984" y="881"/>
                    </a:cubicBezTo>
                    <a:lnTo>
                      <a:pt x="3984" y="881"/>
                    </a:lnTo>
                    <a:cubicBezTo>
                      <a:pt x="3833" y="948"/>
                      <a:pt x="3712" y="1065"/>
                      <a:pt x="3593" y="1181"/>
                    </a:cubicBezTo>
                    <a:cubicBezTo>
                      <a:pt x="3667" y="1105"/>
                      <a:pt x="3730" y="1018"/>
                      <a:pt x="3775" y="921"/>
                    </a:cubicBezTo>
                    <a:cubicBezTo>
                      <a:pt x="3769" y="910"/>
                      <a:pt x="3759" y="907"/>
                      <a:pt x="3748" y="907"/>
                    </a:cubicBezTo>
                    <a:cubicBezTo>
                      <a:pt x="3732" y="907"/>
                      <a:pt x="3715" y="914"/>
                      <a:pt x="3700" y="923"/>
                    </a:cubicBezTo>
                    <a:cubicBezTo>
                      <a:pt x="3565" y="1011"/>
                      <a:pt x="3442" y="1108"/>
                      <a:pt x="3326" y="1222"/>
                    </a:cubicBezTo>
                    <a:cubicBezTo>
                      <a:pt x="3432" y="1077"/>
                      <a:pt x="3536" y="932"/>
                      <a:pt x="3641" y="785"/>
                    </a:cubicBezTo>
                    <a:lnTo>
                      <a:pt x="3641" y="785"/>
                    </a:lnTo>
                    <a:cubicBezTo>
                      <a:pt x="3491" y="911"/>
                      <a:pt x="3350" y="1054"/>
                      <a:pt x="3230" y="1210"/>
                    </a:cubicBezTo>
                    <a:cubicBezTo>
                      <a:pt x="3354" y="958"/>
                      <a:pt x="3502" y="717"/>
                      <a:pt x="3679" y="498"/>
                    </a:cubicBezTo>
                    <a:lnTo>
                      <a:pt x="3679" y="498"/>
                    </a:lnTo>
                    <a:cubicBezTo>
                      <a:pt x="3428" y="727"/>
                      <a:pt x="3207" y="987"/>
                      <a:pt x="2986" y="1249"/>
                    </a:cubicBezTo>
                    <a:lnTo>
                      <a:pt x="3624" y="1"/>
                    </a:lnTo>
                    <a:close/>
                  </a:path>
                </a:pathLst>
              </a:custGeom>
              <a:solidFill>
                <a:srgbClr val="191919">
                  <a:alpha val="130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7" name="Google Shape;9557;p25"/>
            <p:cNvSpPr/>
            <p:nvPr/>
          </p:nvSpPr>
          <p:spPr>
            <a:xfrm>
              <a:off x="523204" y="764033"/>
              <a:ext cx="68839" cy="68772"/>
            </a:xfrm>
            <a:custGeom>
              <a:rect b="b" l="l" r="r" t="t"/>
              <a:pathLst>
                <a:path extrusionOk="0" h="2066" w="2068">
                  <a:moveTo>
                    <a:pt x="1034" y="0"/>
                  </a:moveTo>
                  <a:cubicBezTo>
                    <a:pt x="465" y="0"/>
                    <a:pt x="1" y="462"/>
                    <a:pt x="1" y="1034"/>
                  </a:cubicBezTo>
                  <a:cubicBezTo>
                    <a:pt x="1" y="1603"/>
                    <a:pt x="465" y="2065"/>
                    <a:pt x="1034" y="2065"/>
                  </a:cubicBezTo>
                  <a:cubicBezTo>
                    <a:pt x="1604" y="2065"/>
                    <a:pt x="2068" y="1603"/>
                    <a:pt x="2068" y="1034"/>
                  </a:cubicBezTo>
                  <a:cubicBezTo>
                    <a:pt x="2068" y="462"/>
                    <a:pt x="1604"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5"/>
            <p:cNvSpPr/>
            <p:nvPr/>
          </p:nvSpPr>
          <p:spPr>
            <a:xfrm>
              <a:off x="372229" y="2597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5"/>
            <p:cNvSpPr/>
            <p:nvPr/>
          </p:nvSpPr>
          <p:spPr>
            <a:xfrm>
              <a:off x="143629" y="869373"/>
              <a:ext cx="39679" cy="39579"/>
            </a:xfrm>
            <a:custGeom>
              <a:rect b="b" l="l" r="r" t="t"/>
              <a:pathLst>
                <a:path extrusionOk="0" h="1189" w="1192">
                  <a:moveTo>
                    <a:pt x="596" y="0"/>
                  </a:moveTo>
                  <a:cubicBezTo>
                    <a:pt x="267" y="0"/>
                    <a:pt x="1" y="264"/>
                    <a:pt x="1" y="593"/>
                  </a:cubicBezTo>
                  <a:cubicBezTo>
                    <a:pt x="1" y="922"/>
                    <a:pt x="267" y="1188"/>
                    <a:pt x="596" y="1188"/>
                  </a:cubicBezTo>
                  <a:cubicBezTo>
                    <a:pt x="925" y="1188"/>
                    <a:pt x="1191" y="922"/>
                    <a:pt x="1191" y="593"/>
                  </a:cubicBezTo>
                  <a:cubicBezTo>
                    <a:pt x="1191" y="264"/>
                    <a:pt x="925"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0" name="Google Shape;9560;p25"/>
          <p:cNvSpPr txBox="1"/>
          <p:nvPr/>
        </p:nvSpPr>
        <p:spPr>
          <a:xfrm>
            <a:off x="1430000" y="3980113"/>
            <a:ext cx="2952900" cy="8958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a:solidFill>
                  <a:srgbClr val="202122"/>
                </a:solidFill>
                <a:latin typeface="Scheherazade New"/>
                <a:ea typeface="Scheherazade New"/>
                <a:cs typeface="Scheherazade New"/>
                <a:sym typeface="Scheherazade New"/>
              </a:rPr>
              <a:t>Brazil is home to </a:t>
            </a:r>
            <a:r>
              <a:rPr lang="en">
                <a:solidFill>
                  <a:srgbClr val="202122"/>
                </a:solidFill>
                <a:latin typeface="Scheherazade New"/>
                <a:ea typeface="Scheherazade New"/>
                <a:cs typeface="Scheherazade New"/>
                <a:sym typeface="Scheherazade New"/>
              </a:rPr>
              <a:t>the world’s largest rainforest, </a:t>
            </a:r>
            <a:r>
              <a:rPr lang="en">
                <a:solidFill>
                  <a:schemeClr val="dk2"/>
                </a:solidFill>
                <a:latin typeface="Scheherazade New"/>
                <a:ea typeface="Scheherazade New"/>
                <a:cs typeface="Scheherazade New"/>
                <a:sym typeface="Scheherazade New"/>
              </a:rPr>
              <a:t>The Amazon</a:t>
            </a:r>
            <a:r>
              <a:rPr lang="en">
                <a:solidFill>
                  <a:srgbClr val="202122"/>
                </a:solidFill>
                <a:latin typeface="Scheherazade New"/>
                <a:ea typeface="Scheherazade New"/>
                <a:cs typeface="Scheherazade New"/>
                <a:sym typeface="Scheherazade New"/>
              </a:rPr>
              <a:t> (this will become relevant later on!)</a:t>
            </a:r>
            <a:endParaRPr/>
          </a:p>
        </p:txBody>
      </p:sp>
      <p:sp>
        <p:nvSpPr>
          <p:cNvPr id="9561" name="Google Shape;9561;p25"/>
          <p:cNvSpPr txBox="1"/>
          <p:nvPr/>
        </p:nvSpPr>
        <p:spPr>
          <a:xfrm>
            <a:off x="82075" y="3333988"/>
            <a:ext cx="2160600" cy="72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3500">
                <a:solidFill>
                  <a:schemeClr val="dk2"/>
                </a:solidFill>
                <a:latin typeface="Sriracha"/>
                <a:ea typeface="Sriracha"/>
                <a:cs typeface="Sriracha"/>
                <a:sym typeface="Sriracha"/>
              </a:rPr>
              <a:t>Fun fact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sp>
        <p:nvSpPr>
          <p:cNvPr id="9566" name="Google Shape;9566;p26"/>
          <p:cNvSpPr txBox="1"/>
          <p:nvPr>
            <p:ph type="title"/>
          </p:nvPr>
        </p:nvSpPr>
        <p:spPr>
          <a:xfrm>
            <a:off x="492525" y="274775"/>
            <a:ext cx="82359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Issue</a:t>
            </a:r>
            <a:endParaRPr/>
          </a:p>
        </p:txBody>
      </p:sp>
      <p:sp>
        <p:nvSpPr>
          <p:cNvPr id="9567" name="Google Shape;9567;p26"/>
          <p:cNvSpPr txBox="1"/>
          <p:nvPr/>
        </p:nvSpPr>
        <p:spPr>
          <a:xfrm>
            <a:off x="492525" y="3084500"/>
            <a:ext cx="5554800" cy="182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900">
                <a:solidFill>
                  <a:srgbClr val="202122"/>
                </a:solidFill>
                <a:latin typeface="Scheherazade New"/>
                <a:ea typeface="Scheherazade New"/>
                <a:cs typeface="Scheherazade New"/>
                <a:sym typeface="Scheherazade New"/>
              </a:rPr>
              <a:t>Unfortunately</a:t>
            </a:r>
            <a:r>
              <a:rPr lang="en" sz="1900">
                <a:solidFill>
                  <a:srgbClr val="202122"/>
                </a:solidFill>
                <a:latin typeface="Scheherazade New"/>
                <a:ea typeface="Scheherazade New"/>
                <a:cs typeface="Scheherazade New"/>
                <a:sym typeface="Scheherazade New"/>
              </a:rPr>
              <a:t>, unchecked deforestation is actively taking the amazon closer to it’s tipping point, where it will no longer be able to support its </a:t>
            </a:r>
            <a:r>
              <a:rPr lang="en" sz="1900">
                <a:solidFill>
                  <a:srgbClr val="202122"/>
                </a:solidFill>
                <a:latin typeface="Scheherazade New"/>
                <a:ea typeface="Scheherazade New"/>
                <a:cs typeface="Scheherazade New"/>
                <a:sym typeface="Scheherazade New"/>
              </a:rPr>
              <a:t>ecosystems</a:t>
            </a:r>
            <a:r>
              <a:rPr lang="en" sz="1900">
                <a:solidFill>
                  <a:srgbClr val="202122"/>
                </a:solidFill>
                <a:latin typeface="Scheherazade New"/>
                <a:ea typeface="Scheherazade New"/>
                <a:cs typeface="Scheherazade New"/>
                <a:sym typeface="Scheherazade New"/>
              </a:rPr>
              <a:t> or generate its own rainfall, and </a:t>
            </a:r>
            <a:r>
              <a:rPr lang="en" sz="1900">
                <a:solidFill>
                  <a:srgbClr val="202122"/>
                </a:solidFill>
                <a:latin typeface="Scheherazade New"/>
                <a:ea typeface="Scheherazade New"/>
                <a:cs typeface="Scheherazade New"/>
                <a:sym typeface="Scheherazade New"/>
              </a:rPr>
              <a:t>it’s happening at a rapid rate (about 8000 km of forest destroyed in a year.)</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p:txBody>
      </p:sp>
      <p:sp>
        <p:nvSpPr>
          <p:cNvPr id="9568" name="Google Shape;9568;p26"/>
          <p:cNvSpPr txBox="1"/>
          <p:nvPr/>
        </p:nvSpPr>
        <p:spPr>
          <a:xfrm>
            <a:off x="3015975" y="1047575"/>
            <a:ext cx="5887800" cy="1822500"/>
          </a:xfrm>
          <a:prstGeom prst="rect">
            <a:avLst/>
          </a:prstGeom>
          <a:noFill/>
          <a:ln>
            <a:noFill/>
          </a:ln>
        </p:spPr>
        <p:txBody>
          <a:bodyPr anchorCtr="0" anchor="t" bIns="91425" lIns="91425" spcFirstLastPara="1" rIns="91425" wrap="square" tIns="91425">
            <a:spAutoFit/>
          </a:bodyPr>
          <a:lstStyle/>
          <a:p>
            <a:pPr indent="0" lvl="0" marL="0" rtl="0" algn="r">
              <a:lnSpc>
                <a:spcPct val="115000"/>
              </a:lnSpc>
              <a:spcBef>
                <a:spcPts val="0"/>
              </a:spcBef>
              <a:spcAft>
                <a:spcPts val="1200"/>
              </a:spcAft>
              <a:buNone/>
            </a:pPr>
            <a:r>
              <a:rPr lang="en" sz="1900" u="sng">
                <a:solidFill>
                  <a:srgbClr val="202122"/>
                </a:solidFill>
                <a:latin typeface="Scheherazade New"/>
                <a:ea typeface="Scheherazade New"/>
                <a:cs typeface="Scheherazade New"/>
                <a:sym typeface="Scheherazade New"/>
              </a:rPr>
              <a:t>The Amazon Rainforest</a:t>
            </a:r>
            <a:r>
              <a:rPr lang="en" sz="1900">
                <a:solidFill>
                  <a:srgbClr val="202122"/>
                </a:solidFill>
                <a:latin typeface="Scheherazade New"/>
                <a:ea typeface="Scheherazade New"/>
                <a:cs typeface="Scheherazade New"/>
                <a:sym typeface="Scheherazade New"/>
              </a:rPr>
              <a:t> is the biggest rainforest in the world, spanning approximately 3 million square km. It’s diverse ecosystem is currently supporting over 3 million species of animal and plant. Species are still currently being discovered as we speak.</a:t>
            </a:r>
            <a:endParaRPr/>
          </a:p>
        </p:txBody>
      </p:sp>
      <p:pic>
        <p:nvPicPr>
          <p:cNvPr id="9569" name="Google Shape;9569;p26"/>
          <p:cNvPicPr preferRelativeResize="0"/>
          <p:nvPr/>
        </p:nvPicPr>
        <p:blipFill rotWithShape="1">
          <a:blip r:embed="rId3">
            <a:alphaModFix/>
          </a:blip>
          <a:srcRect b="0" l="3186" r="28726" t="0"/>
          <a:stretch/>
        </p:blipFill>
        <p:spPr>
          <a:xfrm>
            <a:off x="490950" y="1047575"/>
            <a:ext cx="2314500" cy="1955100"/>
          </a:xfrm>
          <a:prstGeom prst="roundRect">
            <a:avLst>
              <a:gd fmla="val 16667" name="adj"/>
            </a:avLst>
          </a:prstGeom>
          <a:noFill/>
          <a:ln>
            <a:noFill/>
          </a:ln>
        </p:spPr>
      </p:pic>
      <p:pic>
        <p:nvPicPr>
          <p:cNvPr id="9570" name="Google Shape;9570;p26"/>
          <p:cNvPicPr preferRelativeResize="0"/>
          <p:nvPr/>
        </p:nvPicPr>
        <p:blipFill rotWithShape="1">
          <a:blip r:embed="rId4">
            <a:alphaModFix/>
          </a:blip>
          <a:srcRect b="0" l="12437" r="8198" t="0"/>
          <a:stretch/>
        </p:blipFill>
        <p:spPr>
          <a:xfrm>
            <a:off x="6047325" y="3002675"/>
            <a:ext cx="2657400" cy="1883400"/>
          </a:xfrm>
          <a:prstGeom prst="roundRect">
            <a:avLst>
              <a:gd fmla="val 16667" name="adj"/>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4" name="Shape 9574"/>
        <p:cNvGrpSpPr/>
        <p:nvPr/>
      </p:nvGrpSpPr>
      <p:grpSpPr>
        <a:xfrm>
          <a:off x="0" y="0"/>
          <a:ext cx="0" cy="0"/>
          <a:chOff x="0" y="0"/>
          <a:chExt cx="0" cy="0"/>
        </a:xfrm>
      </p:grpSpPr>
      <p:sp>
        <p:nvSpPr>
          <p:cNvPr id="9575" name="Google Shape;9575;p27"/>
          <p:cNvSpPr txBox="1"/>
          <p:nvPr>
            <p:ph type="title"/>
          </p:nvPr>
        </p:nvSpPr>
        <p:spPr>
          <a:xfrm>
            <a:off x="720000" y="3316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deforestation impacting?</a:t>
            </a:r>
            <a:endParaRPr/>
          </a:p>
        </p:txBody>
      </p:sp>
      <p:sp>
        <p:nvSpPr>
          <p:cNvPr id="9576" name="Google Shape;9576;p27"/>
          <p:cNvSpPr txBox="1"/>
          <p:nvPr>
            <p:ph idx="1" type="subTitle"/>
          </p:nvPr>
        </p:nvSpPr>
        <p:spPr>
          <a:xfrm>
            <a:off x="227363" y="2781600"/>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Studies show at least </a:t>
            </a:r>
            <a:r>
              <a:rPr lang="en" sz="1700" u="sng">
                <a:solidFill>
                  <a:schemeClr val="dk2"/>
                </a:solidFill>
                <a:latin typeface="Scheherazade New"/>
                <a:ea typeface="Scheherazade New"/>
                <a:cs typeface="Scheherazade New"/>
                <a:sym typeface="Scheherazade New"/>
              </a:rPr>
              <a:t>70%</a:t>
            </a:r>
            <a:r>
              <a:rPr lang="en" sz="1700">
                <a:solidFill>
                  <a:srgbClr val="202122"/>
                </a:solidFill>
                <a:latin typeface="Scheherazade New"/>
                <a:ea typeface="Scheherazade New"/>
                <a:cs typeface="Scheherazade New"/>
                <a:sym typeface="Scheherazade New"/>
              </a:rPr>
              <a:t> of the plants used to treat cancer come from the rainforest.</a:t>
            </a:r>
            <a:endParaRPr sz="1700"/>
          </a:p>
        </p:txBody>
      </p:sp>
      <p:sp>
        <p:nvSpPr>
          <p:cNvPr id="9577" name="Google Shape;9577;p27"/>
          <p:cNvSpPr txBox="1"/>
          <p:nvPr>
            <p:ph idx="2" type="subTitle"/>
          </p:nvPr>
        </p:nvSpPr>
        <p:spPr>
          <a:xfrm>
            <a:off x="3200388" y="2781588"/>
            <a:ext cx="2743200" cy="1008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rgbClr val="202122"/>
                </a:solidFill>
                <a:latin typeface="Scheherazade New"/>
                <a:ea typeface="Scheherazade New"/>
                <a:cs typeface="Scheherazade New"/>
                <a:sym typeface="Scheherazade New"/>
              </a:rPr>
              <a:t>The amazon forests store over 150 billion metric tons of carbon, and they absorb 2 billion tons of carbon dioxide each year.</a:t>
            </a:r>
            <a:endParaRPr sz="1700">
              <a:solidFill>
                <a:srgbClr val="202122"/>
              </a:solidFill>
              <a:latin typeface="Scheherazade New"/>
              <a:ea typeface="Scheherazade New"/>
              <a:cs typeface="Scheherazade New"/>
              <a:sym typeface="Scheherazade New"/>
            </a:endParaRPr>
          </a:p>
          <a:p>
            <a:pPr indent="0" lvl="0" marL="0" rtl="0" algn="ctr">
              <a:spcBef>
                <a:spcPts val="1200"/>
              </a:spcBef>
              <a:spcAft>
                <a:spcPts val="0"/>
              </a:spcAft>
              <a:buNone/>
            </a:pPr>
            <a:r>
              <a:t/>
            </a:r>
            <a:endParaRPr/>
          </a:p>
        </p:txBody>
      </p:sp>
      <p:sp>
        <p:nvSpPr>
          <p:cNvPr id="9578" name="Google Shape;9578;p27"/>
          <p:cNvSpPr txBox="1"/>
          <p:nvPr>
            <p:ph idx="3" type="title"/>
          </p:nvPr>
        </p:nvSpPr>
        <p:spPr>
          <a:xfrm>
            <a:off x="227363" y="2400600"/>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Medicine</a:t>
            </a:r>
            <a:endParaRPr/>
          </a:p>
        </p:txBody>
      </p:sp>
      <p:sp>
        <p:nvSpPr>
          <p:cNvPr id="9579" name="Google Shape;9579;p27"/>
          <p:cNvSpPr txBox="1"/>
          <p:nvPr>
            <p:ph idx="4" type="title"/>
          </p:nvPr>
        </p:nvSpPr>
        <p:spPr>
          <a:xfrm>
            <a:off x="3200388" y="2400588"/>
            <a:ext cx="2743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Climate Regulator</a:t>
            </a:r>
            <a:endParaRPr/>
          </a:p>
        </p:txBody>
      </p:sp>
      <p:sp>
        <p:nvSpPr>
          <p:cNvPr id="9580" name="Google Shape;9580;p27"/>
          <p:cNvSpPr txBox="1"/>
          <p:nvPr/>
        </p:nvSpPr>
        <p:spPr>
          <a:xfrm>
            <a:off x="1069775" y="1353900"/>
            <a:ext cx="1058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sz="5600"/>
          </a:p>
        </p:txBody>
      </p:sp>
      <p:pic>
        <p:nvPicPr>
          <p:cNvPr id="9581" name="Google Shape;9581;p27"/>
          <p:cNvPicPr preferRelativeResize="0"/>
          <p:nvPr/>
        </p:nvPicPr>
        <p:blipFill rotWithShape="1">
          <a:blip r:embed="rId3">
            <a:alphaModFix/>
          </a:blip>
          <a:srcRect b="11988" l="0" r="13217" t="9042"/>
          <a:stretch/>
        </p:blipFill>
        <p:spPr>
          <a:xfrm>
            <a:off x="4080887" y="1446710"/>
            <a:ext cx="982224" cy="860026"/>
          </a:xfrm>
          <a:prstGeom prst="rect">
            <a:avLst/>
          </a:prstGeom>
          <a:noFill/>
          <a:ln>
            <a:noFill/>
          </a:ln>
        </p:spPr>
      </p:pic>
      <p:sp>
        <p:nvSpPr>
          <p:cNvPr id="9582" name="Google Shape;9582;p27"/>
          <p:cNvSpPr txBox="1"/>
          <p:nvPr/>
        </p:nvSpPr>
        <p:spPr>
          <a:xfrm>
            <a:off x="7076725" y="1353363"/>
            <a:ext cx="1193400" cy="1046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5600">
                <a:solidFill>
                  <a:schemeClr val="dk1"/>
                </a:solidFill>
                <a:latin typeface="Roboto"/>
                <a:ea typeface="Roboto"/>
                <a:cs typeface="Roboto"/>
                <a:sym typeface="Roboto"/>
              </a:rPr>
              <a:t>🦜</a:t>
            </a:r>
            <a:endParaRPr/>
          </a:p>
        </p:txBody>
      </p:sp>
      <p:sp>
        <p:nvSpPr>
          <p:cNvPr id="9583" name="Google Shape;9583;p27"/>
          <p:cNvSpPr txBox="1"/>
          <p:nvPr/>
        </p:nvSpPr>
        <p:spPr>
          <a:xfrm>
            <a:off x="6173425" y="2344500"/>
            <a:ext cx="3000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500">
                <a:solidFill>
                  <a:schemeClr val="dk2"/>
                </a:solidFill>
                <a:latin typeface="Sriracha"/>
                <a:ea typeface="Sriracha"/>
                <a:cs typeface="Sriracha"/>
                <a:sym typeface="Sriracha"/>
              </a:rPr>
              <a:t>Biodiversity</a:t>
            </a:r>
            <a:endParaRPr sz="2500">
              <a:solidFill>
                <a:schemeClr val="dk2"/>
              </a:solidFill>
              <a:latin typeface="Sriracha"/>
              <a:ea typeface="Sriracha"/>
              <a:cs typeface="Sriracha"/>
              <a:sym typeface="Sriracha"/>
            </a:endParaRPr>
          </a:p>
        </p:txBody>
      </p:sp>
      <p:sp>
        <p:nvSpPr>
          <p:cNvPr id="9584" name="Google Shape;9584;p27"/>
          <p:cNvSpPr txBox="1"/>
          <p:nvPr/>
        </p:nvSpPr>
        <p:spPr>
          <a:xfrm>
            <a:off x="6144000" y="2857800"/>
            <a:ext cx="3000000" cy="1349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1700">
                <a:solidFill>
                  <a:srgbClr val="202122"/>
                </a:solidFill>
                <a:latin typeface="Scheherazade New"/>
                <a:ea typeface="Scheherazade New"/>
                <a:cs typeface="Scheherazade New"/>
                <a:sym typeface="Scheherazade New"/>
              </a:rPr>
              <a:t>The Amazon is home to more than 10% of the world’s known wildlife species, some of which are crucial to our survival.</a:t>
            </a:r>
            <a:endParaRPr sz="1700">
              <a:solidFill>
                <a:schemeClr val="dk1"/>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8" name="Shape 9588"/>
        <p:cNvGrpSpPr/>
        <p:nvPr/>
      </p:nvGrpSpPr>
      <p:grpSpPr>
        <a:xfrm>
          <a:off x="0" y="0"/>
          <a:ext cx="0" cy="0"/>
          <a:chOff x="0" y="0"/>
          <a:chExt cx="0" cy="0"/>
        </a:xfrm>
      </p:grpSpPr>
      <p:sp>
        <p:nvSpPr>
          <p:cNvPr id="9589" name="Google Shape;9589;p28"/>
          <p:cNvSpPr/>
          <p:nvPr/>
        </p:nvSpPr>
        <p:spPr>
          <a:xfrm>
            <a:off x="647900" y="1555950"/>
            <a:ext cx="3709500" cy="2031900"/>
          </a:xfrm>
          <a:prstGeom prst="wedgeRoundRectCallout">
            <a:avLst>
              <a:gd fmla="val -33289" name="adj1"/>
              <a:gd fmla="val 73702" name="adj2"/>
              <a:gd fmla="val 0" name="adj3"/>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590" name="Google Shape;9590;p28"/>
          <p:cNvSpPr txBox="1"/>
          <p:nvPr/>
        </p:nvSpPr>
        <p:spPr>
          <a:xfrm>
            <a:off x="647900" y="1586700"/>
            <a:ext cx="3709500" cy="1970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300">
                <a:solidFill>
                  <a:srgbClr val="202122"/>
                </a:solidFill>
                <a:latin typeface="Scheherazade New"/>
                <a:ea typeface="Scheherazade New"/>
                <a:cs typeface="Scheherazade New"/>
                <a:sym typeface="Scheherazade New"/>
              </a:rPr>
              <a:t>In September 2015, Brazilian President </a:t>
            </a:r>
            <a:r>
              <a:rPr lang="en" sz="1300">
                <a:solidFill>
                  <a:srgbClr val="3366CC"/>
                </a:solidFill>
                <a:uFill>
                  <a:noFill/>
                </a:uFill>
                <a:latin typeface="Scheherazade New"/>
                <a:ea typeface="Scheherazade New"/>
                <a:cs typeface="Scheherazade New"/>
                <a:sym typeface="Scheherazade New"/>
                <a:hlinkClick r:id="rId3">
                  <a:extLst>
                    <a:ext uri="{A12FA001-AC4F-418D-AE19-62706E023703}">
                      <ahyp:hlinkClr val="tx"/>
                    </a:ext>
                  </a:extLst>
                </a:hlinkClick>
              </a:rPr>
              <a:t>Dilma Rousseff</a:t>
            </a:r>
            <a:r>
              <a:rPr lang="en" sz="1300">
                <a:solidFill>
                  <a:srgbClr val="202122"/>
                </a:solidFill>
                <a:latin typeface="Scheherazade New"/>
                <a:ea typeface="Scheherazade New"/>
                <a:cs typeface="Scheherazade New"/>
                <a:sym typeface="Scheherazade New"/>
              </a:rPr>
              <a:t> addressed the United Nations, reporting that Brazil had effectively reduced the deforestation rate in the Amazon by 82%. She also outlined Brazil's goals for the next 15 years, which included eliminating illegal deforestation, restoring and reforesting an area of 120,000 km</a:t>
            </a:r>
            <a:r>
              <a:rPr baseline="30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(46,000 sq mi), and rehabilitating 150,000 km</a:t>
            </a:r>
            <a:r>
              <a:rPr baseline="30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(58,000 sq mi) of degraded pastures.</a:t>
            </a:r>
            <a:r>
              <a:rPr baseline="30000" lang="en" sz="1700">
                <a:solidFill>
                  <a:srgbClr val="3366CC"/>
                </a:solidFill>
                <a:uFill>
                  <a:noFill/>
                </a:uFill>
                <a:latin typeface="Scheherazade New"/>
                <a:ea typeface="Scheherazade New"/>
                <a:cs typeface="Scheherazade New"/>
                <a:sym typeface="Scheherazade New"/>
                <a:hlinkClick r:id="rId4">
                  <a:extLst>
                    <a:ext uri="{A12FA001-AC4F-418D-AE19-62706E023703}">
                      <ahyp:hlinkClr val="tx"/>
                    </a:ext>
                  </a:extLst>
                </a:hlinkClick>
              </a:rPr>
              <a:t>[112]</a:t>
            </a:r>
            <a:endParaRPr sz="1500">
              <a:latin typeface="Scheherazade New"/>
              <a:ea typeface="Scheherazade New"/>
              <a:cs typeface="Scheherazade New"/>
              <a:sym typeface="Scheherazade New"/>
            </a:endParaRPr>
          </a:p>
        </p:txBody>
      </p:sp>
      <p:sp>
        <p:nvSpPr>
          <p:cNvPr id="9591" name="Google Shape;9591;p28"/>
          <p:cNvSpPr/>
          <p:nvPr/>
        </p:nvSpPr>
        <p:spPr>
          <a:xfrm flipH="1">
            <a:off x="4936475" y="2057475"/>
            <a:ext cx="3150900" cy="1683300"/>
          </a:xfrm>
          <a:prstGeom prst="wedgeRoundRectCallout">
            <a:avLst>
              <a:gd fmla="val -33289" name="adj1"/>
              <a:gd fmla="val 73702" name="adj2"/>
              <a:gd fmla="val 0" name="adj3"/>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592" name="Google Shape;9592;p28"/>
          <p:cNvSpPr txBox="1"/>
          <p:nvPr/>
        </p:nvSpPr>
        <p:spPr>
          <a:xfrm>
            <a:off x="4936475" y="2044875"/>
            <a:ext cx="3000000" cy="1708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1300">
                <a:solidFill>
                  <a:srgbClr val="202122"/>
                </a:solidFill>
                <a:latin typeface="Scheherazade New"/>
                <a:ea typeface="Scheherazade New"/>
                <a:cs typeface="Scheherazade New"/>
                <a:sym typeface="Scheherazade New"/>
              </a:rPr>
              <a:t>In the first 8 months of 2023 deforestation rate in the Brazilian Amazon declined by 48%, that prevented the release of 196 million tons CO</a:t>
            </a:r>
            <a:r>
              <a:rPr baseline="-25000" lang="en" sz="1700">
                <a:solidFill>
                  <a:srgbClr val="202122"/>
                </a:solidFill>
                <a:latin typeface="Scheherazade New"/>
                <a:ea typeface="Scheherazade New"/>
                <a:cs typeface="Scheherazade New"/>
                <a:sym typeface="Scheherazade New"/>
              </a:rPr>
              <a:t>2</a:t>
            </a:r>
            <a:r>
              <a:rPr lang="en" sz="1300">
                <a:solidFill>
                  <a:srgbClr val="202122"/>
                </a:solidFill>
                <a:latin typeface="Scheherazade New"/>
                <a:ea typeface="Scheherazade New"/>
                <a:cs typeface="Scheherazade New"/>
                <a:sym typeface="Scheherazade New"/>
              </a:rPr>
              <a:t> to the atmosphere. Financing from the Amazon Fund and cooperation between the Amazonian nations played a significant role in it.</a:t>
            </a:r>
            <a:r>
              <a:rPr baseline="30000" lang="en" sz="1700">
                <a:solidFill>
                  <a:srgbClr val="3366CC"/>
                </a:solidFill>
                <a:uFill>
                  <a:noFill/>
                </a:uFill>
                <a:latin typeface="Scheherazade New"/>
                <a:ea typeface="Scheherazade New"/>
                <a:cs typeface="Scheherazade New"/>
                <a:sym typeface="Scheherazade New"/>
                <a:hlinkClick r:id="rId5">
                  <a:extLst>
                    <a:ext uri="{A12FA001-AC4F-418D-AE19-62706E023703}">
                      <ahyp:hlinkClr val="tx"/>
                    </a:ext>
                  </a:extLst>
                </a:hlinkClick>
              </a:rPr>
              <a:t>[127]</a:t>
            </a:r>
            <a:r>
              <a:rPr lang="en" sz="1300">
                <a:solidFill>
                  <a:srgbClr val="202122"/>
                </a:solidFill>
                <a:latin typeface="Scheherazade New"/>
                <a:ea typeface="Scheherazade New"/>
                <a:cs typeface="Scheherazade New"/>
                <a:sym typeface="Scheherazade New"/>
              </a:rPr>
              <a:t> </a:t>
            </a:r>
            <a:endParaRPr sz="1500">
              <a:latin typeface="Scheherazade New"/>
              <a:ea typeface="Scheherazade New"/>
              <a:cs typeface="Scheherazade New"/>
              <a:sym typeface="Scheherazade New"/>
            </a:endParaRPr>
          </a:p>
        </p:txBody>
      </p:sp>
      <p:sp>
        <p:nvSpPr>
          <p:cNvPr id="9593" name="Google Shape;9593;p28"/>
          <p:cNvSpPr txBox="1"/>
          <p:nvPr/>
        </p:nvSpPr>
        <p:spPr>
          <a:xfrm>
            <a:off x="2574000" y="4020650"/>
            <a:ext cx="3996000" cy="648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900">
                <a:solidFill>
                  <a:schemeClr val="dk2"/>
                </a:solidFill>
                <a:latin typeface="Sriracha"/>
                <a:ea typeface="Sriracha"/>
                <a:cs typeface="Sriracha"/>
                <a:sym typeface="Sriracha"/>
              </a:rPr>
              <a:t>Both quotes sourced from Wikipedia</a:t>
            </a:r>
            <a:endParaRPr sz="1900">
              <a:solidFill>
                <a:schemeClr val="dk2"/>
              </a:solidFill>
              <a:latin typeface="Sriracha"/>
              <a:ea typeface="Sriracha"/>
              <a:cs typeface="Sriracha"/>
              <a:sym typeface="Sriracha"/>
            </a:endParaRPr>
          </a:p>
        </p:txBody>
      </p:sp>
      <p:sp>
        <p:nvSpPr>
          <p:cNvPr id="9594" name="Google Shape;9594;p28"/>
          <p:cNvSpPr txBox="1"/>
          <p:nvPr/>
        </p:nvSpPr>
        <p:spPr>
          <a:xfrm>
            <a:off x="2805600" y="520250"/>
            <a:ext cx="3532800" cy="723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500">
                <a:solidFill>
                  <a:schemeClr val="dk2"/>
                </a:solidFill>
                <a:latin typeface="Sriracha"/>
                <a:ea typeface="Sriracha"/>
                <a:cs typeface="Sriracha"/>
                <a:sym typeface="Sriracha"/>
              </a:rPr>
              <a:t>Brazil’s response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8" name="Shape 9598"/>
        <p:cNvGrpSpPr/>
        <p:nvPr/>
      </p:nvGrpSpPr>
      <p:grpSpPr>
        <a:xfrm>
          <a:off x="0" y="0"/>
          <a:ext cx="0" cy="0"/>
          <a:chOff x="0" y="0"/>
          <a:chExt cx="0" cy="0"/>
        </a:xfrm>
      </p:grpSpPr>
      <p:sp>
        <p:nvSpPr>
          <p:cNvPr id="9599" name="Google Shape;9599;p29"/>
          <p:cNvSpPr txBox="1"/>
          <p:nvPr>
            <p:ph idx="6" type="title"/>
          </p:nvPr>
        </p:nvSpPr>
        <p:spPr>
          <a:xfrm>
            <a:off x="523675" y="282570"/>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Consequences</a:t>
            </a:r>
            <a:endParaRPr/>
          </a:p>
        </p:txBody>
      </p:sp>
      <p:sp>
        <p:nvSpPr>
          <p:cNvPr id="9600" name="Google Shape;9600;p29"/>
          <p:cNvSpPr txBox="1"/>
          <p:nvPr/>
        </p:nvSpPr>
        <p:spPr>
          <a:xfrm>
            <a:off x="-776325" y="1763000"/>
            <a:ext cx="56538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chemeClr val="dk1"/>
              </a:solidFill>
              <a:latin typeface="Roboto"/>
              <a:ea typeface="Roboto"/>
              <a:cs typeface="Roboto"/>
              <a:sym typeface="Roboto"/>
            </a:endParaRPr>
          </a:p>
        </p:txBody>
      </p:sp>
      <p:sp>
        <p:nvSpPr>
          <p:cNvPr id="9601" name="Google Shape;9601;p29"/>
          <p:cNvSpPr txBox="1"/>
          <p:nvPr/>
        </p:nvSpPr>
        <p:spPr>
          <a:xfrm>
            <a:off x="289825" y="971850"/>
            <a:ext cx="5775600" cy="3657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900">
                <a:solidFill>
                  <a:srgbClr val="202122"/>
                </a:solidFill>
                <a:latin typeface="Scheherazade New"/>
                <a:ea typeface="Scheherazade New"/>
                <a:cs typeface="Scheherazade New"/>
                <a:sym typeface="Scheherazade New"/>
              </a:rPr>
              <a:t>Deforestation has been going on for decades and it has shown many consequences – some of which affect mostly brazil, like affecting brazil’s local temperature (</a:t>
            </a:r>
            <a:r>
              <a:rPr lang="en" sz="1900">
                <a:solidFill>
                  <a:srgbClr val="202122"/>
                </a:solidFill>
                <a:latin typeface="Scheherazade New"/>
                <a:ea typeface="Scheherazade New"/>
                <a:cs typeface="Scheherazade New"/>
                <a:sym typeface="Scheherazade New"/>
              </a:rPr>
              <a:t>scientists</a:t>
            </a:r>
            <a:r>
              <a:rPr lang="en" sz="1900">
                <a:solidFill>
                  <a:srgbClr val="202122"/>
                </a:solidFill>
                <a:latin typeface="Scheherazade New"/>
                <a:ea typeface="Scheherazade New"/>
                <a:cs typeface="Scheherazade New"/>
                <a:sym typeface="Scheherazade New"/>
              </a:rPr>
              <a:t> found that deforestation will lead to a temperature increase of 1.45 degrees,) or water supply (certain regions of the Amazon have experienced the most severe drought in a century.)</a:t>
            </a:r>
            <a:endParaRPr sz="1900">
              <a:solidFill>
                <a:srgbClr val="202122"/>
              </a:solidFill>
              <a:latin typeface="Scheherazade New"/>
              <a:ea typeface="Scheherazade New"/>
              <a:cs typeface="Scheherazade New"/>
              <a:sym typeface="Scheherazade New"/>
            </a:endParaRPr>
          </a:p>
          <a:p>
            <a:pPr indent="0" lvl="0" marL="0" rtl="0" algn="l">
              <a:lnSpc>
                <a:spcPct val="115000"/>
              </a:lnSpc>
              <a:spcBef>
                <a:spcPts val="1200"/>
              </a:spcBef>
              <a:spcAft>
                <a:spcPts val="1200"/>
              </a:spcAft>
              <a:buNone/>
            </a:pPr>
            <a:r>
              <a:rPr lang="en" sz="1900">
                <a:solidFill>
                  <a:srgbClr val="202122"/>
                </a:solidFill>
                <a:latin typeface="Scheherazade New"/>
                <a:ea typeface="Scheherazade New"/>
                <a:cs typeface="Scheherazade New"/>
                <a:sym typeface="Scheherazade New"/>
              </a:rPr>
              <a:t>Others have had global effects like increases in CO2 emissions, loss of crucial species and habitat loss, and contribution to climate change and increased emissions (through factors like wildfires and reduced ecosystem health.)</a:t>
            </a:r>
            <a:endParaRPr/>
          </a:p>
        </p:txBody>
      </p:sp>
      <p:pic>
        <p:nvPicPr>
          <p:cNvPr id="9602" name="Google Shape;9602;p29"/>
          <p:cNvPicPr preferRelativeResize="0"/>
          <p:nvPr/>
        </p:nvPicPr>
        <p:blipFill rotWithShape="1">
          <a:blip r:embed="rId3">
            <a:alphaModFix/>
          </a:blip>
          <a:srcRect b="0" l="17587" r="37238" t="0"/>
          <a:stretch/>
        </p:blipFill>
        <p:spPr>
          <a:xfrm>
            <a:off x="6360065" y="1345375"/>
            <a:ext cx="2337900" cy="2910900"/>
          </a:xfrm>
          <a:prstGeom prst="roundRect">
            <a:avLst>
              <a:gd fmla="val 21989" name="adj"/>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6" name="Shape 9606"/>
        <p:cNvGrpSpPr/>
        <p:nvPr/>
      </p:nvGrpSpPr>
      <p:grpSpPr>
        <a:xfrm>
          <a:off x="0" y="0"/>
          <a:ext cx="0" cy="0"/>
          <a:chOff x="0" y="0"/>
          <a:chExt cx="0" cy="0"/>
        </a:xfrm>
      </p:grpSpPr>
      <p:sp>
        <p:nvSpPr>
          <p:cNvPr id="9607" name="Google Shape;9607;p30"/>
          <p:cNvSpPr txBox="1"/>
          <p:nvPr>
            <p:ph idx="15" type="title"/>
          </p:nvPr>
        </p:nvSpPr>
        <p:spPr>
          <a:xfrm>
            <a:off x="2655150" y="332550"/>
            <a:ext cx="38337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Canada’s response</a:t>
            </a:r>
            <a:endParaRPr/>
          </a:p>
        </p:txBody>
      </p:sp>
      <p:sp>
        <p:nvSpPr>
          <p:cNvPr id="9608" name="Google Shape;9608;p30"/>
          <p:cNvSpPr txBox="1"/>
          <p:nvPr/>
        </p:nvSpPr>
        <p:spPr>
          <a:xfrm>
            <a:off x="289825" y="1109275"/>
            <a:ext cx="5775600" cy="3657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900">
                <a:solidFill>
                  <a:srgbClr val="202122"/>
                </a:solidFill>
                <a:latin typeface="Scheherazade New"/>
                <a:ea typeface="Scheherazade New"/>
                <a:cs typeface="Scheherazade New"/>
                <a:sym typeface="Scheherazade New"/>
              </a:rPr>
              <a:t>Canada is trying their best to help reduce the local and global impacts of </a:t>
            </a:r>
            <a:r>
              <a:rPr lang="en" sz="1900">
                <a:solidFill>
                  <a:srgbClr val="202122"/>
                </a:solidFill>
                <a:latin typeface="Scheherazade New"/>
                <a:ea typeface="Scheherazade New"/>
                <a:cs typeface="Scheherazade New"/>
                <a:sym typeface="Scheherazade New"/>
              </a:rPr>
              <a:t>Amazon</a:t>
            </a:r>
            <a:r>
              <a:rPr lang="en" sz="1900">
                <a:solidFill>
                  <a:srgbClr val="202122"/>
                </a:solidFill>
                <a:latin typeface="Scheherazade New"/>
                <a:ea typeface="Scheherazade New"/>
                <a:cs typeface="Scheherazade New"/>
                <a:sym typeface="Scheherazade New"/>
              </a:rPr>
              <a:t> deforestation. As of November 2025, they have committed $17.3 million to the initiative of protecting nature and </a:t>
            </a:r>
            <a:r>
              <a:rPr lang="en" sz="1900">
                <a:solidFill>
                  <a:srgbClr val="202122"/>
                </a:solidFill>
                <a:latin typeface="Scheherazade New"/>
                <a:ea typeface="Scheherazade New"/>
                <a:cs typeface="Scheherazade New"/>
                <a:sym typeface="Scheherazade New"/>
              </a:rPr>
              <a:t>livelihood</a:t>
            </a:r>
            <a:r>
              <a:rPr lang="en" sz="1900">
                <a:solidFill>
                  <a:srgbClr val="202122"/>
                </a:solidFill>
                <a:latin typeface="Scheherazade New"/>
                <a:ea typeface="Scheherazade New"/>
                <a:cs typeface="Scheherazade New"/>
                <a:sym typeface="Scheherazade New"/>
              </a:rPr>
              <a:t>. </a:t>
            </a:r>
            <a:endParaRPr sz="1900">
              <a:solidFill>
                <a:srgbClr val="202122"/>
              </a:solidFill>
              <a:latin typeface="Scheherazade New"/>
              <a:ea typeface="Scheherazade New"/>
              <a:cs typeface="Scheherazade New"/>
              <a:sym typeface="Scheherazade New"/>
            </a:endParaRPr>
          </a:p>
          <a:p>
            <a:pPr indent="0" lvl="0" marL="0" rtl="0" algn="l">
              <a:lnSpc>
                <a:spcPct val="115000"/>
              </a:lnSpc>
              <a:spcBef>
                <a:spcPts val="1200"/>
              </a:spcBef>
              <a:spcAft>
                <a:spcPts val="1200"/>
              </a:spcAft>
              <a:buNone/>
            </a:pPr>
            <a:r>
              <a:rPr lang="en" sz="1900">
                <a:solidFill>
                  <a:srgbClr val="202122"/>
                </a:solidFill>
                <a:latin typeface="Scheherazade New"/>
                <a:ea typeface="Scheherazade New"/>
                <a:cs typeface="Scheherazade New"/>
                <a:sym typeface="Scheherazade New"/>
              </a:rPr>
              <a:t>Canada has also began projects to support the cause, one of those being Terras para Elas (Land for Women) which aims to help women in rural and traditional communities, and it helps women gain legal rights to land. This project also helps to </a:t>
            </a:r>
            <a:r>
              <a:rPr lang="en" sz="1900">
                <a:solidFill>
                  <a:srgbClr val="202122"/>
                </a:solidFill>
                <a:latin typeface="Scheherazade New"/>
                <a:ea typeface="Scheherazade New"/>
                <a:cs typeface="Scheherazade New"/>
                <a:sym typeface="Scheherazade New"/>
              </a:rPr>
              <a:t>reduce</a:t>
            </a:r>
            <a:r>
              <a:rPr lang="en" sz="1900">
                <a:solidFill>
                  <a:srgbClr val="202122"/>
                </a:solidFill>
                <a:latin typeface="Scheherazade New"/>
                <a:ea typeface="Scheherazade New"/>
                <a:cs typeface="Scheherazade New"/>
                <a:sym typeface="Scheherazade New"/>
              </a:rPr>
              <a:t> deforestation by 20% and prevent 50k tonnes of carbon emissions.</a:t>
            </a:r>
            <a:endParaRPr sz="1900">
              <a:solidFill>
                <a:srgbClr val="202122"/>
              </a:solidFill>
              <a:latin typeface="Scheherazade New"/>
              <a:ea typeface="Scheherazade New"/>
              <a:cs typeface="Scheherazade New"/>
              <a:sym typeface="Scheherazade New"/>
            </a:endParaRPr>
          </a:p>
        </p:txBody>
      </p:sp>
      <p:pic>
        <p:nvPicPr>
          <p:cNvPr id="9609" name="Google Shape;9609;p30"/>
          <p:cNvPicPr preferRelativeResize="0"/>
          <p:nvPr/>
        </p:nvPicPr>
        <p:blipFill rotWithShape="1">
          <a:blip r:embed="rId3">
            <a:alphaModFix/>
          </a:blip>
          <a:srcRect b="0" l="42172" r="5641" t="0"/>
          <a:stretch/>
        </p:blipFill>
        <p:spPr>
          <a:xfrm>
            <a:off x="6375410" y="1378525"/>
            <a:ext cx="2443500" cy="3119400"/>
          </a:xfrm>
          <a:prstGeom prst="roundRect">
            <a:avLst>
              <a:gd fmla="val 24116" name="adj"/>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3" name="Shape 9613"/>
        <p:cNvGrpSpPr/>
        <p:nvPr/>
      </p:nvGrpSpPr>
      <p:grpSpPr>
        <a:xfrm>
          <a:off x="0" y="0"/>
          <a:ext cx="0" cy="0"/>
          <a:chOff x="0" y="0"/>
          <a:chExt cx="0" cy="0"/>
        </a:xfrm>
      </p:grpSpPr>
      <p:sp>
        <p:nvSpPr>
          <p:cNvPr id="9614" name="Google Shape;9614;p31"/>
          <p:cNvSpPr txBox="1"/>
          <p:nvPr>
            <p:ph type="title"/>
          </p:nvPr>
        </p:nvSpPr>
        <p:spPr>
          <a:xfrm>
            <a:off x="720000" y="1362275"/>
            <a:ext cx="7704000" cy="20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300" u="sng">
                <a:hlinkClick r:id="rId3"/>
              </a:rPr>
              <a:t>wikipedia.org</a:t>
            </a:r>
            <a:endParaRPr sz="2300"/>
          </a:p>
          <a:p>
            <a:pPr indent="0" lvl="0" marL="0" rtl="0" algn="l">
              <a:spcBef>
                <a:spcPts val="0"/>
              </a:spcBef>
              <a:spcAft>
                <a:spcPts val="0"/>
              </a:spcAft>
              <a:buNone/>
            </a:pPr>
            <a:r>
              <a:rPr lang="en" sz="2300" u="sng">
                <a:hlinkClick r:id="rId4"/>
              </a:rPr>
              <a:t>rusticpathways.com</a:t>
            </a:r>
            <a:endParaRPr sz="2300"/>
          </a:p>
          <a:p>
            <a:pPr indent="0" lvl="0" marL="0" rtl="0" algn="l">
              <a:spcBef>
                <a:spcPts val="0"/>
              </a:spcBef>
              <a:spcAft>
                <a:spcPts val="0"/>
              </a:spcAft>
              <a:buNone/>
            </a:pPr>
            <a:r>
              <a:rPr lang="en" sz="2300" u="sng">
                <a:hlinkClick r:id="rId5"/>
              </a:rPr>
              <a:t>amazonconservation.org</a:t>
            </a:r>
            <a:endParaRPr sz="2300"/>
          </a:p>
          <a:p>
            <a:pPr indent="0" lvl="0" marL="0" rtl="0" algn="l">
              <a:spcBef>
                <a:spcPts val="0"/>
              </a:spcBef>
              <a:spcAft>
                <a:spcPts val="0"/>
              </a:spcAft>
              <a:buNone/>
            </a:pPr>
            <a:r>
              <a:rPr lang="en" sz="2300" u="sng">
                <a:hlinkClick r:id="rId6"/>
              </a:rPr>
              <a:t>Deforestation in the Amazon Rainforest - Ballard Brief</a:t>
            </a:r>
            <a:endParaRPr sz="2300"/>
          </a:p>
          <a:p>
            <a:pPr indent="0" lvl="0" marL="0" rtl="0" algn="l">
              <a:spcBef>
                <a:spcPts val="0"/>
              </a:spcBef>
              <a:spcAft>
                <a:spcPts val="0"/>
              </a:spcAft>
              <a:buNone/>
            </a:pPr>
            <a:r>
              <a:rPr lang="en" sz="2300" u="sng">
                <a:hlinkClick r:id="rId7"/>
              </a:rPr>
              <a:t>Canada helps protect nature and livelihoods in the Amazon</a:t>
            </a:r>
            <a:endParaRPr sz="2300"/>
          </a:p>
        </p:txBody>
      </p:sp>
      <p:sp>
        <p:nvSpPr>
          <p:cNvPr id="9615" name="Google Shape;9615;p31"/>
          <p:cNvSpPr txBox="1"/>
          <p:nvPr>
            <p:ph idx="15" type="title"/>
          </p:nvPr>
        </p:nvSpPr>
        <p:spPr>
          <a:xfrm>
            <a:off x="720000" y="342345"/>
            <a:ext cx="77040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Links</a:t>
            </a:r>
            <a:endParaRPr/>
          </a:p>
        </p:txBody>
      </p:sp>
      <p:sp>
        <p:nvSpPr>
          <p:cNvPr id="9616" name="Google Shape;9616;p31"/>
          <p:cNvSpPr txBox="1"/>
          <p:nvPr/>
        </p:nvSpPr>
        <p:spPr>
          <a:xfrm>
            <a:off x="720000" y="3667700"/>
            <a:ext cx="5090100" cy="723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500">
                <a:solidFill>
                  <a:schemeClr val="dk2"/>
                </a:solidFill>
                <a:latin typeface="Sriracha"/>
                <a:ea typeface="Sriracha"/>
                <a:cs typeface="Sriracha"/>
                <a:sym typeface="Sriracha"/>
              </a:rPr>
              <a:t>Thanks for listening!</a:t>
            </a:r>
            <a:endParaRPr/>
          </a:p>
        </p:txBody>
      </p:sp>
    </p:spTree>
  </p:cSld>
  <p:clrMapOvr>
    <a:masterClrMapping/>
  </p:clrMapOvr>
</p:sld>
</file>

<file path=ppt/theme/theme1.xml><?xml version="1.0" encoding="utf-8"?>
<a:theme xmlns:a="http://schemas.openxmlformats.org/drawingml/2006/main" xmlns:r="http://schemas.openxmlformats.org/officeDocument/2006/relationships" name="Hawaii Triathlon: Iron Athlete Minitheme">
  <a:themeElements>
    <a:clrScheme name="Simple Light">
      <a:dk1>
        <a:srgbClr val="191919"/>
      </a:dk1>
      <a:lt1>
        <a:srgbClr val="FFFFFF"/>
      </a:lt1>
      <a:dk2>
        <a:srgbClr val="FA5B60"/>
      </a:dk2>
      <a:lt2>
        <a:srgbClr val="F7794D"/>
      </a:lt2>
      <a:accent1>
        <a:srgbClr val="969960"/>
      </a:accent1>
      <a:accent2>
        <a:srgbClr val="FBE4B2"/>
      </a:accent2>
      <a:accent3>
        <a:srgbClr val="BAC7BE"/>
      </a:accent3>
      <a:accent4>
        <a:srgbClr val="35594D"/>
      </a:accent4>
      <a:accent5>
        <a:srgbClr val="5FB6BE"/>
      </a:accent5>
      <a:accent6>
        <a:srgbClr val="C5E3E6"/>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