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Cabin"/>
      <p:regular r:id="rId20"/>
      <p:bold r:id="rId21"/>
      <p:italic r:id="rId22"/>
      <p:boldItalic r:id="rId23"/>
    </p:embeddedFont>
    <p:embeddedFont>
      <p:font typeface="Cabin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abin-regular.fntdata"/><Relationship Id="rId22" Type="http://schemas.openxmlformats.org/officeDocument/2006/relationships/font" Target="fonts/Cabin-italic.fntdata"/><Relationship Id="rId21" Type="http://schemas.openxmlformats.org/officeDocument/2006/relationships/font" Target="fonts/Cabin-bold.fntdata"/><Relationship Id="rId24" Type="http://schemas.openxmlformats.org/officeDocument/2006/relationships/font" Target="fonts/CabinMedium-regular.fntdata"/><Relationship Id="rId23" Type="http://schemas.openxmlformats.org/officeDocument/2006/relationships/font" Target="fonts/Cabin-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abinMedium-italic.fntdata"/><Relationship Id="rId25" Type="http://schemas.openxmlformats.org/officeDocument/2006/relationships/font" Target="fonts/CabinMedium-bold.fntdata"/><Relationship Id="rId27" Type="http://schemas.openxmlformats.org/officeDocument/2006/relationships/font" Target="fonts/Cabin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8daf4ce9a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8daf4ce9a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5a1164c1c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5a1164c1c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a90f608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a90f608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8bcbfd222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8bcbfd222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a16530b6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a16530b6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a16530b6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a16530b6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e4dab5290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e4dab5290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8daf4ce9a_1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58daf4ce9a_1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a16530b6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ea16530b6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5a1164c1c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5a1164c1c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ea8cb05e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ea8cb05e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a90f6087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a90f6087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5a1164c1c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5a1164c1c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bbc83b82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bbc83b82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4573200" y="2191894"/>
            <a:ext cx="3429000" cy="12843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4000">
                <a:latin typeface="Cabin Medium"/>
                <a:ea typeface="Cabin Medium"/>
                <a:cs typeface="Cabin Medium"/>
                <a:sym typeface="Cabin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4573200" y="1201606"/>
            <a:ext cx="3429000" cy="685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ph idx="2" type="pic"/>
          </p:nvPr>
        </p:nvSpPr>
        <p:spPr>
          <a:xfrm>
            <a:off x="0" y="125"/>
            <a:ext cx="3429000" cy="51435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1143000" y="2228850"/>
            <a:ext cx="3429000" cy="7992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1143000" y="1429650"/>
            <a:ext cx="3429000" cy="799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000" u="sng">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 name="Google Shape;15;p3"/>
          <p:cNvSpPr txBox="1"/>
          <p:nvPr>
            <p:ph idx="1" type="subTitle"/>
          </p:nvPr>
        </p:nvSpPr>
        <p:spPr>
          <a:xfrm>
            <a:off x="1143000" y="3028050"/>
            <a:ext cx="3429000" cy="68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 name="Google Shape;16;p3"/>
          <p:cNvSpPr/>
          <p:nvPr>
            <p:ph idx="3" type="pic"/>
          </p:nvPr>
        </p:nvSpPr>
        <p:spPr>
          <a:xfrm>
            <a:off x="5715000" y="125"/>
            <a:ext cx="34290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0" y="535000"/>
            <a:ext cx="3856800" cy="1090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19" name="Google Shape;19;p4"/>
          <p:cNvSpPr txBox="1"/>
          <p:nvPr>
            <p:ph idx="1" type="body"/>
          </p:nvPr>
        </p:nvSpPr>
        <p:spPr>
          <a:xfrm>
            <a:off x="4572000" y="1778200"/>
            <a:ext cx="3856800" cy="22995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20" name="Google Shape;20;p4"/>
          <p:cNvSpPr/>
          <p:nvPr>
            <p:ph idx="2" type="pic"/>
          </p:nvPr>
        </p:nvSpPr>
        <p:spPr>
          <a:xfrm>
            <a:off x="0" y="12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1"/>
        </a:solid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a:buNone/>
              <a:defRPr sz="3000">
                <a:solidFill>
                  <a:schemeClr val="lt1"/>
                </a:solidFill>
              </a:defRPr>
            </a:lvl1pPr>
            <a:lvl2pPr lvl="1"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2pPr>
            <a:lvl3pPr lvl="2"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3pPr>
            <a:lvl4pPr lvl="3"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4pPr>
            <a:lvl5pPr lvl="4"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5pPr>
            <a:lvl6pPr lvl="5"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6pPr>
            <a:lvl7pPr lvl="6"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7pPr>
            <a:lvl8pPr lvl="7"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8pPr>
            <a:lvl9pPr lvl="8" rtl="0">
              <a:spcBef>
                <a:spcPts val="0"/>
              </a:spcBef>
              <a:spcAft>
                <a:spcPts val="0"/>
              </a:spcAft>
              <a:buClr>
                <a:schemeClr val="lt1"/>
              </a:buClr>
              <a:buSzPts val="3000"/>
              <a:buFont typeface="Cabin"/>
              <a:buNone/>
              <a:defRPr sz="3000">
                <a:solidFill>
                  <a:schemeClr val="lt1"/>
                </a:solidFill>
                <a:latin typeface="Cabin"/>
                <a:ea typeface="Cabin"/>
                <a:cs typeface="Cabin"/>
                <a:sym typeface="Cabin"/>
              </a:defRPr>
            </a:lvl9pPr>
          </a:lstStyle>
          <a:p/>
        </p:txBody>
      </p:sp>
      <p:sp>
        <p:nvSpPr>
          <p:cNvPr id="23" name="Google Shape;23;p5"/>
          <p:cNvSpPr txBox="1"/>
          <p:nvPr>
            <p:ph idx="1" type="body"/>
          </p:nvPr>
        </p:nvSpPr>
        <p:spPr>
          <a:xfrm>
            <a:off x="715100" y="1804725"/>
            <a:ext cx="3856800" cy="20811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
        <p:nvSpPr>
          <p:cNvPr id="24" name="Google Shape;24;p5"/>
          <p:cNvSpPr txBox="1"/>
          <p:nvPr>
            <p:ph idx="2" type="body"/>
          </p:nvPr>
        </p:nvSpPr>
        <p:spPr>
          <a:xfrm>
            <a:off x="4571900" y="1804725"/>
            <a:ext cx="3856800" cy="2081100"/>
          </a:xfrm>
          <a:prstGeom prst="rect">
            <a:avLst/>
          </a:prstGeom>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5" name="Shape 25"/>
        <p:cNvGrpSpPr/>
        <p:nvPr/>
      </p:nvGrpSpPr>
      <p:grpSpPr>
        <a:xfrm>
          <a:off x="0" y="0"/>
          <a:ext cx="0" cy="0"/>
          <a:chOff x="0" y="0"/>
          <a:chExt cx="0" cy="0"/>
        </a:xfrm>
      </p:grpSpPr>
      <p:sp>
        <p:nvSpPr>
          <p:cNvPr id="26" name="Google Shape;26;p6"/>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27" name="Shape 27"/>
        <p:cNvGrpSpPr/>
        <p:nvPr/>
      </p:nvGrpSpPr>
      <p:grpSpPr>
        <a:xfrm>
          <a:off x="0" y="0"/>
          <a:ext cx="0" cy="0"/>
          <a:chOff x="0" y="0"/>
          <a:chExt cx="0" cy="0"/>
        </a:xfrm>
      </p:grpSpPr>
      <p:sp>
        <p:nvSpPr>
          <p:cNvPr id="28" name="Google Shape;28;p7"/>
          <p:cNvSpPr txBox="1"/>
          <p:nvPr>
            <p:ph type="title"/>
          </p:nvPr>
        </p:nvSpPr>
        <p:spPr>
          <a:xfrm>
            <a:off x="4572000" y="1379100"/>
            <a:ext cx="3429000" cy="15594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29" name="Google Shape;29;p7"/>
          <p:cNvSpPr txBox="1"/>
          <p:nvPr>
            <p:ph idx="1" type="body"/>
          </p:nvPr>
        </p:nvSpPr>
        <p:spPr>
          <a:xfrm>
            <a:off x="4572000" y="2938500"/>
            <a:ext cx="3429000" cy="8259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30" name="Google Shape;30;p7"/>
          <p:cNvSpPr/>
          <p:nvPr>
            <p:ph idx="2" type="pic"/>
          </p:nvPr>
        </p:nvSpPr>
        <p:spPr>
          <a:xfrm>
            <a:off x="0" y="12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31" name="Shape 31"/>
        <p:cNvGrpSpPr/>
        <p:nvPr/>
      </p:nvGrpSpPr>
      <p:grpSpPr>
        <a:xfrm>
          <a:off x="0" y="0"/>
          <a:ext cx="0" cy="0"/>
          <a:chOff x="0" y="0"/>
          <a:chExt cx="0" cy="0"/>
        </a:xfrm>
      </p:grpSpPr>
      <p:sp>
        <p:nvSpPr>
          <p:cNvPr id="32" name="Google Shape;32;p8"/>
          <p:cNvSpPr txBox="1"/>
          <p:nvPr>
            <p:ph type="title"/>
          </p:nvPr>
        </p:nvSpPr>
        <p:spPr>
          <a:xfrm>
            <a:off x="4572000" y="1574100"/>
            <a:ext cx="3429000" cy="199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33" name="Google Shape;33;p8"/>
          <p:cNvSpPr/>
          <p:nvPr>
            <p:ph idx="2" type="pic"/>
          </p:nvPr>
        </p:nvSpPr>
        <p:spPr>
          <a:xfrm>
            <a:off x="0" y="125"/>
            <a:ext cx="3429000" cy="5143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34" name="Shape 34"/>
        <p:cNvGrpSpPr/>
        <p:nvPr/>
      </p:nvGrpSpPr>
      <p:grpSpPr>
        <a:xfrm>
          <a:off x="0" y="0"/>
          <a:ext cx="0" cy="0"/>
          <a:chOff x="0" y="0"/>
          <a:chExt cx="0" cy="0"/>
        </a:xfrm>
      </p:grpSpPr>
      <p:sp>
        <p:nvSpPr>
          <p:cNvPr id="35" name="Google Shape;35;p9"/>
          <p:cNvSpPr txBox="1"/>
          <p:nvPr>
            <p:ph type="title"/>
          </p:nvPr>
        </p:nvSpPr>
        <p:spPr>
          <a:xfrm>
            <a:off x="2241388" y="1556700"/>
            <a:ext cx="4661100" cy="84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6" name="Google Shape;36;p9"/>
          <p:cNvSpPr txBox="1"/>
          <p:nvPr>
            <p:ph idx="1" type="subTitle"/>
          </p:nvPr>
        </p:nvSpPr>
        <p:spPr>
          <a:xfrm>
            <a:off x="2241513" y="2398500"/>
            <a:ext cx="4661100" cy="118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 name="Shape 37"/>
        <p:cNvGrpSpPr/>
        <p:nvPr/>
      </p:nvGrpSpPr>
      <p:grpSpPr>
        <a:xfrm>
          <a:off x="0" y="0"/>
          <a:ext cx="0" cy="0"/>
          <a:chOff x="0" y="0"/>
          <a:chExt cx="0" cy="0"/>
        </a:xfrm>
      </p:grpSpPr>
      <p:sp>
        <p:nvSpPr>
          <p:cNvPr id="38" name="Google Shape;38;p10"/>
          <p:cNvSpPr/>
          <p:nvPr>
            <p:ph idx="2" type="pic"/>
          </p:nvPr>
        </p:nvSpPr>
        <p:spPr>
          <a:xfrm>
            <a:off x="0" y="0"/>
            <a:ext cx="9144000" cy="5143500"/>
          </a:xfrm>
          <a:prstGeom prst="rect">
            <a:avLst/>
          </a:prstGeom>
          <a:noFill/>
          <a:ln>
            <a:noFill/>
          </a:ln>
        </p:spPr>
      </p:sp>
      <p:sp>
        <p:nvSpPr>
          <p:cNvPr id="39" name="Google Shape;39;p10"/>
          <p:cNvSpPr txBox="1"/>
          <p:nvPr>
            <p:ph type="title"/>
          </p:nvPr>
        </p:nvSpPr>
        <p:spPr>
          <a:xfrm>
            <a:off x="715100" y="3968300"/>
            <a:ext cx="77136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40" name="Shape 40"/>
        <p:cNvGrpSpPr/>
        <p:nvPr/>
      </p:nvGrpSpPr>
      <p:grpSpPr>
        <a:xfrm>
          <a:off x="0" y="0"/>
          <a:ext cx="0" cy="0"/>
          <a:chOff x="0" y="0"/>
          <a:chExt cx="0" cy="0"/>
        </a:xfrm>
      </p:grpSpPr>
      <p:sp>
        <p:nvSpPr>
          <p:cNvPr id="41" name="Google Shape;41;p11"/>
          <p:cNvSpPr txBox="1"/>
          <p:nvPr>
            <p:ph hasCustomPrompt="1" type="title"/>
          </p:nvPr>
        </p:nvSpPr>
        <p:spPr>
          <a:xfrm>
            <a:off x="1143000" y="1447650"/>
            <a:ext cx="3429000" cy="1405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9600"/>
              <a:buNone/>
              <a:defRPr sz="8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42" name="Google Shape;42;p11"/>
          <p:cNvSpPr txBox="1"/>
          <p:nvPr>
            <p:ph idx="1" type="subTitle"/>
          </p:nvPr>
        </p:nvSpPr>
        <p:spPr>
          <a:xfrm>
            <a:off x="1143000" y="2852850"/>
            <a:ext cx="3429000" cy="690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sp>
        <p:nvSpPr>
          <p:cNvPr id="43" name="Google Shape;43;p11"/>
          <p:cNvSpPr/>
          <p:nvPr>
            <p:ph idx="2" type="pic"/>
          </p:nvPr>
        </p:nvSpPr>
        <p:spPr>
          <a:xfrm>
            <a:off x="5715000" y="125"/>
            <a:ext cx="3429000" cy="5143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dk1"/>
        </a:solidFill>
      </p:bgPr>
    </p:bg>
    <p:spTree>
      <p:nvGrpSpPr>
        <p:cNvPr id="45" name="Shape 45"/>
        <p:cNvGrpSpPr/>
        <p:nvPr/>
      </p:nvGrpSpPr>
      <p:grpSpPr>
        <a:xfrm>
          <a:off x="0" y="0"/>
          <a:ext cx="0" cy="0"/>
          <a:chOff x="0" y="0"/>
          <a:chExt cx="0" cy="0"/>
        </a:xfrm>
      </p:grpSpPr>
      <p:sp>
        <p:nvSpPr>
          <p:cNvPr id="46" name="Google Shape;46;p13"/>
          <p:cNvSpPr txBox="1"/>
          <p:nvPr>
            <p:ph hasCustomPrompt="1" type="title"/>
          </p:nvPr>
        </p:nvSpPr>
        <p:spPr>
          <a:xfrm>
            <a:off x="715100" y="18047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47" name="Google Shape;47;p13"/>
          <p:cNvSpPr txBox="1"/>
          <p:nvPr>
            <p:ph idx="1" type="subTitle"/>
          </p:nvPr>
        </p:nvSpPr>
        <p:spPr>
          <a:xfrm>
            <a:off x="1209207" y="1804725"/>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48" name="Google Shape;48;p13"/>
          <p:cNvSpPr txBox="1"/>
          <p:nvPr>
            <p:ph idx="2" type="title"/>
          </p:nvPr>
        </p:nvSpPr>
        <p:spPr>
          <a:xfrm>
            <a:off x="715100" y="535000"/>
            <a:ext cx="47370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
        <p:nvSpPr>
          <p:cNvPr id="49" name="Google Shape;49;p13"/>
          <p:cNvSpPr txBox="1"/>
          <p:nvPr>
            <p:ph hasCustomPrompt="1" idx="3" type="title"/>
          </p:nvPr>
        </p:nvSpPr>
        <p:spPr>
          <a:xfrm>
            <a:off x="715100" y="2264992"/>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0" name="Google Shape;50;p13"/>
          <p:cNvSpPr txBox="1"/>
          <p:nvPr>
            <p:ph idx="4" type="subTitle"/>
          </p:nvPr>
        </p:nvSpPr>
        <p:spPr>
          <a:xfrm>
            <a:off x="1209207" y="2264989"/>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1" name="Google Shape;51;p13"/>
          <p:cNvSpPr txBox="1"/>
          <p:nvPr>
            <p:ph hasCustomPrompt="1" idx="5" type="title"/>
          </p:nvPr>
        </p:nvSpPr>
        <p:spPr>
          <a:xfrm>
            <a:off x="715100" y="2725258"/>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2" name="Google Shape;52;p13"/>
          <p:cNvSpPr txBox="1"/>
          <p:nvPr>
            <p:ph idx="6" type="subTitle"/>
          </p:nvPr>
        </p:nvSpPr>
        <p:spPr>
          <a:xfrm>
            <a:off x="1209207" y="2725253"/>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3" name="Google Shape;53;p13"/>
          <p:cNvSpPr txBox="1"/>
          <p:nvPr>
            <p:ph hasCustomPrompt="1" idx="7" type="title"/>
          </p:nvPr>
        </p:nvSpPr>
        <p:spPr>
          <a:xfrm>
            <a:off x="715100" y="31855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4" name="Google Shape;54;p13"/>
          <p:cNvSpPr txBox="1"/>
          <p:nvPr>
            <p:ph idx="8" type="subTitle"/>
          </p:nvPr>
        </p:nvSpPr>
        <p:spPr>
          <a:xfrm>
            <a:off x="1209207" y="3185517"/>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5" name="Google Shape;55;p13"/>
          <p:cNvSpPr txBox="1"/>
          <p:nvPr>
            <p:ph hasCustomPrompt="1" idx="9" type="title"/>
          </p:nvPr>
        </p:nvSpPr>
        <p:spPr>
          <a:xfrm>
            <a:off x="3083601" y="1804725"/>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6" name="Google Shape;56;p13"/>
          <p:cNvSpPr txBox="1"/>
          <p:nvPr>
            <p:ph idx="13" type="subTitle"/>
          </p:nvPr>
        </p:nvSpPr>
        <p:spPr>
          <a:xfrm>
            <a:off x="3577711" y="1804725"/>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7" name="Google Shape;57;p13"/>
          <p:cNvSpPr txBox="1"/>
          <p:nvPr>
            <p:ph hasCustomPrompt="1" idx="14" type="title"/>
          </p:nvPr>
        </p:nvSpPr>
        <p:spPr>
          <a:xfrm>
            <a:off x="3083601" y="2264991"/>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58" name="Google Shape;58;p13"/>
          <p:cNvSpPr txBox="1"/>
          <p:nvPr>
            <p:ph idx="15" type="subTitle"/>
          </p:nvPr>
        </p:nvSpPr>
        <p:spPr>
          <a:xfrm>
            <a:off x="3577711" y="2264989"/>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9" name="Google Shape;59;p13"/>
          <p:cNvSpPr txBox="1"/>
          <p:nvPr>
            <p:ph hasCustomPrompt="1" idx="16" type="title"/>
          </p:nvPr>
        </p:nvSpPr>
        <p:spPr>
          <a:xfrm>
            <a:off x="3083601" y="2725257"/>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60" name="Google Shape;60;p13"/>
          <p:cNvSpPr txBox="1"/>
          <p:nvPr>
            <p:ph idx="17" type="subTitle"/>
          </p:nvPr>
        </p:nvSpPr>
        <p:spPr>
          <a:xfrm>
            <a:off x="3577711" y="2725253"/>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61" name="Google Shape;61;p13"/>
          <p:cNvSpPr txBox="1"/>
          <p:nvPr>
            <p:ph hasCustomPrompt="1" idx="18" type="title"/>
          </p:nvPr>
        </p:nvSpPr>
        <p:spPr>
          <a:xfrm>
            <a:off x="3083601" y="3185523"/>
            <a:ext cx="494100" cy="460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1400" u="sng">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62" name="Google Shape;62;p13"/>
          <p:cNvSpPr txBox="1"/>
          <p:nvPr>
            <p:ph idx="19" type="subTitle"/>
          </p:nvPr>
        </p:nvSpPr>
        <p:spPr>
          <a:xfrm>
            <a:off x="3577711" y="3185517"/>
            <a:ext cx="1874400" cy="4602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63" name="Google Shape;63;p13"/>
          <p:cNvSpPr/>
          <p:nvPr>
            <p:ph idx="20" type="pic"/>
          </p:nvPr>
        </p:nvSpPr>
        <p:spPr>
          <a:xfrm>
            <a:off x="5715000" y="125"/>
            <a:ext cx="3429000" cy="51435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64" name="Shape 64"/>
        <p:cNvGrpSpPr/>
        <p:nvPr/>
      </p:nvGrpSpPr>
      <p:grpSpPr>
        <a:xfrm>
          <a:off x="0" y="0"/>
          <a:ext cx="0" cy="0"/>
          <a:chOff x="0" y="0"/>
          <a:chExt cx="0" cy="0"/>
        </a:xfrm>
      </p:grpSpPr>
      <p:sp>
        <p:nvSpPr>
          <p:cNvPr id="65" name="Google Shape;65;p14"/>
          <p:cNvSpPr txBox="1"/>
          <p:nvPr>
            <p:ph idx="1" type="subTitle"/>
          </p:nvPr>
        </p:nvSpPr>
        <p:spPr>
          <a:xfrm>
            <a:off x="1143000" y="1102275"/>
            <a:ext cx="3429000" cy="2173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26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66" name="Google Shape;66;p14"/>
          <p:cNvSpPr/>
          <p:nvPr>
            <p:ph idx="2" type="pic"/>
          </p:nvPr>
        </p:nvSpPr>
        <p:spPr>
          <a:xfrm>
            <a:off x="5715000" y="125"/>
            <a:ext cx="3429000" cy="5143500"/>
          </a:xfrm>
          <a:prstGeom prst="rect">
            <a:avLst/>
          </a:prstGeom>
          <a:noFill/>
          <a:ln>
            <a:noFill/>
          </a:ln>
        </p:spPr>
      </p:sp>
      <p:sp>
        <p:nvSpPr>
          <p:cNvPr id="67" name="Google Shape;67;p14"/>
          <p:cNvSpPr txBox="1"/>
          <p:nvPr>
            <p:ph idx="3" type="subTitle"/>
          </p:nvPr>
        </p:nvSpPr>
        <p:spPr>
          <a:xfrm>
            <a:off x="1143000" y="3428650"/>
            <a:ext cx="3429000" cy="460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4572000" y="1306625"/>
            <a:ext cx="3429000" cy="1395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3000"/>
              <a:buFont typeface="Cabin Medium"/>
              <a:buNone/>
              <a:defRPr sz="8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70" name="Google Shape;70;p15"/>
          <p:cNvSpPr txBox="1"/>
          <p:nvPr>
            <p:ph idx="1" type="body"/>
          </p:nvPr>
        </p:nvSpPr>
        <p:spPr>
          <a:xfrm>
            <a:off x="4572000" y="2701825"/>
            <a:ext cx="3429000" cy="9318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dk1"/>
              </a:buClr>
              <a:buSzPts val="1400"/>
              <a:buFont typeface="Cabin"/>
              <a:buChar char="●"/>
              <a:defRPr sz="1600">
                <a:solidFill>
                  <a:schemeClr val="dk1"/>
                </a:solidFill>
                <a:latin typeface="Cabin"/>
                <a:ea typeface="Cabin"/>
                <a:cs typeface="Cabin"/>
                <a:sym typeface="Cabin"/>
              </a:defRPr>
            </a:lvl1pPr>
            <a:lvl2pPr indent="-317500" lvl="1" marL="914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rtl="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
        <p:nvSpPr>
          <p:cNvPr id="71" name="Google Shape;71;p15"/>
          <p:cNvSpPr/>
          <p:nvPr>
            <p:ph idx="2" type="pic"/>
          </p:nvPr>
        </p:nvSpPr>
        <p:spPr>
          <a:xfrm>
            <a:off x="0" y="125"/>
            <a:ext cx="34290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dk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852855"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74" name="Google Shape;74;p16"/>
          <p:cNvSpPr txBox="1"/>
          <p:nvPr>
            <p:ph idx="1" type="body"/>
          </p:nvPr>
        </p:nvSpPr>
        <p:spPr>
          <a:xfrm>
            <a:off x="852855"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75" name="Shape 75"/>
        <p:cNvGrpSpPr/>
        <p:nvPr/>
      </p:nvGrpSpPr>
      <p:grpSpPr>
        <a:xfrm>
          <a:off x="0" y="0"/>
          <a:ext cx="0" cy="0"/>
          <a:chOff x="0" y="0"/>
          <a:chExt cx="0" cy="0"/>
        </a:xfrm>
      </p:grpSpPr>
      <p:sp>
        <p:nvSpPr>
          <p:cNvPr id="76" name="Google Shape;76;p17"/>
          <p:cNvSpPr txBox="1"/>
          <p:nvPr>
            <p:ph type="title"/>
          </p:nvPr>
        </p:nvSpPr>
        <p:spPr>
          <a:xfrm>
            <a:off x="4464505"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3000"/>
              <a:buFont typeface="Cabin Medium"/>
              <a:buNone/>
              <a:defRPr sz="3000">
                <a:latin typeface="Cabin Medium"/>
                <a:ea typeface="Cabin Medium"/>
                <a:cs typeface="Cabin Medium"/>
                <a:sym typeface="Cabin Medium"/>
              </a:defRPr>
            </a:lvl1pPr>
            <a:lvl2pPr lvl="1" rtl="0">
              <a:spcBef>
                <a:spcPts val="0"/>
              </a:spcBef>
              <a:spcAft>
                <a:spcPts val="0"/>
              </a:spcAft>
              <a:buSzPts val="3000"/>
              <a:buFont typeface="Cabin Medium"/>
              <a:buNone/>
              <a:defRPr sz="3000">
                <a:latin typeface="Cabin Medium"/>
                <a:ea typeface="Cabin Medium"/>
                <a:cs typeface="Cabin Medium"/>
                <a:sym typeface="Cabin Medium"/>
              </a:defRPr>
            </a:lvl2pPr>
            <a:lvl3pPr lvl="2" rtl="0">
              <a:spcBef>
                <a:spcPts val="0"/>
              </a:spcBef>
              <a:spcAft>
                <a:spcPts val="0"/>
              </a:spcAft>
              <a:buSzPts val="3000"/>
              <a:buFont typeface="Cabin Medium"/>
              <a:buNone/>
              <a:defRPr sz="3000">
                <a:latin typeface="Cabin Medium"/>
                <a:ea typeface="Cabin Medium"/>
                <a:cs typeface="Cabin Medium"/>
                <a:sym typeface="Cabin Medium"/>
              </a:defRPr>
            </a:lvl3pPr>
            <a:lvl4pPr lvl="3" rtl="0">
              <a:spcBef>
                <a:spcPts val="0"/>
              </a:spcBef>
              <a:spcAft>
                <a:spcPts val="0"/>
              </a:spcAft>
              <a:buSzPts val="3000"/>
              <a:buFont typeface="Cabin Medium"/>
              <a:buNone/>
              <a:defRPr sz="3000">
                <a:latin typeface="Cabin Medium"/>
                <a:ea typeface="Cabin Medium"/>
                <a:cs typeface="Cabin Medium"/>
                <a:sym typeface="Cabin Medium"/>
              </a:defRPr>
            </a:lvl4pPr>
            <a:lvl5pPr lvl="4" rtl="0">
              <a:spcBef>
                <a:spcPts val="0"/>
              </a:spcBef>
              <a:spcAft>
                <a:spcPts val="0"/>
              </a:spcAft>
              <a:buSzPts val="3000"/>
              <a:buFont typeface="Cabin Medium"/>
              <a:buNone/>
              <a:defRPr sz="3000">
                <a:latin typeface="Cabin Medium"/>
                <a:ea typeface="Cabin Medium"/>
                <a:cs typeface="Cabin Medium"/>
                <a:sym typeface="Cabin Medium"/>
              </a:defRPr>
            </a:lvl5pPr>
            <a:lvl6pPr lvl="5" rtl="0">
              <a:spcBef>
                <a:spcPts val="0"/>
              </a:spcBef>
              <a:spcAft>
                <a:spcPts val="0"/>
              </a:spcAft>
              <a:buSzPts val="3000"/>
              <a:buFont typeface="Cabin Medium"/>
              <a:buNone/>
              <a:defRPr sz="3000">
                <a:latin typeface="Cabin Medium"/>
                <a:ea typeface="Cabin Medium"/>
                <a:cs typeface="Cabin Medium"/>
                <a:sym typeface="Cabin Medium"/>
              </a:defRPr>
            </a:lvl6pPr>
            <a:lvl7pPr lvl="6" rtl="0">
              <a:spcBef>
                <a:spcPts val="0"/>
              </a:spcBef>
              <a:spcAft>
                <a:spcPts val="0"/>
              </a:spcAft>
              <a:buSzPts val="3000"/>
              <a:buFont typeface="Cabin Medium"/>
              <a:buNone/>
              <a:defRPr sz="3000">
                <a:latin typeface="Cabin Medium"/>
                <a:ea typeface="Cabin Medium"/>
                <a:cs typeface="Cabin Medium"/>
                <a:sym typeface="Cabin Medium"/>
              </a:defRPr>
            </a:lvl7pPr>
            <a:lvl8pPr lvl="7" rtl="0">
              <a:spcBef>
                <a:spcPts val="0"/>
              </a:spcBef>
              <a:spcAft>
                <a:spcPts val="0"/>
              </a:spcAft>
              <a:buSzPts val="3000"/>
              <a:buFont typeface="Cabin Medium"/>
              <a:buNone/>
              <a:defRPr sz="3000">
                <a:latin typeface="Cabin Medium"/>
                <a:ea typeface="Cabin Medium"/>
                <a:cs typeface="Cabin Medium"/>
                <a:sym typeface="Cabin Medium"/>
              </a:defRPr>
            </a:lvl8pPr>
            <a:lvl9pPr lvl="8" rtl="0">
              <a:spcBef>
                <a:spcPts val="0"/>
              </a:spcBef>
              <a:spcAft>
                <a:spcPts val="0"/>
              </a:spcAft>
              <a:buSzPts val="3000"/>
              <a:buFont typeface="Cabin Medium"/>
              <a:buNone/>
              <a:defRPr sz="3000">
                <a:latin typeface="Cabin Medium"/>
                <a:ea typeface="Cabin Medium"/>
                <a:cs typeface="Cabin Medium"/>
                <a:sym typeface="Cabin Medium"/>
              </a:defRPr>
            </a:lvl9pPr>
          </a:lstStyle>
          <a:p/>
        </p:txBody>
      </p:sp>
      <p:sp>
        <p:nvSpPr>
          <p:cNvPr id="77" name="Google Shape;77;p17"/>
          <p:cNvSpPr txBox="1"/>
          <p:nvPr>
            <p:ph idx="1" type="body"/>
          </p:nvPr>
        </p:nvSpPr>
        <p:spPr>
          <a:xfrm>
            <a:off x="4464505"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Font typeface="Cabin"/>
              <a:buChar char="●"/>
              <a:defRPr>
                <a:latin typeface="Cabin"/>
                <a:ea typeface="Cabin"/>
                <a:cs typeface="Cabin"/>
                <a:sym typeface="Cabin"/>
              </a:defRPr>
            </a:lvl1pPr>
            <a:lvl2pPr indent="-317500" lvl="1" marL="914400" rtl="0">
              <a:lnSpc>
                <a:spcPct val="100000"/>
              </a:lnSpc>
              <a:spcBef>
                <a:spcPts val="0"/>
              </a:spcBef>
              <a:spcAft>
                <a:spcPts val="0"/>
              </a:spcAft>
              <a:buSzPts val="1400"/>
              <a:buFont typeface="Cabin"/>
              <a:buChar char="○"/>
              <a:defRPr>
                <a:latin typeface="Cabin"/>
                <a:ea typeface="Cabin"/>
                <a:cs typeface="Cabin"/>
                <a:sym typeface="Cabin"/>
              </a:defRPr>
            </a:lvl2pPr>
            <a:lvl3pPr indent="-317500" lvl="2" marL="1371600" rtl="0">
              <a:lnSpc>
                <a:spcPct val="100000"/>
              </a:lnSpc>
              <a:spcBef>
                <a:spcPts val="0"/>
              </a:spcBef>
              <a:spcAft>
                <a:spcPts val="0"/>
              </a:spcAft>
              <a:buSzPts val="1400"/>
              <a:buFont typeface="Cabin"/>
              <a:buChar char="■"/>
              <a:defRPr>
                <a:latin typeface="Cabin"/>
                <a:ea typeface="Cabin"/>
                <a:cs typeface="Cabin"/>
                <a:sym typeface="Cabin"/>
              </a:defRPr>
            </a:lvl3pPr>
            <a:lvl4pPr indent="-317500" lvl="3" marL="1828800" rtl="0">
              <a:lnSpc>
                <a:spcPct val="100000"/>
              </a:lnSpc>
              <a:spcBef>
                <a:spcPts val="0"/>
              </a:spcBef>
              <a:spcAft>
                <a:spcPts val="0"/>
              </a:spcAft>
              <a:buSzPts val="1400"/>
              <a:buFont typeface="Cabin"/>
              <a:buChar char="●"/>
              <a:defRPr>
                <a:latin typeface="Cabin"/>
                <a:ea typeface="Cabin"/>
                <a:cs typeface="Cabin"/>
                <a:sym typeface="Cabin"/>
              </a:defRPr>
            </a:lvl4pPr>
            <a:lvl5pPr indent="-317500" lvl="4" marL="2286000" rtl="0">
              <a:lnSpc>
                <a:spcPct val="100000"/>
              </a:lnSpc>
              <a:spcBef>
                <a:spcPts val="0"/>
              </a:spcBef>
              <a:spcAft>
                <a:spcPts val="0"/>
              </a:spcAft>
              <a:buSzPts val="1400"/>
              <a:buFont typeface="Cabin"/>
              <a:buChar char="○"/>
              <a:defRPr>
                <a:latin typeface="Cabin"/>
                <a:ea typeface="Cabin"/>
                <a:cs typeface="Cabin"/>
                <a:sym typeface="Cabin"/>
              </a:defRPr>
            </a:lvl5pPr>
            <a:lvl6pPr indent="-317500" lvl="5" marL="2743200" rtl="0">
              <a:lnSpc>
                <a:spcPct val="100000"/>
              </a:lnSpc>
              <a:spcBef>
                <a:spcPts val="0"/>
              </a:spcBef>
              <a:spcAft>
                <a:spcPts val="0"/>
              </a:spcAft>
              <a:buSzPts val="1400"/>
              <a:buFont typeface="Cabin"/>
              <a:buChar char="■"/>
              <a:defRPr>
                <a:latin typeface="Cabin"/>
                <a:ea typeface="Cabin"/>
                <a:cs typeface="Cabin"/>
                <a:sym typeface="Cabin"/>
              </a:defRPr>
            </a:lvl6pPr>
            <a:lvl7pPr indent="-317500" lvl="6" marL="3200400" rtl="0">
              <a:lnSpc>
                <a:spcPct val="100000"/>
              </a:lnSpc>
              <a:spcBef>
                <a:spcPts val="0"/>
              </a:spcBef>
              <a:spcAft>
                <a:spcPts val="0"/>
              </a:spcAft>
              <a:buSzPts val="1400"/>
              <a:buFont typeface="Cabin"/>
              <a:buChar char="●"/>
              <a:defRPr>
                <a:latin typeface="Cabin"/>
                <a:ea typeface="Cabin"/>
                <a:cs typeface="Cabin"/>
                <a:sym typeface="Cabin"/>
              </a:defRPr>
            </a:lvl7pPr>
            <a:lvl8pPr indent="-317500" lvl="7" marL="3657600" rtl="0">
              <a:lnSpc>
                <a:spcPct val="100000"/>
              </a:lnSpc>
              <a:spcBef>
                <a:spcPts val="0"/>
              </a:spcBef>
              <a:spcAft>
                <a:spcPts val="0"/>
              </a:spcAft>
              <a:buSzPts val="1400"/>
              <a:buFont typeface="Cabin"/>
              <a:buChar char="○"/>
              <a:defRPr>
                <a:latin typeface="Cabin"/>
                <a:ea typeface="Cabin"/>
                <a:cs typeface="Cabin"/>
                <a:sym typeface="Cabin"/>
              </a:defRPr>
            </a:lvl8pPr>
            <a:lvl9pPr indent="-317500" lvl="8" marL="4114800" rtl="0">
              <a:lnSpc>
                <a:spcPct val="100000"/>
              </a:lnSpc>
              <a:spcBef>
                <a:spcPts val="0"/>
              </a:spcBef>
              <a:spcAft>
                <a:spcPts val="0"/>
              </a:spcAft>
              <a:buSzPts val="1400"/>
              <a:buFont typeface="Cabin"/>
              <a:buChar char="■"/>
              <a:defRPr>
                <a:latin typeface="Cabin"/>
                <a:ea typeface="Cabin"/>
                <a:cs typeface="Cabin"/>
                <a:sym typeface="Cabin"/>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dk1"/>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1142994" y="1766850"/>
            <a:ext cx="3429000" cy="640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80" name="Google Shape;80;p18"/>
          <p:cNvSpPr txBox="1"/>
          <p:nvPr>
            <p:ph idx="1" type="body"/>
          </p:nvPr>
        </p:nvSpPr>
        <p:spPr>
          <a:xfrm>
            <a:off x="1142994" y="2407050"/>
            <a:ext cx="3429000" cy="817200"/>
          </a:xfrm>
          <a:prstGeom prst="rect">
            <a:avLst/>
          </a:prstGeom>
          <a:ln>
            <a:noFill/>
          </a:ln>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1pPr>
            <a:lvl2pPr indent="-317500" lvl="1" marL="914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2pPr>
            <a:lvl3pPr indent="-317500" lvl="2" marL="1371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3pPr>
            <a:lvl4pPr indent="-317500" lvl="3" marL="1828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4pPr>
            <a:lvl5pPr indent="-317500" lvl="4" marL="22860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5pPr>
            <a:lvl6pPr indent="-317500" lvl="5" marL="27432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6pPr>
            <a:lvl7pPr indent="-317500" lvl="6" marL="32004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7pPr>
            <a:lvl8pPr indent="-317500" lvl="7" marL="36576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8pPr>
            <a:lvl9pPr indent="-317500" lvl="8" marL="4114800" rtl="0">
              <a:lnSpc>
                <a:spcPct val="100000"/>
              </a:lnSpc>
              <a:spcBef>
                <a:spcPts val="0"/>
              </a:spcBef>
              <a:spcAft>
                <a:spcPts val="0"/>
              </a:spcAft>
              <a:buClr>
                <a:schemeClr val="lt1"/>
              </a:buClr>
              <a:buSzPts val="1400"/>
              <a:buFont typeface="Cabin"/>
              <a:buChar char="■"/>
              <a:defRPr>
                <a:solidFill>
                  <a:schemeClr val="lt1"/>
                </a:solidFill>
                <a:latin typeface="Cabin"/>
                <a:ea typeface="Cabin"/>
                <a:cs typeface="Cabin"/>
                <a:sym typeface="Cabin"/>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81" name="Shape 81"/>
        <p:cNvGrpSpPr/>
        <p:nvPr/>
      </p:nvGrpSpPr>
      <p:grpSpPr>
        <a:xfrm>
          <a:off x="0" y="0"/>
          <a:ext cx="0" cy="0"/>
          <a:chOff x="0" y="0"/>
          <a:chExt cx="0" cy="0"/>
        </a:xfrm>
      </p:grpSpPr>
      <p:sp>
        <p:nvSpPr>
          <p:cNvPr id="82" name="Google Shape;82;p19"/>
          <p:cNvSpPr txBox="1"/>
          <p:nvPr>
            <p:ph idx="1" type="subTitle"/>
          </p:nvPr>
        </p:nvSpPr>
        <p:spPr>
          <a:xfrm>
            <a:off x="715100" y="2037825"/>
            <a:ext cx="77139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9"/>
          <p:cNvSpPr txBox="1"/>
          <p:nvPr>
            <p:ph idx="2" type="subTitle"/>
          </p:nvPr>
        </p:nvSpPr>
        <p:spPr>
          <a:xfrm>
            <a:off x="715100" y="3341025"/>
            <a:ext cx="77139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 name="Google Shape;84;p19"/>
          <p:cNvSpPr txBox="1"/>
          <p:nvPr>
            <p:ph idx="3" type="subTitle"/>
          </p:nvPr>
        </p:nvSpPr>
        <p:spPr>
          <a:xfrm>
            <a:off x="715100" y="1653825"/>
            <a:ext cx="77139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85" name="Google Shape;85;p19"/>
          <p:cNvSpPr txBox="1"/>
          <p:nvPr>
            <p:ph idx="4" type="subTitle"/>
          </p:nvPr>
        </p:nvSpPr>
        <p:spPr>
          <a:xfrm>
            <a:off x="715100" y="2957025"/>
            <a:ext cx="77139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86" name="Google Shape;86;p19"/>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dk1"/>
        </a:solidFill>
      </p:bgPr>
    </p:bg>
    <p:spTree>
      <p:nvGrpSpPr>
        <p:cNvPr id="87" name="Shape 87"/>
        <p:cNvGrpSpPr/>
        <p:nvPr/>
      </p:nvGrpSpPr>
      <p:grpSpPr>
        <a:xfrm>
          <a:off x="0" y="0"/>
          <a:ext cx="0" cy="0"/>
          <a:chOff x="0" y="0"/>
          <a:chExt cx="0" cy="0"/>
        </a:xfrm>
      </p:grpSpPr>
      <p:sp>
        <p:nvSpPr>
          <p:cNvPr id="88" name="Google Shape;88;p20"/>
          <p:cNvSpPr txBox="1"/>
          <p:nvPr>
            <p:ph idx="1" type="subTitle"/>
          </p:nvPr>
        </p:nvSpPr>
        <p:spPr>
          <a:xfrm>
            <a:off x="715100" y="18603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89" name="Google Shape;89;p20"/>
          <p:cNvSpPr txBox="1"/>
          <p:nvPr>
            <p:ph idx="2" type="subTitle"/>
          </p:nvPr>
        </p:nvSpPr>
        <p:spPr>
          <a:xfrm>
            <a:off x="715100" y="14763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0" name="Google Shape;90;p20"/>
          <p:cNvSpPr txBox="1"/>
          <p:nvPr>
            <p:ph type="title"/>
          </p:nvPr>
        </p:nvSpPr>
        <p:spPr>
          <a:xfrm>
            <a:off x="715100" y="535000"/>
            <a:ext cx="38568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91" name="Google Shape;91;p20"/>
          <p:cNvSpPr txBox="1"/>
          <p:nvPr>
            <p:ph idx="3" type="subTitle"/>
          </p:nvPr>
        </p:nvSpPr>
        <p:spPr>
          <a:xfrm>
            <a:off x="715100" y="27966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2" name="Google Shape;92;p20"/>
          <p:cNvSpPr txBox="1"/>
          <p:nvPr>
            <p:ph idx="4" type="subTitle"/>
          </p:nvPr>
        </p:nvSpPr>
        <p:spPr>
          <a:xfrm>
            <a:off x="715100" y="24126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3" name="Google Shape;93;p20"/>
          <p:cNvSpPr txBox="1"/>
          <p:nvPr>
            <p:ph idx="5" type="subTitle"/>
          </p:nvPr>
        </p:nvSpPr>
        <p:spPr>
          <a:xfrm>
            <a:off x="715100" y="3732975"/>
            <a:ext cx="3856800" cy="399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4" name="Google Shape;94;p20"/>
          <p:cNvSpPr txBox="1"/>
          <p:nvPr>
            <p:ph idx="6" type="subTitle"/>
          </p:nvPr>
        </p:nvSpPr>
        <p:spPr>
          <a:xfrm>
            <a:off x="715100" y="334897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95" name="Google Shape;95;p20"/>
          <p:cNvSpPr/>
          <p:nvPr>
            <p:ph idx="7" type="pic"/>
          </p:nvPr>
        </p:nvSpPr>
        <p:spPr>
          <a:xfrm>
            <a:off x="5715000" y="125"/>
            <a:ext cx="3429000" cy="51435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dk1"/>
        </a:solidFill>
      </p:bgPr>
    </p:bg>
    <p:spTree>
      <p:nvGrpSpPr>
        <p:cNvPr id="96" name="Shape 96"/>
        <p:cNvGrpSpPr/>
        <p:nvPr/>
      </p:nvGrpSpPr>
      <p:grpSpPr>
        <a:xfrm>
          <a:off x="0" y="0"/>
          <a:ext cx="0" cy="0"/>
          <a:chOff x="0" y="0"/>
          <a:chExt cx="0" cy="0"/>
        </a:xfrm>
      </p:grpSpPr>
      <p:sp>
        <p:nvSpPr>
          <p:cNvPr id="97" name="Google Shape;97;p21"/>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98" name="Google Shape;98;p21"/>
          <p:cNvSpPr txBox="1"/>
          <p:nvPr>
            <p:ph idx="1" type="subTitle"/>
          </p:nvPr>
        </p:nvSpPr>
        <p:spPr>
          <a:xfrm>
            <a:off x="7151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99" name="Google Shape;99;p21"/>
          <p:cNvSpPr txBox="1"/>
          <p:nvPr>
            <p:ph idx="2" type="subTitle"/>
          </p:nvPr>
        </p:nvSpPr>
        <p:spPr>
          <a:xfrm>
            <a:off x="7151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00" name="Google Shape;100;p21"/>
          <p:cNvSpPr txBox="1"/>
          <p:nvPr>
            <p:ph idx="3" type="subTitle"/>
          </p:nvPr>
        </p:nvSpPr>
        <p:spPr>
          <a:xfrm>
            <a:off x="34380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01" name="Google Shape;101;p21"/>
          <p:cNvSpPr txBox="1"/>
          <p:nvPr>
            <p:ph idx="4" type="subTitle"/>
          </p:nvPr>
        </p:nvSpPr>
        <p:spPr>
          <a:xfrm>
            <a:off x="34380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02" name="Google Shape;102;p21"/>
          <p:cNvSpPr txBox="1"/>
          <p:nvPr>
            <p:ph idx="5" type="subTitle"/>
          </p:nvPr>
        </p:nvSpPr>
        <p:spPr>
          <a:xfrm>
            <a:off x="6160900" y="3206625"/>
            <a:ext cx="2268000" cy="61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03" name="Google Shape;103;p21"/>
          <p:cNvSpPr txBox="1"/>
          <p:nvPr>
            <p:ph idx="6" type="subTitle"/>
          </p:nvPr>
        </p:nvSpPr>
        <p:spPr>
          <a:xfrm>
            <a:off x="6160900" y="2822625"/>
            <a:ext cx="2268000" cy="4602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04" name="Shape 104"/>
        <p:cNvGrpSpPr/>
        <p:nvPr/>
      </p:nvGrpSpPr>
      <p:grpSpPr>
        <a:xfrm>
          <a:off x="0" y="0"/>
          <a:ext cx="0" cy="0"/>
          <a:chOff x="0" y="0"/>
          <a:chExt cx="0" cy="0"/>
        </a:xfrm>
      </p:grpSpPr>
      <p:sp>
        <p:nvSpPr>
          <p:cNvPr id="105" name="Google Shape;105;p22"/>
          <p:cNvSpPr txBox="1"/>
          <p:nvPr>
            <p:ph idx="1" type="subTitle"/>
          </p:nvPr>
        </p:nvSpPr>
        <p:spPr>
          <a:xfrm>
            <a:off x="715100" y="20378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 name="Google Shape;106;p22"/>
          <p:cNvSpPr txBox="1"/>
          <p:nvPr>
            <p:ph idx="2" type="subTitle"/>
          </p:nvPr>
        </p:nvSpPr>
        <p:spPr>
          <a:xfrm>
            <a:off x="715100" y="33410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22"/>
          <p:cNvSpPr txBox="1"/>
          <p:nvPr>
            <p:ph idx="3" type="subTitle"/>
          </p:nvPr>
        </p:nvSpPr>
        <p:spPr>
          <a:xfrm>
            <a:off x="715100" y="16538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08" name="Google Shape;108;p22"/>
          <p:cNvSpPr txBox="1"/>
          <p:nvPr>
            <p:ph idx="4" type="subTitle"/>
          </p:nvPr>
        </p:nvSpPr>
        <p:spPr>
          <a:xfrm>
            <a:off x="715100" y="29570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09" name="Google Shape;109;p22"/>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110" name="Google Shape;110;p22"/>
          <p:cNvSpPr txBox="1"/>
          <p:nvPr>
            <p:ph idx="5" type="subTitle"/>
          </p:nvPr>
        </p:nvSpPr>
        <p:spPr>
          <a:xfrm>
            <a:off x="4572000" y="20378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22"/>
          <p:cNvSpPr txBox="1"/>
          <p:nvPr>
            <p:ph idx="6" type="subTitle"/>
          </p:nvPr>
        </p:nvSpPr>
        <p:spPr>
          <a:xfrm>
            <a:off x="4572000" y="3341025"/>
            <a:ext cx="3856800" cy="6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 name="Google Shape;112;p22"/>
          <p:cNvSpPr txBox="1"/>
          <p:nvPr>
            <p:ph idx="7" type="subTitle"/>
          </p:nvPr>
        </p:nvSpPr>
        <p:spPr>
          <a:xfrm>
            <a:off x="4572000" y="16538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13" name="Google Shape;113;p22"/>
          <p:cNvSpPr txBox="1"/>
          <p:nvPr>
            <p:ph idx="8" type="subTitle"/>
          </p:nvPr>
        </p:nvSpPr>
        <p:spPr>
          <a:xfrm>
            <a:off x="4572000" y="2957025"/>
            <a:ext cx="38568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dk1"/>
        </a:solidFill>
      </p:bgPr>
    </p:bg>
    <p:spTree>
      <p:nvGrpSpPr>
        <p:cNvPr id="114" name="Shape 114"/>
        <p:cNvGrpSpPr/>
        <p:nvPr/>
      </p:nvGrpSpPr>
      <p:grpSpPr>
        <a:xfrm>
          <a:off x="0" y="0"/>
          <a:ext cx="0" cy="0"/>
          <a:chOff x="0" y="0"/>
          <a:chExt cx="0" cy="0"/>
        </a:xfrm>
      </p:grpSpPr>
      <p:sp>
        <p:nvSpPr>
          <p:cNvPr id="115" name="Google Shape;115;p23"/>
          <p:cNvSpPr txBox="1"/>
          <p:nvPr>
            <p:ph idx="1" type="subTitle"/>
          </p:nvPr>
        </p:nvSpPr>
        <p:spPr>
          <a:xfrm>
            <a:off x="715100"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16" name="Google Shape;116;p23"/>
          <p:cNvSpPr txBox="1"/>
          <p:nvPr>
            <p:ph idx="2" type="subTitle"/>
          </p:nvPr>
        </p:nvSpPr>
        <p:spPr>
          <a:xfrm>
            <a:off x="715100"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17" name="Google Shape;117;p23"/>
          <p:cNvSpPr txBox="1"/>
          <p:nvPr>
            <p:ph idx="3" type="subTitle"/>
          </p:nvPr>
        </p:nvSpPr>
        <p:spPr>
          <a:xfrm>
            <a:off x="715100"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8" name="Google Shape;118;p23"/>
          <p:cNvSpPr txBox="1"/>
          <p:nvPr>
            <p:ph idx="4" type="subTitle"/>
          </p:nvPr>
        </p:nvSpPr>
        <p:spPr>
          <a:xfrm>
            <a:off x="715100"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9" name="Google Shape;119;p23"/>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
        <p:nvSpPr>
          <p:cNvPr id="120" name="Google Shape;120;p23"/>
          <p:cNvSpPr txBox="1"/>
          <p:nvPr>
            <p:ph idx="5" type="subTitle"/>
          </p:nvPr>
        </p:nvSpPr>
        <p:spPr>
          <a:xfrm>
            <a:off x="3286422"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1" name="Google Shape;121;p23"/>
          <p:cNvSpPr txBox="1"/>
          <p:nvPr>
            <p:ph idx="6" type="subTitle"/>
          </p:nvPr>
        </p:nvSpPr>
        <p:spPr>
          <a:xfrm>
            <a:off x="3286422"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2" name="Google Shape;122;p23"/>
          <p:cNvSpPr txBox="1"/>
          <p:nvPr>
            <p:ph idx="7" type="subTitle"/>
          </p:nvPr>
        </p:nvSpPr>
        <p:spPr>
          <a:xfrm>
            <a:off x="3286422"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3" name="Google Shape;123;p23"/>
          <p:cNvSpPr txBox="1"/>
          <p:nvPr>
            <p:ph idx="8" type="subTitle"/>
          </p:nvPr>
        </p:nvSpPr>
        <p:spPr>
          <a:xfrm>
            <a:off x="3286422"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4" name="Google Shape;124;p23"/>
          <p:cNvSpPr txBox="1"/>
          <p:nvPr>
            <p:ph idx="9" type="subTitle"/>
          </p:nvPr>
        </p:nvSpPr>
        <p:spPr>
          <a:xfrm>
            <a:off x="5857711" y="20378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5" name="Google Shape;125;p23"/>
          <p:cNvSpPr txBox="1"/>
          <p:nvPr>
            <p:ph idx="13" type="subTitle"/>
          </p:nvPr>
        </p:nvSpPr>
        <p:spPr>
          <a:xfrm>
            <a:off x="5857711" y="3341025"/>
            <a:ext cx="25713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126" name="Google Shape;126;p23"/>
          <p:cNvSpPr txBox="1"/>
          <p:nvPr>
            <p:ph idx="14" type="subTitle"/>
          </p:nvPr>
        </p:nvSpPr>
        <p:spPr>
          <a:xfrm>
            <a:off x="5857711" y="16538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7" name="Google Shape;127;p23"/>
          <p:cNvSpPr txBox="1"/>
          <p:nvPr>
            <p:ph idx="15" type="subTitle"/>
          </p:nvPr>
        </p:nvSpPr>
        <p:spPr>
          <a:xfrm>
            <a:off x="5857711" y="2957025"/>
            <a:ext cx="25713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2400"/>
              <a:buNone/>
              <a:defRPr sz="2000">
                <a:solidFill>
                  <a:schemeClr val="lt1"/>
                </a:solidFill>
                <a:latin typeface="Cabin Medium"/>
                <a:ea typeface="Cabin Medium"/>
                <a:cs typeface="Cabin Medium"/>
                <a:sym typeface="Cabin Medium"/>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28" name="Shape 128"/>
        <p:cNvGrpSpPr/>
        <p:nvPr/>
      </p:nvGrpSpPr>
      <p:grpSpPr>
        <a:xfrm>
          <a:off x="0" y="0"/>
          <a:ext cx="0" cy="0"/>
          <a:chOff x="0" y="0"/>
          <a:chExt cx="0" cy="0"/>
        </a:xfrm>
      </p:grpSpPr>
      <p:sp>
        <p:nvSpPr>
          <p:cNvPr id="129" name="Google Shape;129;p24"/>
          <p:cNvSpPr txBox="1"/>
          <p:nvPr>
            <p:ph hasCustomPrompt="1" type="title"/>
          </p:nvPr>
        </p:nvSpPr>
        <p:spPr>
          <a:xfrm>
            <a:off x="4572000" y="5350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0" name="Google Shape;130;p24"/>
          <p:cNvSpPr txBox="1"/>
          <p:nvPr>
            <p:ph idx="1" type="subTitle"/>
          </p:nvPr>
        </p:nvSpPr>
        <p:spPr>
          <a:xfrm>
            <a:off x="4572000" y="12871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1" name="Google Shape;131;p24"/>
          <p:cNvSpPr txBox="1"/>
          <p:nvPr>
            <p:ph hasCustomPrompt="1" idx="2" type="title"/>
          </p:nvPr>
        </p:nvSpPr>
        <p:spPr>
          <a:xfrm>
            <a:off x="4572000" y="19731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2" name="Google Shape;132;p24"/>
          <p:cNvSpPr txBox="1"/>
          <p:nvPr>
            <p:ph idx="3" type="subTitle"/>
          </p:nvPr>
        </p:nvSpPr>
        <p:spPr>
          <a:xfrm>
            <a:off x="4572000" y="27252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3" name="Google Shape;133;p24"/>
          <p:cNvSpPr txBox="1"/>
          <p:nvPr>
            <p:ph hasCustomPrompt="1" idx="4" type="title"/>
          </p:nvPr>
        </p:nvSpPr>
        <p:spPr>
          <a:xfrm>
            <a:off x="4572000" y="3411200"/>
            <a:ext cx="34290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34" name="Google Shape;134;p24"/>
          <p:cNvSpPr txBox="1"/>
          <p:nvPr>
            <p:ph idx="5" type="subTitle"/>
          </p:nvPr>
        </p:nvSpPr>
        <p:spPr>
          <a:xfrm>
            <a:off x="4572000" y="4163300"/>
            <a:ext cx="3429000" cy="445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5" name="Google Shape;135;p24"/>
          <p:cNvSpPr/>
          <p:nvPr>
            <p:ph idx="6" type="pic"/>
          </p:nvPr>
        </p:nvSpPr>
        <p:spPr>
          <a:xfrm>
            <a:off x="0" y="125"/>
            <a:ext cx="3429000" cy="5143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36" name="Shape 136"/>
        <p:cNvGrpSpPr/>
        <p:nvPr/>
      </p:nvGrpSpPr>
      <p:grpSpPr>
        <a:xfrm>
          <a:off x="0" y="0"/>
          <a:ext cx="0" cy="0"/>
          <a:chOff x="0" y="0"/>
          <a:chExt cx="0" cy="0"/>
        </a:xfrm>
      </p:grpSpPr>
      <p:sp>
        <p:nvSpPr>
          <p:cNvPr id="137" name="Google Shape;137;p25"/>
          <p:cNvSpPr txBox="1"/>
          <p:nvPr>
            <p:ph idx="1" type="subTitle"/>
          </p:nvPr>
        </p:nvSpPr>
        <p:spPr>
          <a:xfrm>
            <a:off x="715100"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8" name="Google Shape;138;p25"/>
          <p:cNvSpPr txBox="1"/>
          <p:nvPr>
            <p:ph idx="2" type="subTitle"/>
          </p:nvPr>
        </p:nvSpPr>
        <p:spPr>
          <a:xfrm>
            <a:off x="715100"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39" name="Google Shape;139;p25"/>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3000"/>
              <a:buFont typeface="Cabin Medium"/>
              <a:buNone/>
              <a:defRPr sz="3000">
                <a:latin typeface="Cabin Medium"/>
                <a:ea typeface="Cabin Medium"/>
                <a:cs typeface="Cabin Medium"/>
                <a:sym typeface="Cabin Medium"/>
              </a:defRPr>
            </a:lvl1pPr>
            <a:lvl2pPr lvl="1" rtl="0">
              <a:spcBef>
                <a:spcPts val="0"/>
              </a:spcBef>
              <a:spcAft>
                <a:spcPts val="0"/>
              </a:spcAft>
              <a:buSzPts val="3000"/>
              <a:buFont typeface="Cabin Medium"/>
              <a:buNone/>
              <a:defRPr sz="3000">
                <a:latin typeface="Cabin Medium"/>
                <a:ea typeface="Cabin Medium"/>
                <a:cs typeface="Cabin Medium"/>
                <a:sym typeface="Cabin Medium"/>
              </a:defRPr>
            </a:lvl2pPr>
            <a:lvl3pPr lvl="2" rtl="0">
              <a:spcBef>
                <a:spcPts val="0"/>
              </a:spcBef>
              <a:spcAft>
                <a:spcPts val="0"/>
              </a:spcAft>
              <a:buSzPts val="3000"/>
              <a:buFont typeface="Cabin Medium"/>
              <a:buNone/>
              <a:defRPr sz="3000">
                <a:latin typeface="Cabin Medium"/>
                <a:ea typeface="Cabin Medium"/>
                <a:cs typeface="Cabin Medium"/>
                <a:sym typeface="Cabin Medium"/>
              </a:defRPr>
            </a:lvl3pPr>
            <a:lvl4pPr lvl="3" rtl="0">
              <a:spcBef>
                <a:spcPts val="0"/>
              </a:spcBef>
              <a:spcAft>
                <a:spcPts val="0"/>
              </a:spcAft>
              <a:buSzPts val="3000"/>
              <a:buFont typeface="Cabin Medium"/>
              <a:buNone/>
              <a:defRPr sz="3000">
                <a:latin typeface="Cabin Medium"/>
                <a:ea typeface="Cabin Medium"/>
                <a:cs typeface="Cabin Medium"/>
                <a:sym typeface="Cabin Medium"/>
              </a:defRPr>
            </a:lvl4pPr>
            <a:lvl5pPr lvl="4" rtl="0">
              <a:spcBef>
                <a:spcPts val="0"/>
              </a:spcBef>
              <a:spcAft>
                <a:spcPts val="0"/>
              </a:spcAft>
              <a:buSzPts val="3000"/>
              <a:buFont typeface="Cabin Medium"/>
              <a:buNone/>
              <a:defRPr sz="3000">
                <a:latin typeface="Cabin Medium"/>
                <a:ea typeface="Cabin Medium"/>
                <a:cs typeface="Cabin Medium"/>
                <a:sym typeface="Cabin Medium"/>
              </a:defRPr>
            </a:lvl5pPr>
            <a:lvl6pPr lvl="5" rtl="0">
              <a:spcBef>
                <a:spcPts val="0"/>
              </a:spcBef>
              <a:spcAft>
                <a:spcPts val="0"/>
              </a:spcAft>
              <a:buSzPts val="3000"/>
              <a:buFont typeface="Cabin Medium"/>
              <a:buNone/>
              <a:defRPr sz="3000">
                <a:latin typeface="Cabin Medium"/>
                <a:ea typeface="Cabin Medium"/>
                <a:cs typeface="Cabin Medium"/>
                <a:sym typeface="Cabin Medium"/>
              </a:defRPr>
            </a:lvl6pPr>
            <a:lvl7pPr lvl="6" rtl="0">
              <a:spcBef>
                <a:spcPts val="0"/>
              </a:spcBef>
              <a:spcAft>
                <a:spcPts val="0"/>
              </a:spcAft>
              <a:buSzPts val="3000"/>
              <a:buFont typeface="Cabin Medium"/>
              <a:buNone/>
              <a:defRPr sz="3000">
                <a:latin typeface="Cabin Medium"/>
                <a:ea typeface="Cabin Medium"/>
                <a:cs typeface="Cabin Medium"/>
                <a:sym typeface="Cabin Medium"/>
              </a:defRPr>
            </a:lvl7pPr>
            <a:lvl8pPr lvl="7" rtl="0">
              <a:spcBef>
                <a:spcPts val="0"/>
              </a:spcBef>
              <a:spcAft>
                <a:spcPts val="0"/>
              </a:spcAft>
              <a:buSzPts val="3000"/>
              <a:buFont typeface="Cabin Medium"/>
              <a:buNone/>
              <a:defRPr sz="3000">
                <a:latin typeface="Cabin Medium"/>
                <a:ea typeface="Cabin Medium"/>
                <a:cs typeface="Cabin Medium"/>
                <a:sym typeface="Cabin Medium"/>
              </a:defRPr>
            </a:lvl8pPr>
            <a:lvl9pPr lvl="8" rtl="0">
              <a:spcBef>
                <a:spcPts val="0"/>
              </a:spcBef>
              <a:spcAft>
                <a:spcPts val="0"/>
              </a:spcAft>
              <a:buSzPts val="3000"/>
              <a:buFont typeface="Cabin Medium"/>
              <a:buNone/>
              <a:defRPr sz="3000">
                <a:latin typeface="Cabin Medium"/>
                <a:ea typeface="Cabin Medium"/>
                <a:cs typeface="Cabin Medium"/>
                <a:sym typeface="Cabin Medium"/>
              </a:defRPr>
            </a:lvl9pPr>
          </a:lstStyle>
          <a:p/>
        </p:txBody>
      </p:sp>
      <p:sp>
        <p:nvSpPr>
          <p:cNvPr id="140" name="Google Shape;140;p25"/>
          <p:cNvSpPr txBox="1"/>
          <p:nvPr>
            <p:ph idx="3" type="subTitle"/>
          </p:nvPr>
        </p:nvSpPr>
        <p:spPr>
          <a:xfrm>
            <a:off x="3335296"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1" name="Google Shape;141;p25"/>
          <p:cNvSpPr txBox="1"/>
          <p:nvPr>
            <p:ph idx="4" type="subTitle"/>
          </p:nvPr>
        </p:nvSpPr>
        <p:spPr>
          <a:xfrm>
            <a:off x="3335296"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42" name="Google Shape;142;p25"/>
          <p:cNvSpPr txBox="1"/>
          <p:nvPr>
            <p:ph idx="5" type="subTitle"/>
          </p:nvPr>
        </p:nvSpPr>
        <p:spPr>
          <a:xfrm>
            <a:off x="5955460" y="3339225"/>
            <a:ext cx="2473500" cy="614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3" name="Google Shape;143;p25"/>
          <p:cNvSpPr txBox="1"/>
          <p:nvPr>
            <p:ph idx="6" type="subTitle"/>
          </p:nvPr>
        </p:nvSpPr>
        <p:spPr>
          <a:xfrm>
            <a:off x="5955460" y="2955225"/>
            <a:ext cx="2473500" cy="460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sz="2000">
                <a:latin typeface="Cabin Medium"/>
                <a:ea typeface="Cabin Medium"/>
                <a:cs typeface="Cabin Medium"/>
                <a:sym typeface="Cabin Medium"/>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
        <p:nvSpPr>
          <p:cNvPr id="144" name="Google Shape;144;p25"/>
          <p:cNvSpPr txBox="1"/>
          <p:nvPr>
            <p:ph hasCustomPrompt="1" idx="7" type="title"/>
          </p:nvPr>
        </p:nvSpPr>
        <p:spPr>
          <a:xfrm>
            <a:off x="715100"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25"/>
          <p:cNvSpPr txBox="1"/>
          <p:nvPr>
            <p:ph hasCustomPrompt="1" idx="8" type="title"/>
          </p:nvPr>
        </p:nvSpPr>
        <p:spPr>
          <a:xfrm>
            <a:off x="3335299"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6" name="Google Shape;146;p25"/>
          <p:cNvSpPr txBox="1"/>
          <p:nvPr>
            <p:ph hasCustomPrompt="1" idx="9" type="title"/>
          </p:nvPr>
        </p:nvSpPr>
        <p:spPr>
          <a:xfrm>
            <a:off x="5955449" y="1653825"/>
            <a:ext cx="2473500" cy="4602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400" u="sng">
                <a:latin typeface="Cabin Medium"/>
                <a:ea typeface="Cabin Medium"/>
                <a:cs typeface="Cabin Medium"/>
                <a:sym typeface="Cabin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dk1"/>
        </a:solidFill>
      </p:bgPr>
    </p:bg>
    <p:spTree>
      <p:nvGrpSpPr>
        <p:cNvPr id="147" name="Shape 147"/>
        <p:cNvGrpSpPr/>
        <p:nvPr/>
      </p:nvGrpSpPr>
      <p:grpSpPr>
        <a:xfrm>
          <a:off x="0" y="0"/>
          <a:ext cx="0" cy="0"/>
          <a:chOff x="0" y="0"/>
          <a:chExt cx="0" cy="0"/>
        </a:xfrm>
      </p:grpSpPr>
      <p:sp>
        <p:nvSpPr>
          <p:cNvPr id="148" name="Google Shape;148;p26"/>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1pPr>
            <a:lvl2pPr lvl="1"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2pPr>
            <a:lvl3pPr lvl="2"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3pPr>
            <a:lvl4pPr lvl="3"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4pPr>
            <a:lvl5pPr lvl="4"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5pPr>
            <a:lvl6pPr lvl="5"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6pPr>
            <a:lvl7pPr lvl="6"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7pPr>
            <a:lvl8pPr lvl="7"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8pPr>
            <a:lvl9pPr lvl="8" rtl="0">
              <a:spcBef>
                <a:spcPts val="0"/>
              </a:spcBef>
              <a:spcAft>
                <a:spcPts val="0"/>
              </a:spcAft>
              <a:buClr>
                <a:schemeClr val="lt1"/>
              </a:buClr>
              <a:buSzPts val="3000"/>
              <a:buFont typeface="Cabin Medium"/>
              <a:buNone/>
              <a:defRPr sz="3000">
                <a:solidFill>
                  <a:schemeClr val="lt1"/>
                </a:solidFill>
                <a:latin typeface="Cabin Medium"/>
                <a:ea typeface="Cabin Medium"/>
                <a:cs typeface="Cabin Medium"/>
                <a:sym typeface="Cabin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49" name="Shape 149"/>
        <p:cNvGrpSpPr/>
        <p:nvPr/>
      </p:nvGrpSpPr>
      <p:grpSpPr>
        <a:xfrm>
          <a:off x="0" y="0"/>
          <a:ext cx="0" cy="0"/>
          <a:chOff x="0" y="0"/>
          <a:chExt cx="0" cy="0"/>
        </a:xfrm>
      </p:grpSpPr>
      <p:sp>
        <p:nvSpPr>
          <p:cNvPr id="150" name="Google Shape;150;p27"/>
          <p:cNvSpPr txBox="1"/>
          <p:nvPr>
            <p:ph type="ctrTitle"/>
          </p:nvPr>
        </p:nvSpPr>
        <p:spPr>
          <a:xfrm>
            <a:off x="1143000" y="773900"/>
            <a:ext cx="3429000" cy="99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1" name="Google Shape;151;p27"/>
          <p:cNvSpPr txBox="1"/>
          <p:nvPr>
            <p:ph idx="1" type="subTitle"/>
          </p:nvPr>
        </p:nvSpPr>
        <p:spPr>
          <a:xfrm>
            <a:off x="1143000" y="1695500"/>
            <a:ext cx="3429000" cy="131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52" name="Google Shape;152;p27"/>
          <p:cNvSpPr/>
          <p:nvPr>
            <p:ph idx="2" type="pic"/>
          </p:nvPr>
        </p:nvSpPr>
        <p:spPr>
          <a:xfrm>
            <a:off x="5715000" y="125"/>
            <a:ext cx="3429000" cy="5143500"/>
          </a:xfrm>
          <a:prstGeom prst="rect">
            <a:avLst/>
          </a:prstGeom>
          <a:noFill/>
          <a:ln>
            <a:noFill/>
          </a:ln>
        </p:spPr>
      </p:sp>
      <p:sp>
        <p:nvSpPr>
          <p:cNvPr id="153" name="Google Shape;153;p27"/>
          <p:cNvSpPr txBox="1"/>
          <p:nvPr/>
        </p:nvSpPr>
        <p:spPr>
          <a:xfrm>
            <a:off x="1143000" y="3358800"/>
            <a:ext cx="3429000" cy="615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000">
                <a:solidFill>
                  <a:schemeClr val="dk1"/>
                </a:solidFill>
                <a:latin typeface="Cabin"/>
                <a:ea typeface="Cabin"/>
                <a:cs typeface="Cabin"/>
                <a:sym typeface="Cabin"/>
              </a:rPr>
              <a:t>CREDITS: This presentation template was created by </a:t>
            </a:r>
            <a:r>
              <a:rPr b="1" lang="en" sz="1000">
                <a:solidFill>
                  <a:schemeClr val="dk1"/>
                </a:solidFill>
                <a:uFill>
                  <a:noFill/>
                </a:uFill>
                <a:latin typeface="Cabin"/>
                <a:ea typeface="Cabin"/>
                <a:cs typeface="Cabin"/>
                <a:sym typeface="Cabin"/>
                <a:hlinkClick r:id="rId2">
                  <a:extLst>
                    <a:ext uri="{A12FA001-AC4F-418D-AE19-62706E023703}">
                      <ahyp:hlinkClr val="tx"/>
                    </a:ext>
                  </a:extLst>
                </a:hlinkClick>
              </a:rPr>
              <a:t>Slidesgo</a:t>
            </a:r>
            <a:r>
              <a:rPr lang="en" sz="1000">
                <a:solidFill>
                  <a:schemeClr val="dk1"/>
                </a:solidFill>
                <a:latin typeface="Cabin"/>
                <a:ea typeface="Cabin"/>
                <a:cs typeface="Cabin"/>
                <a:sym typeface="Cabin"/>
              </a:rPr>
              <a:t>, and includes icons by </a:t>
            </a:r>
            <a:r>
              <a:rPr b="1" lang="en" sz="1000">
                <a:solidFill>
                  <a:schemeClr val="dk1"/>
                </a:solidFill>
                <a:uFill>
                  <a:noFill/>
                </a:uFill>
                <a:latin typeface="Cabin"/>
                <a:ea typeface="Cabin"/>
                <a:cs typeface="Cabin"/>
                <a:sym typeface="Cabin"/>
                <a:hlinkClick r:id="rId3">
                  <a:extLst>
                    <a:ext uri="{A12FA001-AC4F-418D-AE19-62706E023703}">
                      <ahyp:hlinkClr val="tx"/>
                    </a:ext>
                  </a:extLst>
                </a:hlinkClick>
              </a:rPr>
              <a:t>Flaticon</a:t>
            </a:r>
            <a:r>
              <a:rPr lang="en" sz="1000">
                <a:solidFill>
                  <a:schemeClr val="dk1"/>
                </a:solidFill>
                <a:latin typeface="Cabin"/>
                <a:ea typeface="Cabin"/>
                <a:cs typeface="Cabin"/>
                <a:sym typeface="Cabin"/>
              </a:rPr>
              <a:t> and infographics</a:t>
            </a:r>
            <a:endParaRPr sz="1000">
              <a:solidFill>
                <a:schemeClr val="dk1"/>
              </a:solidFill>
              <a:latin typeface="Cabin"/>
              <a:ea typeface="Cabin"/>
              <a:cs typeface="Cabin"/>
              <a:sym typeface="Cabin"/>
            </a:endParaRPr>
          </a:p>
          <a:p>
            <a:pPr indent="0" lvl="0" marL="0" rtl="0" algn="ctr">
              <a:lnSpc>
                <a:spcPct val="100000"/>
              </a:lnSpc>
              <a:spcBef>
                <a:spcPts val="0"/>
              </a:spcBef>
              <a:spcAft>
                <a:spcPts val="0"/>
              </a:spcAft>
              <a:buNone/>
            </a:pPr>
            <a:r>
              <a:rPr lang="en" sz="1000">
                <a:solidFill>
                  <a:schemeClr val="dk1"/>
                </a:solidFill>
                <a:latin typeface="Cabin"/>
                <a:ea typeface="Cabin"/>
                <a:cs typeface="Cabin"/>
                <a:sym typeface="Cabin"/>
              </a:rPr>
              <a:t>&amp; images by </a:t>
            </a:r>
            <a:r>
              <a:rPr b="1" lang="en" sz="1000">
                <a:solidFill>
                  <a:schemeClr val="dk1"/>
                </a:solidFill>
                <a:uFill>
                  <a:noFill/>
                </a:uFill>
                <a:latin typeface="Cabin"/>
                <a:ea typeface="Cabin"/>
                <a:cs typeface="Cabin"/>
                <a:sym typeface="Cabin"/>
                <a:hlinkClick r:id="rId4">
                  <a:extLst>
                    <a:ext uri="{A12FA001-AC4F-418D-AE19-62706E023703}">
                      <ahyp:hlinkClr val="tx"/>
                    </a:ext>
                  </a:extLst>
                </a:hlinkClick>
              </a:rPr>
              <a:t>Freepik</a:t>
            </a:r>
            <a:endParaRPr b="1" sz="1000">
              <a:solidFill>
                <a:schemeClr val="dk1"/>
              </a:solidFill>
              <a:latin typeface="Cabin"/>
              <a:ea typeface="Cabin"/>
              <a:cs typeface="Cabin"/>
              <a:sym typeface="Cabin"/>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54" name="Shape 15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2"/>
        </a:solidFill>
      </p:bgPr>
    </p:bg>
    <p:spTree>
      <p:nvGrpSpPr>
        <p:cNvPr id="155" name="Shape 1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1pPr>
            <a:lvl2pPr lvl="1"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2pPr>
            <a:lvl3pPr lvl="2"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3pPr>
            <a:lvl4pPr lvl="3"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4pPr>
            <a:lvl5pPr lvl="4"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5pPr>
            <a:lvl6pPr lvl="5"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6pPr>
            <a:lvl7pPr lvl="6"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7pPr>
            <a:lvl8pPr lvl="7"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8pPr>
            <a:lvl9pPr lvl="8" rtl="0">
              <a:spcBef>
                <a:spcPts val="0"/>
              </a:spcBef>
              <a:spcAft>
                <a:spcPts val="0"/>
              </a:spcAft>
              <a:buClr>
                <a:schemeClr val="dk1"/>
              </a:buClr>
              <a:buSzPts val="3000"/>
              <a:buFont typeface="Cabin Medium"/>
              <a:buNone/>
              <a:defRPr sz="3000">
                <a:solidFill>
                  <a:schemeClr val="dk1"/>
                </a:solidFill>
                <a:latin typeface="Cabin Medium"/>
                <a:ea typeface="Cabin Medium"/>
                <a:cs typeface="Cabin Medium"/>
                <a:sym typeface="Cabin Medium"/>
              </a:defRPr>
            </a:lvl9pPr>
          </a:lstStyle>
          <a:p/>
        </p:txBody>
      </p:sp>
      <p:sp>
        <p:nvSpPr>
          <p:cNvPr id="7" name="Google Shape;7;p1"/>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9.png"/><Relationship Id="rId5"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gif"/><Relationship Id="rId9" Type="http://schemas.openxmlformats.org/officeDocument/2006/relationships/hyperlink" Target="https://www.pagasa.dost.gov.ph/information/climate-philippines" TargetMode="External"/><Relationship Id="rId5" Type="http://schemas.openxmlformats.org/officeDocument/2006/relationships/hyperlink" Target="https://en.wikipedia.org/wiki/Regions_of_the_Philippines" TargetMode="External"/><Relationship Id="rId6" Type="http://schemas.openxmlformats.org/officeDocument/2006/relationships/hyperlink" Target="https://www.pagasa.dost.gov.ph/information/climate-philippines" TargetMode="External"/><Relationship Id="rId7" Type="http://schemas.openxmlformats.org/officeDocument/2006/relationships/hyperlink" Target="https://www.pagasa.dost.gov.ph/information/climate-philippines" TargetMode="External"/><Relationship Id="rId8" Type="http://schemas.openxmlformats.org/officeDocument/2006/relationships/hyperlink" Target="https://www.pagasa.dost.gov.ph/information/climate-philippines" TargetMode="External"/><Relationship Id="rId11" Type="http://schemas.openxmlformats.org/officeDocument/2006/relationships/hyperlink" Target="https://www.csub.edu/pacificrim/countryprospectus/culture.htm" TargetMode="External"/><Relationship Id="rId10" Type="http://schemas.openxmlformats.org/officeDocument/2006/relationships/hyperlink" Target="https://www.pagasa.dost.gov.ph/information/climate-philipp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eastasiaforum.org/2025/10/15/climate-resilience-in-the-philippines-starts-with-accountability/" TargetMode="External"/><Relationship Id="rId4" Type="http://schemas.openxmlformats.org/officeDocument/2006/relationships/hyperlink" Target="https://eastasiaforum.org/2025/10/15/climate-resilience-in-the-philippines-starts-with-accountability/" TargetMode="External"/><Relationship Id="rId9" Type="http://schemas.openxmlformats.org/officeDocument/2006/relationships/image" Target="../media/image13.jpg"/><Relationship Id="rId5" Type="http://schemas.openxmlformats.org/officeDocument/2006/relationships/hyperlink" Target="https://eastasiaforum.org/2025/10/15/climate-resilience-in-the-philippines-starts-with-accountability/" TargetMode="External"/><Relationship Id="rId6" Type="http://schemas.openxmlformats.org/officeDocument/2006/relationships/hyperlink" Target="https://www.gfdrr.org/en/feature-story/protecting-lives-and-property-disaster-risk-philippines" TargetMode="External"/><Relationship Id="rId7" Type="http://schemas.openxmlformats.org/officeDocument/2006/relationships/hyperlink" Target="https://www.gfdrr.org/en/feature-story/protecting-lives-and-property-disaster-risk-philippines" TargetMode="External"/><Relationship Id="rId8" Type="http://schemas.openxmlformats.org/officeDocument/2006/relationships/hyperlink" Target="https://www.climaterealityproject.org/blog/how-climate-change-affecting-philippin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cbc.ca/news/world/philippines-earthquake-9.7226889" TargetMode="External"/><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hyperlink" Target="https://www.climateimpactstracker.com/climate-change-in-the-philippines-causes-effects-and-solutions/" TargetMode="External"/><Relationship Id="rId9" Type="http://schemas.openxmlformats.org/officeDocument/2006/relationships/image" Target="../media/image4.gif"/><Relationship Id="rId5" Type="http://schemas.openxmlformats.org/officeDocument/2006/relationships/hyperlink" Target="https://www.climateimpactstracker.com/climate-change-in-the-philippines-causes-effects-and-solutions/" TargetMode="External"/><Relationship Id="rId6" Type="http://schemas.openxmlformats.org/officeDocument/2006/relationships/hyperlink" Target="https://www.climateimpactstracker.com/climate-change-in-the-philippines-causes-effects-and-solutions/" TargetMode="External"/><Relationship Id="rId7" Type="http://schemas.openxmlformats.org/officeDocument/2006/relationships/hyperlink" Target="https://www.climateimpactstracker.com/climate-change-in-the-philippines-causes-effects-and-solutions/" TargetMode="External"/><Relationship Id="rId8" Type="http://schemas.openxmlformats.org/officeDocument/2006/relationships/hyperlink" Target="https://www.climateimpactstracker.com/climate-change-in-the-philippines-causes-effects-and-solutions/" TargetMode="External"/><Relationship Id="rId11" Type="http://schemas.openxmlformats.org/officeDocument/2006/relationships/image" Target="../media/image3.gif"/><Relationship Id="rId10"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eastasiaforum.org/2025/10/15/climate-resilience-in-the-philippines-starts-with-accountability/" TargetMode="External"/><Relationship Id="rId4" Type="http://schemas.openxmlformats.org/officeDocument/2006/relationships/hyperlink" Target="https://eastasiaforum.org/2025/10/15/climate-resilience-in-the-philippines-starts-with-accountability/" TargetMode="External"/><Relationship Id="rId5" Type="http://schemas.openxmlformats.org/officeDocument/2006/relationships/hyperlink" Target="https://eastasiaforum.org/2025/10/15/climate-resilience-in-the-philippines-starts-with-accountability/" TargetMode="External"/><Relationship Id="rId6" Type="http://schemas.openxmlformats.org/officeDocument/2006/relationships/hyperlink" Target="https://eastasiaforum.org/2025/10/15/climate-resilience-in-the-philippines-starts-with-accountability/" TargetMode="External"/><Relationship Id="rId7"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issuances-library.senate.gov.ph/legislative-issuance/republic-act-no-12287" TargetMode="External"/><Relationship Id="rId4" Type="http://schemas.openxmlformats.org/officeDocument/2006/relationships/hyperlink" Target="https://drm.dswd.gov.ph/emergency-cash-transfer/" TargetMode="External"/><Relationship Id="rId5" Type="http://schemas.openxmlformats.org/officeDocument/2006/relationships/hyperlink" Target="https://downloads.caraga.dilg.gov.ph/Disaster%20Preparedness/DRRM%20Act%20Primer.pdf" TargetMode="External"/><Relationship Id="rId6" Type="http://schemas.openxmlformats.org/officeDocument/2006/relationships/hyperlink" Target="https://downloads.caraga.dilg.gov.ph/Disaster%20Preparedness/DRRM%20Act%20Primer.pdf" TargetMode="External"/><Relationship Id="rId7"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publicsafety.gc.ca/cnt/mrgnc-mngmnt/dsstr-prvntn-mtgtn/ntrl-hzrd-rsk-ssssmnt/index-en.aspx" TargetMode="External"/><Relationship Id="rId4" Type="http://schemas.openxmlformats.org/officeDocument/2006/relationships/hyperlink" Target="https://www.publicsafety.gc.ca/cnt/mrgnc-mngmnt/dsstr-prvntn-mtgtn/ntrl-hzrd-rsk-ssssmnt/index-en.aspx" TargetMode="External"/><Relationship Id="rId9" Type="http://schemas.openxmlformats.org/officeDocument/2006/relationships/image" Target="../media/image9.jpg"/><Relationship Id="rId5" Type="http://schemas.openxmlformats.org/officeDocument/2006/relationships/hyperlink" Target="https://www.publicsafety.gc.ca/cnt/rsrcs/pblctns/mrgncy-mngmnt-strtgy/index-en.aspx" TargetMode="External"/><Relationship Id="rId6" Type="http://schemas.openxmlformats.org/officeDocument/2006/relationships/hyperlink" Target="https://www.canada.ca/en/department-national-defence/services/operations/military-operations/current-operations/operation-lentus.html" TargetMode="External"/><Relationship Id="rId7" Type="http://schemas.openxmlformats.org/officeDocument/2006/relationships/hyperlink" Target="https://www.redcross.ca/how-we-help/current-emergency-responses" TargetMode="External"/><Relationship Id="rId8" Type="http://schemas.openxmlformats.org/officeDocument/2006/relationships/hyperlink" Target="https://www.canada.ca/en/department-national-defence/services/operations/military-operations/types/dart.html" TargetMode="External"/><Relationship Id="rId11" Type="http://schemas.openxmlformats.org/officeDocument/2006/relationships/image" Target="../media/image1.gif"/><Relationship Id="rId10" Type="http://schemas.openxmlformats.org/officeDocument/2006/relationships/image" Target="../media/image1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ibc.ca/news-insights/in-focus/the-big-one-is-canada-prepared-for-an-earthquake-catastrophe-" TargetMode="Externa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hyperlink" Target="https://www.google.com/url?q=https://en.wikipedia.org/wiki/Regions_of_the_Philippines&amp;sa=D&amp;source=editors&amp;ust=1781284671505538&amp;usg=AOvVaw1RZ-fXH_j3qyJ8yrDw6tE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D4CC"/>
        </a:solidFill>
      </p:bgPr>
    </p:bg>
    <p:spTree>
      <p:nvGrpSpPr>
        <p:cNvPr id="159" name="Shape 159"/>
        <p:cNvGrpSpPr/>
        <p:nvPr/>
      </p:nvGrpSpPr>
      <p:grpSpPr>
        <a:xfrm>
          <a:off x="0" y="0"/>
          <a:ext cx="0" cy="0"/>
          <a:chOff x="0" y="0"/>
          <a:chExt cx="0" cy="0"/>
        </a:xfrm>
      </p:grpSpPr>
      <p:sp>
        <p:nvSpPr>
          <p:cNvPr id="160" name="Google Shape;160;p30"/>
          <p:cNvSpPr txBox="1"/>
          <p:nvPr>
            <p:ph type="ctrTitle"/>
          </p:nvPr>
        </p:nvSpPr>
        <p:spPr>
          <a:xfrm>
            <a:off x="4504000" y="1707544"/>
            <a:ext cx="3429000" cy="128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t>PHILIPPINES</a:t>
            </a:r>
            <a:endParaRPr sz="4500"/>
          </a:p>
        </p:txBody>
      </p:sp>
      <p:sp>
        <p:nvSpPr>
          <p:cNvPr id="161" name="Google Shape;161;p30"/>
          <p:cNvSpPr txBox="1"/>
          <p:nvPr>
            <p:ph idx="1" type="subTitle"/>
          </p:nvPr>
        </p:nvSpPr>
        <p:spPr>
          <a:xfrm>
            <a:off x="4573200" y="1201606"/>
            <a:ext cx="3429000" cy="68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Here is where your</a:t>
            </a:r>
            <a:br>
              <a:rPr lang="en"/>
            </a:br>
            <a:r>
              <a:rPr b="1" lang="en"/>
              <a:t>presentation begins</a:t>
            </a:r>
            <a:endParaRPr b="1"/>
          </a:p>
        </p:txBody>
      </p:sp>
      <p:cxnSp>
        <p:nvCxnSpPr>
          <p:cNvPr id="162" name="Google Shape;162;p30"/>
          <p:cNvCxnSpPr/>
          <p:nvPr/>
        </p:nvCxnSpPr>
        <p:spPr>
          <a:xfrm>
            <a:off x="5998050" y="3941894"/>
            <a:ext cx="579300" cy="0"/>
          </a:xfrm>
          <a:prstGeom prst="straightConnector1">
            <a:avLst/>
          </a:prstGeom>
          <a:noFill/>
          <a:ln cap="flat" cmpd="sng" w="38100">
            <a:solidFill>
              <a:schemeClr val="dk2"/>
            </a:solidFill>
            <a:prstDash val="solid"/>
            <a:round/>
            <a:headEnd len="med" w="med" type="none"/>
            <a:tailEnd len="med" w="med" type="none"/>
          </a:ln>
        </p:spPr>
      </p:cxnSp>
      <p:pic>
        <p:nvPicPr>
          <p:cNvPr descr="Waterfalls landscape in the Philippines image - Free stock photo ..." id="163" name="Google Shape;163;p30"/>
          <p:cNvPicPr preferRelativeResize="0"/>
          <p:nvPr>
            <p:ph idx="2" type="pic"/>
          </p:nvPr>
        </p:nvPicPr>
        <p:blipFill rotWithShape="1">
          <a:blip r:embed="rId3">
            <a:alphaModFix/>
          </a:blip>
          <a:srcRect b="0" l="25000" r="25000" t="0"/>
          <a:stretch/>
        </p:blipFill>
        <p:spPr>
          <a:xfrm>
            <a:off x="0" y="125"/>
            <a:ext cx="3428951" cy="5143500"/>
          </a:xfrm>
          <a:prstGeom prst="rect">
            <a:avLst/>
          </a:prstGeom>
        </p:spPr>
      </p:pic>
      <p:pic>
        <p:nvPicPr>
          <p:cNvPr descr="File:Philippine territorial map 1880.PNG - Wikimedia Commons" id="164" name="Google Shape;164;p30"/>
          <p:cNvPicPr preferRelativeResize="0"/>
          <p:nvPr/>
        </p:nvPicPr>
        <p:blipFill>
          <a:blip r:embed="rId4">
            <a:alphaModFix/>
          </a:blip>
          <a:stretch>
            <a:fillRect/>
          </a:stretch>
        </p:blipFill>
        <p:spPr>
          <a:xfrm>
            <a:off x="7419075" y="-12"/>
            <a:ext cx="1724923" cy="2319974"/>
          </a:xfrm>
          <a:prstGeom prst="rect">
            <a:avLst/>
          </a:prstGeom>
          <a:noFill/>
          <a:ln>
            <a:noFill/>
          </a:ln>
        </p:spPr>
      </p:pic>
      <p:pic>
        <p:nvPicPr>
          <p:cNvPr descr="a fist is holding up a flag with the sun on it (Provided by Tenor)" id="165" name="Google Shape;165;p30"/>
          <p:cNvPicPr preferRelativeResize="0"/>
          <p:nvPr/>
        </p:nvPicPr>
        <p:blipFill>
          <a:blip r:embed="rId5">
            <a:alphaModFix/>
          </a:blip>
          <a:stretch>
            <a:fillRect/>
          </a:stretch>
        </p:blipFill>
        <p:spPr>
          <a:xfrm>
            <a:off x="3428948" y="3123000"/>
            <a:ext cx="2038725" cy="2034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idx="2" type="title"/>
          </p:nvPr>
        </p:nvSpPr>
        <p:spPr>
          <a:xfrm>
            <a:off x="599600" y="125"/>
            <a:ext cx="47370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Philippines Introduction</a:t>
            </a:r>
            <a:endParaRPr/>
          </a:p>
        </p:txBody>
      </p:sp>
      <p:pic>
        <p:nvPicPr>
          <p:cNvPr descr="HD wallpaper: Philippines, Waterfall, Nature, landscape, rock ..." id="171" name="Google Shape;171;p31"/>
          <p:cNvPicPr preferRelativeResize="0"/>
          <p:nvPr>
            <p:ph idx="20" type="pic"/>
          </p:nvPr>
        </p:nvPicPr>
        <p:blipFill rotWithShape="1">
          <a:blip r:embed="rId3">
            <a:alphaModFix/>
          </a:blip>
          <a:srcRect b="0" l="5572" r="5563" t="0"/>
          <a:stretch/>
        </p:blipFill>
        <p:spPr>
          <a:xfrm>
            <a:off x="5715000" y="125"/>
            <a:ext cx="3429001" cy="5143499"/>
          </a:xfrm>
          <a:prstGeom prst="rect">
            <a:avLst/>
          </a:prstGeom>
        </p:spPr>
      </p:pic>
      <p:pic>
        <p:nvPicPr>
          <p:cNvPr descr="a red white and blue flag with a yellow sun and stars (Provided by Tenor)" id="172" name="Google Shape;172;p31"/>
          <p:cNvPicPr preferRelativeResize="0"/>
          <p:nvPr/>
        </p:nvPicPr>
        <p:blipFill>
          <a:blip r:embed="rId4">
            <a:alphaModFix/>
          </a:blip>
          <a:stretch>
            <a:fillRect/>
          </a:stretch>
        </p:blipFill>
        <p:spPr>
          <a:xfrm>
            <a:off x="0" y="4503425"/>
            <a:ext cx="640200" cy="640200"/>
          </a:xfrm>
          <a:prstGeom prst="rect">
            <a:avLst/>
          </a:prstGeom>
          <a:noFill/>
          <a:ln>
            <a:noFill/>
          </a:ln>
        </p:spPr>
      </p:pic>
      <p:sp>
        <p:nvSpPr>
          <p:cNvPr id="173" name="Google Shape;173;p31"/>
          <p:cNvSpPr txBox="1"/>
          <p:nvPr>
            <p:ph idx="4294967295" type="subTitle"/>
          </p:nvPr>
        </p:nvSpPr>
        <p:spPr>
          <a:xfrm>
            <a:off x="430800" y="474900"/>
            <a:ext cx="5284200" cy="438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rPr>
              <a:t>The philippines is a group of islands in </a:t>
            </a:r>
            <a:r>
              <a:rPr lang="en" sz="1100">
                <a:solidFill>
                  <a:schemeClr val="lt1"/>
                </a:solidFill>
              </a:rPr>
              <a:t>southeast</a:t>
            </a:r>
            <a:r>
              <a:rPr lang="en" sz="1100">
                <a:solidFill>
                  <a:schemeClr val="lt1"/>
                </a:solidFill>
              </a:rPr>
              <a:t> asia . </a:t>
            </a:r>
            <a:r>
              <a:rPr lang="en" sz="1100" u="sng">
                <a:solidFill>
                  <a:schemeClr val="lt1"/>
                </a:solidFill>
                <a:hlinkClick r:id="rId5">
                  <a:extLst>
                    <a:ext uri="{A12FA001-AC4F-418D-AE19-62706E023703}">
                      <ahyp:hlinkClr val="tx"/>
                    </a:ext>
                  </a:extLst>
                </a:hlinkClick>
              </a:rPr>
              <a:t>Philippines is divided into 18 regions</a:t>
            </a:r>
            <a:r>
              <a:rPr lang="en" sz="1100">
                <a:solidFill>
                  <a:schemeClr val="lt1"/>
                </a:solidFill>
              </a:rPr>
              <a:t>. The </a:t>
            </a:r>
            <a:r>
              <a:rPr lang="en" sz="1100">
                <a:solidFill>
                  <a:schemeClr val="lt1"/>
                </a:solidFill>
              </a:rPr>
              <a:t>climate</a:t>
            </a:r>
            <a:r>
              <a:rPr lang="en" sz="1100">
                <a:solidFill>
                  <a:schemeClr val="lt1"/>
                </a:solidFill>
              </a:rPr>
              <a:t> is normally high temperature, high humidity and abundant rainfall.  The climate of the country can be divided into two major seasons:</a:t>
            </a:r>
            <a:r>
              <a:rPr lang="en" sz="1100" u="sng">
                <a:solidFill>
                  <a:schemeClr val="lt1"/>
                </a:solidFill>
                <a:hlinkClick r:id="rId6">
                  <a:extLst>
                    <a:ext uri="{A12FA001-AC4F-418D-AE19-62706E023703}">
                      <ahyp:hlinkClr val="tx"/>
                    </a:ext>
                  </a:extLst>
                </a:hlinkClick>
              </a:rPr>
              <a:t> First, the rainy season, from June to November; and </a:t>
            </a:r>
            <a:r>
              <a:rPr lang="en" sz="1100" u="sng">
                <a:solidFill>
                  <a:schemeClr val="lt1"/>
                </a:solidFill>
                <a:hlinkClick r:id="rId7">
                  <a:extLst>
                    <a:ext uri="{A12FA001-AC4F-418D-AE19-62706E023703}">
                      <ahyp:hlinkClr val="tx"/>
                    </a:ext>
                  </a:extLst>
                </a:hlinkClick>
              </a:rPr>
              <a:t>2nd the</a:t>
            </a:r>
            <a:r>
              <a:rPr lang="en" sz="1100" u="sng">
                <a:solidFill>
                  <a:schemeClr val="lt1"/>
                </a:solidFill>
                <a:hlinkClick r:id="rId8">
                  <a:extLst>
                    <a:ext uri="{A12FA001-AC4F-418D-AE19-62706E023703}">
                      <ahyp:hlinkClr val="tx"/>
                    </a:ext>
                  </a:extLst>
                </a:hlinkClick>
              </a:rPr>
              <a:t> dry season, from December to May. The dry season may be subdivided </a:t>
            </a:r>
            <a:r>
              <a:rPr lang="en" sz="1100" u="sng">
                <a:solidFill>
                  <a:schemeClr val="lt1"/>
                </a:solidFill>
                <a:hlinkClick r:id="rId9">
                  <a:extLst>
                    <a:ext uri="{A12FA001-AC4F-418D-AE19-62706E023703}">
                      <ahyp:hlinkClr val="tx"/>
                    </a:ext>
                  </a:extLst>
                </a:hlinkClick>
              </a:rPr>
              <a:t>further</a:t>
            </a:r>
            <a:r>
              <a:rPr lang="en" sz="1100" u="sng">
                <a:solidFill>
                  <a:schemeClr val="lt1"/>
                </a:solidFill>
                <a:hlinkClick r:id="rId10">
                  <a:extLst>
                    <a:ext uri="{A12FA001-AC4F-418D-AE19-62706E023703}">
                      <ahyp:hlinkClr val="tx"/>
                    </a:ext>
                  </a:extLst>
                </a:hlinkClick>
              </a:rPr>
              <a:t> into a the cool dry season, from December to February, and the hot dry season, from March to May.</a:t>
            </a:r>
            <a:r>
              <a:rPr lang="en" sz="1100">
                <a:solidFill>
                  <a:schemeClr val="lt1"/>
                </a:solidFill>
              </a:rPr>
              <a:t>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 </a:t>
            </a:r>
            <a:r>
              <a:rPr lang="en" sz="1100" u="sng">
                <a:solidFill>
                  <a:schemeClr val="lt1"/>
                </a:solidFill>
                <a:hlinkClick r:id="rId11">
                  <a:extLst>
                    <a:ext uri="{A12FA001-AC4F-418D-AE19-62706E023703}">
                      <ahyp:hlinkClr val="tx"/>
                    </a:ext>
                  </a:extLst>
                </a:hlinkClick>
              </a:rPr>
              <a:t>The Filipino people have a distinct Asian background, with a big Western tradition.</a:t>
            </a:r>
            <a:r>
              <a:rPr lang="en" sz="1100">
                <a:solidFill>
                  <a:schemeClr val="lt1"/>
                </a:solidFill>
              </a:rPr>
              <a:t> The modern Filipino culture developed through influence from </a:t>
            </a:r>
            <a:r>
              <a:rPr lang="en" sz="1100">
                <a:solidFill>
                  <a:schemeClr val="lt1"/>
                </a:solidFill>
              </a:rPr>
              <a:t>Chinese</a:t>
            </a:r>
            <a:r>
              <a:rPr lang="en" sz="1100">
                <a:solidFill>
                  <a:schemeClr val="lt1"/>
                </a:solidFill>
              </a:rPr>
              <a:t> traders, Spanish conquistadors, and American rulers.  The Philippines has an estimated population of over 117 million people. The philippines culture is to have a strong family bonds, deep religious faith, and community unity. More than 80% of the population of the Philippines is Roman Catholic. Life in the Philippines generally revolves around the extended family, including parents, grandparents, aunts, uncles, cousins and other relatives.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Filipino (the national language based on Tagalog) and English. Over 170 distinct regional languages and dialects exist.  For its government type, it a  presidential, representative, and democratic republic. This means that the Philippines has </a:t>
            </a:r>
            <a:r>
              <a:rPr lang="en" sz="1100">
                <a:solidFill>
                  <a:schemeClr val="lt1"/>
                </a:solidFill>
              </a:rPr>
              <a:t>a president that was voted, representatives that go to the capital and vote laws for them, and democratic republic which means that the public rule through voting.</a:t>
            </a:r>
            <a:r>
              <a:rPr lang="en" sz="1100">
                <a:solidFill>
                  <a:schemeClr val="lt1"/>
                </a:solidFill>
              </a:rPr>
              <a:t>, The current leaders of the Philippines are President Bongbong Marcos, Vice President Sara Duterte, and House Speaker Faustino “Bojie” Dy III. They are the Political leaders of the Philippines.</a:t>
            </a:r>
            <a:endParaRPr sz="1100">
              <a:solidFill>
                <a:schemeClr val="lt1"/>
              </a:solidFill>
            </a:endParaRPr>
          </a:p>
          <a:p>
            <a:pPr indent="0" lvl="0" marL="0" rtl="0" algn="l">
              <a:spcBef>
                <a:spcPts val="0"/>
              </a:spcBef>
              <a:spcAft>
                <a:spcPts val="0"/>
              </a:spcAft>
              <a:buNone/>
            </a:pPr>
            <a:r>
              <a:t/>
            </a:r>
            <a:endParaRPr sz="1200">
              <a:solidFill>
                <a:schemeClr val="lt1"/>
              </a:solidFill>
            </a:endParaRPr>
          </a:p>
        </p:txBody>
      </p:sp>
      <p:pic>
        <p:nvPicPr>
          <p:cNvPr descr="a red white and blue flag with a yellow sun and stars (Provided by Tenor)" id="174" name="Google Shape;174;p31"/>
          <p:cNvPicPr preferRelativeResize="0"/>
          <p:nvPr/>
        </p:nvPicPr>
        <p:blipFill>
          <a:blip r:embed="rId4">
            <a:alphaModFix/>
          </a:blip>
          <a:stretch>
            <a:fillRect/>
          </a:stretch>
        </p:blipFill>
        <p:spPr>
          <a:xfrm>
            <a:off x="0" y="125"/>
            <a:ext cx="640200" cy="640200"/>
          </a:xfrm>
          <a:prstGeom prst="rect">
            <a:avLst/>
          </a:prstGeom>
          <a:noFill/>
          <a:ln>
            <a:noFill/>
          </a:ln>
        </p:spPr>
      </p:pic>
      <p:pic>
        <p:nvPicPr>
          <p:cNvPr descr="a red white and blue flag with a yellow sun and stars (Provided by Tenor)" id="175" name="Google Shape;175;p31"/>
          <p:cNvPicPr preferRelativeResize="0"/>
          <p:nvPr/>
        </p:nvPicPr>
        <p:blipFill>
          <a:blip r:embed="rId4">
            <a:alphaModFix/>
          </a:blip>
          <a:stretch>
            <a:fillRect/>
          </a:stretch>
        </p:blipFill>
        <p:spPr>
          <a:xfrm>
            <a:off x="5074800" y="125"/>
            <a:ext cx="640200" cy="640200"/>
          </a:xfrm>
          <a:prstGeom prst="rect">
            <a:avLst/>
          </a:prstGeom>
          <a:noFill/>
          <a:ln>
            <a:noFill/>
          </a:ln>
        </p:spPr>
      </p:pic>
      <p:pic>
        <p:nvPicPr>
          <p:cNvPr descr="a red white and blue flag with a yellow sun and stars (Provided by Tenor)" id="176" name="Google Shape;176;p31"/>
          <p:cNvPicPr preferRelativeResize="0"/>
          <p:nvPr/>
        </p:nvPicPr>
        <p:blipFill>
          <a:blip r:embed="rId4">
            <a:alphaModFix/>
          </a:blip>
          <a:stretch>
            <a:fillRect/>
          </a:stretch>
        </p:blipFill>
        <p:spPr>
          <a:xfrm>
            <a:off x="5074800" y="4503425"/>
            <a:ext cx="640200" cy="640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574275" y="356650"/>
            <a:ext cx="3429000" cy="6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Philippines Issue</a:t>
            </a:r>
            <a:endParaRPr sz="3600"/>
          </a:p>
        </p:txBody>
      </p:sp>
      <p:sp>
        <p:nvSpPr>
          <p:cNvPr id="182" name="Google Shape;182;p32"/>
          <p:cNvSpPr txBox="1"/>
          <p:nvPr>
            <p:ph idx="1" type="body"/>
          </p:nvPr>
        </p:nvSpPr>
        <p:spPr>
          <a:xfrm>
            <a:off x="3659325" y="1013350"/>
            <a:ext cx="5479800" cy="413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Natural Disasters &amp; Climate Resilience is a huge problem within Philippines. </a:t>
            </a:r>
            <a:r>
              <a:rPr lang="en" sz="1400" u="sng">
                <a:solidFill>
                  <a:schemeClr val="hlink"/>
                </a:solidFill>
                <a:hlinkClick r:id="rId3"/>
              </a:rPr>
              <a:t>Philippines is highly </a:t>
            </a:r>
            <a:r>
              <a:rPr lang="en" sz="1400" u="sng">
                <a:solidFill>
                  <a:schemeClr val="hlink"/>
                </a:solidFill>
                <a:hlinkClick r:id="rId4"/>
              </a:rPr>
              <a:t>vulnerable to typhoons,monsoon rain, sea-level rise, and persistent flooding.</a:t>
            </a:r>
            <a:r>
              <a:rPr lang="en" sz="1400" u="sng">
                <a:solidFill>
                  <a:schemeClr val="hlink"/>
                </a:solidFill>
                <a:hlinkClick r:id="rId5"/>
              </a:rPr>
              <a:t> </a:t>
            </a:r>
            <a:r>
              <a:rPr lang="en" sz="1400"/>
              <a:t>T</a:t>
            </a:r>
            <a:r>
              <a:rPr lang="en" sz="1400" u="sng">
                <a:solidFill>
                  <a:schemeClr val="hlink"/>
                </a:solidFill>
                <a:hlinkClick r:id="rId6"/>
              </a:rPr>
              <a:t>he Philippines is </a:t>
            </a:r>
            <a:r>
              <a:rPr lang="en" sz="1400" u="sng">
                <a:solidFill>
                  <a:schemeClr val="hlink"/>
                </a:solidFill>
                <a:hlinkClick r:id="rId7"/>
              </a:rPr>
              <a:t>among the countries with the greatest exposure to natural disaster risk worldwide.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n" sz="1400"/>
              <a:t>The philippines is located in the western Pacific Ocean( Most tropical cyclone region on earth), it’s surrounded by warm waters that are getting warmer as sea temperatures rise. It’s also located in the ring of fire and the typhoon belt, it which creates more earthquakes, typhoons, and volcanic eruptions. These are the most common disasters in the Philippines.</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n" sz="1400" u="sng">
                <a:solidFill>
                  <a:schemeClr val="hlink"/>
                </a:solidFill>
                <a:hlinkClick r:id="rId8"/>
              </a:rPr>
              <a:t>Since the Philippines is an archipelago, it lacks a natural barriers between the islands and the sea.</a:t>
            </a:r>
            <a:r>
              <a:rPr lang="en" sz="1400"/>
              <a:t> The role geography plays is that the philippines has tectonic island arcs, (The country is located on boundary of major tectonic plates), Narrow coastal plains, and it being lined by coral reefs, seagrass meadows, and mangrove forests. Which contribute to why these disasters are happening.</a:t>
            </a:r>
            <a:endParaRPr sz="1400"/>
          </a:p>
        </p:txBody>
      </p:sp>
      <p:pic>
        <p:nvPicPr>
          <p:cNvPr descr="island hopping, tropics, philippines, palawan, beach, tropical ..." id="183" name="Google Shape;183;p32"/>
          <p:cNvPicPr preferRelativeResize="0"/>
          <p:nvPr>
            <p:ph idx="2" type="pic"/>
          </p:nvPr>
        </p:nvPicPr>
        <p:blipFill rotWithShape="1">
          <a:blip r:embed="rId9">
            <a:alphaModFix/>
          </a:blip>
          <a:srcRect b="0" l="5524" r="5524" t="0"/>
          <a:stretch/>
        </p:blipFill>
        <p:spPr>
          <a:xfrm>
            <a:off x="0" y="125"/>
            <a:ext cx="3429000" cy="5143499"/>
          </a:xfrm>
          <a:prstGeom prst="rect">
            <a:avLst/>
          </a:prstGeom>
        </p:spPr>
      </p:pic>
      <p:grpSp>
        <p:nvGrpSpPr>
          <p:cNvPr id="184" name="Google Shape;184;p32"/>
          <p:cNvGrpSpPr/>
          <p:nvPr/>
        </p:nvGrpSpPr>
        <p:grpSpPr>
          <a:xfrm rot="-109024">
            <a:off x="7405449" y="27143"/>
            <a:ext cx="1717371" cy="1063002"/>
            <a:chOff x="4762375" y="2628450"/>
            <a:chExt cx="1785425" cy="1105125"/>
          </a:xfrm>
        </p:grpSpPr>
        <p:sp>
          <p:nvSpPr>
            <p:cNvPr id="185" name="Google Shape;185;p32"/>
            <p:cNvSpPr/>
            <p:nvPr/>
          </p:nvSpPr>
          <p:spPr>
            <a:xfrm>
              <a:off x="4762375" y="2628450"/>
              <a:ext cx="956350" cy="646050"/>
            </a:xfrm>
            <a:custGeom>
              <a:rect b="b" l="l" r="r" t="t"/>
              <a:pathLst>
                <a:path extrusionOk="0" h="25842" w="38254">
                  <a:moveTo>
                    <a:pt x="28661" y="0"/>
                  </a:moveTo>
                  <a:lnTo>
                    <a:pt x="27448" y="78"/>
                  </a:lnTo>
                  <a:lnTo>
                    <a:pt x="26155" y="196"/>
                  </a:lnTo>
                  <a:lnTo>
                    <a:pt x="24785" y="392"/>
                  </a:lnTo>
                  <a:lnTo>
                    <a:pt x="23336" y="627"/>
                  </a:lnTo>
                  <a:lnTo>
                    <a:pt x="21809" y="940"/>
                  </a:lnTo>
                  <a:lnTo>
                    <a:pt x="20165" y="1331"/>
                  </a:lnTo>
                  <a:lnTo>
                    <a:pt x="17072" y="2193"/>
                  </a:lnTo>
                  <a:lnTo>
                    <a:pt x="14331" y="3015"/>
                  </a:lnTo>
                  <a:lnTo>
                    <a:pt x="11982" y="3798"/>
                  </a:lnTo>
                  <a:lnTo>
                    <a:pt x="9907" y="4503"/>
                  </a:lnTo>
                  <a:lnTo>
                    <a:pt x="8145" y="5168"/>
                  </a:lnTo>
                  <a:lnTo>
                    <a:pt x="6657" y="5756"/>
                  </a:lnTo>
                  <a:lnTo>
                    <a:pt x="5326" y="6265"/>
                  </a:lnTo>
                  <a:lnTo>
                    <a:pt x="4229" y="6656"/>
                  </a:lnTo>
                  <a:lnTo>
                    <a:pt x="3211" y="6969"/>
                  </a:lnTo>
                  <a:lnTo>
                    <a:pt x="2389" y="7165"/>
                  </a:lnTo>
                  <a:lnTo>
                    <a:pt x="1645" y="7322"/>
                  </a:lnTo>
                  <a:lnTo>
                    <a:pt x="1058" y="7400"/>
                  </a:lnTo>
                  <a:lnTo>
                    <a:pt x="588" y="7478"/>
                  </a:lnTo>
                  <a:lnTo>
                    <a:pt x="1" y="7478"/>
                  </a:lnTo>
                  <a:lnTo>
                    <a:pt x="1959" y="25607"/>
                  </a:lnTo>
                  <a:lnTo>
                    <a:pt x="1959" y="25646"/>
                  </a:lnTo>
                  <a:lnTo>
                    <a:pt x="2037" y="25724"/>
                  </a:lnTo>
                  <a:lnTo>
                    <a:pt x="2233" y="25802"/>
                  </a:lnTo>
                  <a:lnTo>
                    <a:pt x="2507" y="25841"/>
                  </a:lnTo>
                  <a:lnTo>
                    <a:pt x="2937" y="25841"/>
                  </a:lnTo>
                  <a:lnTo>
                    <a:pt x="3564" y="25802"/>
                  </a:lnTo>
                  <a:lnTo>
                    <a:pt x="4425" y="25646"/>
                  </a:lnTo>
                  <a:lnTo>
                    <a:pt x="5522" y="25372"/>
                  </a:lnTo>
                  <a:lnTo>
                    <a:pt x="7988" y="24667"/>
                  </a:lnTo>
                  <a:lnTo>
                    <a:pt x="10455" y="23845"/>
                  </a:lnTo>
                  <a:lnTo>
                    <a:pt x="15192" y="22239"/>
                  </a:lnTo>
                  <a:lnTo>
                    <a:pt x="17307" y="21574"/>
                  </a:lnTo>
                  <a:lnTo>
                    <a:pt x="19499" y="20869"/>
                  </a:lnTo>
                  <a:lnTo>
                    <a:pt x="26860" y="18637"/>
                  </a:lnTo>
                  <a:lnTo>
                    <a:pt x="28191" y="18246"/>
                  </a:lnTo>
                  <a:lnTo>
                    <a:pt x="29405" y="17972"/>
                  </a:lnTo>
                  <a:lnTo>
                    <a:pt x="30580" y="17776"/>
                  </a:lnTo>
                  <a:lnTo>
                    <a:pt x="31676" y="17619"/>
                  </a:lnTo>
                  <a:lnTo>
                    <a:pt x="32694" y="17541"/>
                  </a:lnTo>
                  <a:lnTo>
                    <a:pt x="33634" y="17502"/>
                  </a:lnTo>
                  <a:lnTo>
                    <a:pt x="34495" y="17502"/>
                  </a:lnTo>
                  <a:lnTo>
                    <a:pt x="35239" y="17541"/>
                  </a:lnTo>
                  <a:lnTo>
                    <a:pt x="35944" y="17580"/>
                  </a:lnTo>
                  <a:lnTo>
                    <a:pt x="36570" y="17658"/>
                  </a:lnTo>
                  <a:lnTo>
                    <a:pt x="37510" y="17854"/>
                  </a:lnTo>
                  <a:lnTo>
                    <a:pt x="38058" y="18011"/>
                  </a:lnTo>
                  <a:lnTo>
                    <a:pt x="38254" y="18050"/>
                  </a:lnTo>
                  <a:lnTo>
                    <a:pt x="38254" y="18050"/>
                  </a:lnTo>
                  <a:lnTo>
                    <a:pt x="38215" y="17697"/>
                  </a:lnTo>
                  <a:lnTo>
                    <a:pt x="38097" y="16562"/>
                  </a:lnTo>
                  <a:lnTo>
                    <a:pt x="37941" y="14526"/>
                  </a:lnTo>
                  <a:lnTo>
                    <a:pt x="37784" y="11590"/>
                  </a:lnTo>
                  <a:lnTo>
                    <a:pt x="37745" y="9906"/>
                  </a:lnTo>
                  <a:lnTo>
                    <a:pt x="37706" y="8418"/>
                  </a:lnTo>
                  <a:lnTo>
                    <a:pt x="37745" y="5951"/>
                  </a:lnTo>
                  <a:lnTo>
                    <a:pt x="37823" y="4385"/>
                  </a:lnTo>
                  <a:lnTo>
                    <a:pt x="37862" y="3798"/>
                  </a:lnTo>
                  <a:lnTo>
                    <a:pt x="37902" y="3367"/>
                  </a:lnTo>
                  <a:lnTo>
                    <a:pt x="37941" y="2937"/>
                  </a:lnTo>
                  <a:lnTo>
                    <a:pt x="37941" y="2584"/>
                  </a:lnTo>
                  <a:lnTo>
                    <a:pt x="37902" y="2193"/>
                  </a:lnTo>
                  <a:lnTo>
                    <a:pt x="37862" y="1997"/>
                  </a:lnTo>
                  <a:lnTo>
                    <a:pt x="37745" y="1762"/>
                  </a:lnTo>
                  <a:lnTo>
                    <a:pt x="37510" y="1527"/>
                  </a:lnTo>
                  <a:lnTo>
                    <a:pt x="37236" y="1292"/>
                  </a:lnTo>
                  <a:lnTo>
                    <a:pt x="36805" y="1096"/>
                  </a:lnTo>
                  <a:lnTo>
                    <a:pt x="36218" y="861"/>
                  </a:lnTo>
                  <a:lnTo>
                    <a:pt x="35396" y="627"/>
                  </a:lnTo>
                  <a:lnTo>
                    <a:pt x="34221" y="352"/>
                  </a:lnTo>
                  <a:lnTo>
                    <a:pt x="33516" y="235"/>
                  </a:lnTo>
                  <a:lnTo>
                    <a:pt x="32694" y="157"/>
                  </a:lnTo>
                  <a:lnTo>
                    <a:pt x="31833" y="78"/>
                  </a:lnTo>
                  <a:lnTo>
                    <a:pt x="30854" y="0"/>
                  </a:lnTo>
                  <a:close/>
                </a:path>
              </a:pathLst>
            </a:custGeom>
            <a:solidFill>
              <a:srgbClr val="1B61A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86" name="Google Shape;186;p32"/>
            <p:cNvSpPr/>
            <p:nvPr/>
          </p:nvSpPr>
          <p:spPr>
            <a:xfrm>
              <a:off x="4811325" y="3060100"/>
              <a:ext cx="984750" cy="673475"/>
            </a:xfrm>
            <a:custGeom>
              <a:rect b="b" l="l" r="r" t="t"/>
              <a:pathLst>
                <a:path extrusionOk="0" h="26939" w="39390">
                  <a:moveTo>
                    <a:pt x="31754" y="1"/>
                  </a:moveTo>
                  <a:lnTo>
                    <a:pt x="30619" y="40"/>
                  </a:lnTo>
                  <a:lnTo>
                    <a:pt x="29483" y="157"/>
                  </a:lnTo>
                  <a:lnTo>
                    <a:pt x="28348" y="353"/>
                  </a:lnTo>
                  <a:lnTo>
                    <a:pt x="27212" y="588"/>
                  </a:lnTo>
                  <a:lnTo>
                    <a:pt x="26116" y="862"/>
                  </a:lnTo>
                  <a:lnTo>
                    <a:pt x="25020" y="1136"/>
                  </a:lnTo>
                  <a:lnTo>
                    <a:pt x="22984" y="1802"/>
                  </a:lnTo>
                  <a:lnTo>
                    <a:pt x="21065" y="2467"/>
                  </a:lnTo>
                  <a:lnTo>
                    <a:pt x="19342" y="3055"/>
                  </a:lnTo>
                  <a:lnTo>
                    <a:pt x="15427" y="4269"/>
                  </a:lnTo>
                  <a:lnTo>
                    <a:pt x="10807" y="5796"/>
                  </a:lnTo>
                  <a:lnTo>
                    <a:pt x="6461" y="7205"/>
                  </a:lnTo>
                  <a:lnTo>
                    <a:pt x="3564" y="8106"/>
                  </a:lnTo>
                  <a:lnTo>
                    <a:pt x="2702" y="8341"/>
                  </a:lnTo>
                  <a:lnTo>
                    <a:pt x="1958" y="8458"/>
                  </a:lnTo>
                  <a:lnTo>
                    <a:pt x="1332" y="8497"/>
                  </a:lnTo>
                  <a:lnTo>
                    <a:pt x="823" y="8497"/>
                  </a:lnTo>
                  <a:lnTo>
                    <a:pt x="470" y="8458"/>
                  </a:lnTo>
                  <a:lnTo>
                    <a:pt x="196" y="8419"/>
                  </a:lnTo>
                  <a:lnTo>
                    <a:pt x="1" y="8341"/>
                  </a:lnTo>
                  <a:lnTo>
                    <a:pt x="1" y="8341"/>
                  </a:lnTo>
                  <a:lnTo>
                    <a:pt x="1802" y="26938"/>
                  </a:lnTo>
                  <a:lnTo>
                    <a:pt x="2115" y="26860"/>
                  </a:lnTo>
                  <a:lnTo>
                    <a:pt x="2585" y="26743"/>
                  </a:lnTo>
                  <a:lnTo>
                    <a:pt x="3211" y="26547"/>
                  </a:lnTo>
                  <a:lnTo>
                    <a:pt x="4112" y="26273"/>
                  </a:lnTo>
                  <a:lnTo>
                    <a:pt x="5208" y="25842"/>
                  </a:lnTo>
                  <a:lnTo>
                    <a:pt x="6618" y="25294"/>
                  </a:lnTo>
                  <a:lnTo>
                    <a:pt x="8262" y="24589"/>
                  </a:lnTo>
                  <a:lnTo>
                    <a:pt x="9162" y="24198"/>
                  </a:lnTo>
                  <a:lnTo>
                    <a:pt x="10024" y="23767"/>
                  </a:lnTo>
                  <a:lnTo>
                    <a:pt x="11747" y="22906"/>
                  </a:lnTo>
                  <a:lnTo>
                    <a:pt x="13469" y="22005"/>
                  </a:lnTo>
                  <a:lnTo>
                    <a:pt x="15349" y="21065"/>
                  </a:lnTo>
                  <a:lnTo>
                    <a:pt x="16367" y="20596"/>
                  </a:lnTo>
                  <a:lnTo>
                    <a:pt x="17463" y="20087"/>
                  </a:lnTo>
                  <a:lnTo>
                    <a:pt x="18638" y="19617"/>
                  </a:lnTo>
                  <a:lnTo>
                    <a:pt x="19930" y="19108"/>
                  </a:lnTo>
                  <a:lnTo>
                    <a:pt x="21339" y="18599"/>
                  </a:lnTo>
                  <a:lnTo>
                    <a:pt x="22866" y="18090"/>
                  </a:lnTo>
                  <a:lnTo>
                    <a:pt x="24511" y="17581"/>
                  </a:lnTo>
                  <a:lnTo>
                    <a:pt x="26312" y="17072"/>
                  </a:lnTo>
                  <a:lnTo>
                    <a:pt x="27251" y="16798"/>
                  </a:lnTo>
                  <a:lnTo>
                    <a:pt x="28113" y="16602"/>
                  </a:lnTo>
                  <a:lnTo>
                    <a:pt x="28974" y="16445"/>
                  </a:lnTo>
                  <a:lnTo>
                    <a:pt x="29757" y="16289"/>
                  </a:lnTo>
                  <a:lnTo>
                    <a:pt x="30540" y="16210"/>
                  </a:lnTo>
                  <a:lnTo>
                    <a:pt x="31284" y="16132"/>
                  </a:lnTo>
                  <a:lnTo>
                    <a:pt x="31950" y="16054"/>
                  </a:lnTo>
                  <a:lnTo>
                    <a:pt x="33829" y="16054"/>
                  </a:lnTo>
                  <a:lnTo>
                    <a:pt x="34886" y="16132"/>
                  </a:lnTo>
                  <a:lnTo>
                    <a:pt x="35826" y="16289"/>
                  </a:lnTo>
                  <a:lnTo>
                    <a:pt x="36648" y="16524"/>
                  </a:lnTo>
                  <a:lnTo>
                    <a:pt x="37314" y="16759"/>
                  </a:lnTo>
                  <a:lnTo>
                    <a:pt x="37901" y="16993"/>
                  </a:lnTo>
                  <a:lnTo>
                    <a:pt x="38410" y="17228"/>
                  </a:lnTo>
                  <a:lnTo>
                    <a:pt x="38763" y="17502"/>
                  </a:lnTo>
                  <a:lnTo>
                    <a:pt x="39037" y="17698"/>
                  </a:lnTo>
                  <a:lnTo>
                    <a:pt x="39232" y="17894"/>
                  </a:lnTo>
                  <a:lnTo>
                    <a:pt x="39389" y="18051"/>
                  </a:lnTo>
                  <a:lnTo>
                    <a:pt x="39389" y="18051"/>
                  </a:lnTo>
                  <a:lnTo>
                    <a:pt x="39193" y="17268"/>
                  </a:lnTo>
                  <a:lnTo>
                    <a:pt x="38645" y="15271"/>
                  </a:lnTo>
                  <a:lnTo>
                    <a:pt x="37979" y="12491"/>
                  </a:lnTo>
                  <a:lnTo>
                    <a:pt x="37627" y="10925"/>
                  </a:lnTo>
                  <a:lnTo>
                    <a:pt x="37314" y="9319"/>
                  </a:lnTo>
                  <a:lnTo>
                    <a:pt x="37040" y="7753"/>
                  </a:lnTo>
                  <a:lnTo>
                    <a:pt x="36805" y="6226"/>
                  </a:lnTo>
                  <a:lnTo>
                    <a:pt x="36648" y="4778"/>
                  </a:lnTo>
                  <a:lnTo>
                    <a:pt x="36492" y="3485"/>
                  </a:lnTo>
                  <a:lnTo>
                    <a:pt x="36335" y="1528"/>
                  </a:lnTo>
                  <a:lnTo>
                    <a:pt x="36296" y="784"/>
                  </a:lnTo>
                  <a:lnTo>
                    <a:pt x="35748" y="588"/>
                  </a:lnTo>
                  <a:lnTo>
                    <a:pt x="35200" y="431"/>
                  </a:lnTo>
                  <a:lnTo>
                    <a:pt x="34612" y="275"/>
                  </a:lnTo>
                  <a:lnTo>
                    <a:pt x="34064" y="197"/>
                  </a:lnTo>
                  <a:lnTo>
                    <a:pt x="33477" y="79"/>
                  </a:lnTo>
                  <a:lnTo>
                    <a:pt x="32929" y="40"/>
                  </a:lnTo>
                  <a:lnTo>
                    <a:pt x="31754" y="1"/>
                  </a:lnTo>
                  <a:close/>
                </a:path>
              </a:pathLst>
            </a:custGeom>
            <a:solidFill>
              <a:srgbClr val="F50244"/>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87" name="Google Shape;187;p32"/>
            <p:cNvSpPr/>
            <p:nvPr/>
          </p:nvSpPr>
          <p:spPr>
            <a:xfrm>
              <a:off x="5724575" y="2654875"/>
              <a:ext cx="751775" cy="543275"/>
            </a:xfrm>
            <a:custGeom>
              <a:rect b="b" l="l" r="r" t="t"/>
              <a:pathLst>
                <a:path extrusionOk="0" h="21731" w="30071">
                  <a:moveTo>
                    <a:pt x="21692" y="0"/>
                  </a:moveTo>
                  <a:lnTo>
                    <a:pt x="20439" y="39"/>
                  </a:lnTo>
                  <a:lnTo>
                    <a:pt x="19069" y="79"/>
                  </a:lnTo>
                  <a:lnTo>
                    <a:pt x="17620" y="157"/>
                  </a:lnTo>
                  <a:lnTo>
                    <a:pt x="16093" y="235"/>
                  </a:lnTo>
                  <a:lnTo>
                    <a:pt x="14488" y="392"/>
                  </a:lnTo>
                  <a:lnTo>
                    <a:pt x="12921" y="548"/>
                  </a:lnTo>
                  <a:lnTo>
                    <a:pt x="9985" y="901"/>
                  </a:lnTo>
                  <a:lnTo>
                    <a:pt x="7283" y="1331"/>
                  </a:lnTo>
                  <a:lnTo>
                    <a:pt x="4895" y="1723"/>
                  </a:lnTo>
                  <a:lnTo>
                    <a:pt x="2937" y="2115"/>
                  </a:lnTo>
                  <a:lnTo>
                    <a:pt x="1449" y="2467"/>
                  </a:lnTo>
                  <a:lnTo>
                    <a:pt x="157" y="2741"/>
                  </a:lnTo>
                  <a:lnTo>
                    <a:pt x="1" y="7400"/>
                  </a:lnTo>
                  <a:lnTo>
                    <a:pt x="1" y="8340"/>
                  </a:lnTo>
                  <a:lnTo>
                    <a:pt x="1" y="9358"/>
                  </a:lnTo>
                  <a:lnTo>
                    <a:pt x="118" y="11629"/>
                  </a:lnTo>
                  <a:lnTo>
                    <a:pt x="236" y="13978"/>
                  </a:lnTo>
                  <a:lnTo>
                    <a:pt x="432" y="16327"/>
                  </a:lnTo>
                  <a:lnTo>
                    <a:pt x="784" y="20164"/>
                  </a:lnTo>
                  <a:lnTo>
                    <a:pt x="980" y="21730"/>
                  </a:lnTo>
                  <a:lnTo>
                    <a:pt x="1645" y="21574"/>
                  </a:lnTo>
                  <a:lnTo>
                    <a:pt x="2546" y="21378"/>
                  </a:lnTo>
                  <a:lnTo>
                    <a:pt x="3838" y="21104"/>
                  </a:lnTo>
                  <a:lnTo>
                    <a:pt x="5600" y="20830"/>
                  </a:lnTo>
                  <a:lnTo>
                    <a:pt x="7832" y="20438"/>
                  </a:lnTo>
                  <a:lnTo>
                    <a:pt x="10611" y="20047"/>
                  </a:lnTo>
                  <a:lnTo>
                    <a:pt x="13939" y="19655"/>
                  </a:lnTo>
                  <a:lnTo>
                    <a:pt x="15701" y="19460"/>
                  </a:lnTo>
                  <a:lnTo>
                    <a:pt x="17346" y="19264"/>
                  </a:lnTo>
                  <a:lnTo>
                    <a:pt x="20400" y="19029"/>
                  </a:lnTo>
                  <a:lnTo>
                    <a:pt x="22984" y="18911"/>
                  </a:lnTo>
                  <a:lnTo>
                    <a:pt x="25177" y="18872"/>
                  </a:lnTo>
                  <a:lnTo>
                    <a:pt x="26899" y="18833"/>
                  </a:lnTo>
                  <a:lnTo>
                    <a:pt x="28191" y="18872"/>
                  </a:lnTo>
                  <a:lnTo>
                    <a:pt x="29209" y="18911"/>
                  </a:lnTo>
                  <a:lnTo>
                    <a:pt x="29131" y="16719"/>
                  </a:lnTo>
                  <a:lnTo>
                    <a:pt x="29092" y="14644"/>
                  </a:lnTo>
                  <a:lnTo>
                    <a:pt x="29092" y="12725"/>
                  </a:lnTo>
                  <a:lnTo>
                    <a:pt x="29131" y="10963"/>
                  </a:lnTo>
                  <a:lnTo>
                    <a:pt x="29170" y="9358"/>
                  </a:lnTo>
                  <a:lnTo>
                    <a:pt x="29249" y="7909"/>
                  </a:lnTo>
                  <a:lnTo>
                    <a:pt x="29327" y="6617"/>
                  </a:lnTo>
                  <a:lnTo>
                    <a:pt x="29444" y="5443"/>
                  </a:lnTo>
                  <a:lnTo>
                    <a:pt x="29640" y="3524"/>
                  </a:lnTo>
                  <a:lnTo>
                    <a:pt x="29836" y="2193"/>
                  </a:lnTo>
                  <a:lnTo>
                    <a:pt x="29992" y="1410"/>
                  </a:lnTo>
                  <a:lnTo>
                    <a:pt x="30071" y="1136"/>
                  </a:lnTo>
                  <a:lnTo>
                    <a:pt x="29405" y="862"/>
                  </a:lnTo>
                  <a:lnTo>
                    <a:pt x="28465" y="627"/>
                  </a:lnTo>
                  <a:lnTo>
                    <a:pt x="27291" y="392"/>
                  </a:lnTo>
                  <a:lnTo>
                    <a:pt x="26547" y="274"/>
                  </a:lnTo>
                  <a:lnTo>
                    <a:pt x="25764" y="196"/>
                  </a:lnTo>
                  <a:lnTo>
                    <a:pt x="24863" y="118"/>
                  </a:lnTo>
                  <a:lnTo>
                    <a:pt x="23884" y="79"/>
                  </a:lnTo>
                  <a:lnTo>
                    <a:pt x="22827" y="39"/>
                  </a:lnTo>
                  <a:lnTo>
                    <a:pt x="21692" y="0"/>
                  </a:lnTo>
                  <a:close/>
                </a:path>
              </a:pathLst>
            </a:custGeom>
            <a:solidFill>
              <a:srgbClr val="1B61A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88" name="Google Shape;188;p32"/>
            <p:cNvSpPr/>
            <p:nvPr/>
          </p:nvSpPr>
          <p:spPr>
            <a:xfrm>
              <a:off x="5551325" y="3119825"/>
              <a:ext cx="996475" cy="579500"/>
            </a:xfrm>
            <a:custGeom>
              <a:rect b="b" l="l" r="r" t="t"/>
              <a:pathLst>
                <a:path extrusionOk="0" h="23180" w="39859">
                  <a:moveTo>
                    <a:pt x="29718" y="0"/>
                  </a:moveTo>
                  <a:lnTo>
                    <a:pt x="27995" y="39"/>
                  </a:lnTo>
                  <a:lnTo>
                    <a:pt x="26116" y="118"/>
                  </a:lnTo>
                  <a:lnTo>
                    <a:pt x="24002" y="274"/>
                  </a:lnTo>
                  <a:lnTo>
                    <a:pt x="21653" y="470"/>
                  </a:lnTo>
                  <a:lnTo>
                    <a:pt x="19147" y="783"/>
                  </a:lnTo>
                  <a:lnTo>
                    <a:pt x="16445" y="1214"/>
                  </a:lnTo>
                  <a:lnTo>
                    <a:pt x="13509" y="1723"/>
                  </a:lnTo>
                  <a:lnTo>
                    <a:pt x="10415" y="2349"/>
                  </a:lnTo>
                  <a:lnTo>
                    <a:pt x="8810" y="2741"/>
                  </a:lnTo>
                  <a:lnTo>
                    <a:pt x="7127" y="3132"/>
                  </a:lnTo>
                  <a:lnTo>
                    <a:pt x="157" y="4503"/>
                  </a:lnTo>
                  <a:lnTo>
                    <a:pt x="1" y="22083"/>
                  </a:lnTo>
                  <a:lnTo>
                    <a:pt x="40" y="22161"/>
                  </a:lnTo>
                  <a:lnTo>
                    <a:pt x="236" y="22357"/>
                  </a:lnTo>
                  <a:lnTo>
                    <a:pt x="588" y="22592"/>
                  </a:lnTo>
                  <a:lnTo>
                    <a:pt x="823" y="22748"/>
                  </a:lnTo>
                  <a:lnTo>
                    <a:pt x="1097" y="22866"/>
                  </a:lnTo>
                  <a:lnTo>
                    <a:pt x="1410" y="22983"/>
                  </a:lnTo>
                  <a:lnTo>
                    <a:pt x="1802" y="23062"/>
                  </a:lnTo>
                  <a:lnTo>
                    <a:pt x="2232" y="23140"/>
                  </a:lnTo>
                  <a:lnTo>
                    <a:pt x="2702" y="23179"/>
                  </a:lnTo>
                  <a:lnTo>
                    <a:pt x="3211" y="23179"/>
                  </a:lnTo>
                  <a:lnTo>
                    <a:pt x="3799" y="23101"/>
                  </a:lnTo>
                  <a:lnTo>
                    <a:pt x="4464" y="23022"/>
                  </a:lnTo>
                  <a:lnTo>
                    <a:pt x="5169" y="22827"/>
                  </a:lnTo>
                  <a:lnTo>
                    <a:pt x="5913" y="22592"/>
                  </a:lnTo>
                  <a:lnTo>
                    <a:pt x="6657" y="22357"/>
                  </a:lnTo>
                  <a:lnTo>
                    <a:pt x="8184" y="21770"/>
                  </a:lnTo>
                  <a:lnTo>
                    <a:pt x="9906" y="21104"/>
                  </a:lnTo>
                  <a:lnTo>
                    <a:pt x="10846" y="20791"/>
                  </a:lnTo>
                  <a:lnTo>
                    <a:pt x="11903" y="20438"/>
                  </a:lnTo>
                  <a:lnTo>
                    <a:pt x="13039" y="20086"/>
                  </a:lnTo>
                  <a:lnTo>
                    <a:pt x="14292" y="19734"/>
                  </a:lnTo>
                  <a:lnTo>
                    <a:pt x="15662" y="19420"/>
                  </a:lnTo>
                  <a:lnTo>
                    <a:pt x="17189" y="19107"/>
                  </a:lnTo>
                  <a:lnTo>
                    <a:pt x="18873" y="18833"/>
                  </a:lnTo>
                  <a:lnTo>
                    <a:pt x="20713" y="18559"/>
                  </a:lnTo>
                  <a:lnTo>
                    <a:pt x="22749" y="18324"/>
                  </a:lnTo>
                  <a:lnTo>
                    <a:pt x="25020" y="18128"/>
                  </a:lnTo>
                  <a:lnTo>
                    <a:pt x="29209" y="17815"/>
                  </a:lnTo>
                  <a:lnTo>
                    <a:pt x="32576" y="17658"/>
                  </a:lnTo>
                  <a:lnTo>
                    <a:pt x="35200" y="17619"/>
                  </a:lnTo>
                  <a:lnTo>
                    <a:pt x="37118" y="17619"/>
                  </a:lnTo>
                  <a:lnTo>
                    <a:pt x="38449" y="17698"/>
                  </a:lnTo>
                  <a:lnTo>
                    <a:pt x="39311" y="17776"/>
                  </a:lnTo>
                  <a:lnTo>
                    <a:pt x="39741" y="17854"/>
                  </a:lnTo>
                  <a:lnTo>
                    <a:pt x="39859" y="17893"/>
                  </a:lnTo>
                  <a:lnTo>
                    <a:pt x="39859" y="17893"/>
                  </a:lnTo>
                  <a:lnTo>
                    <a:pt x="39702" y="17619"/>
                  </a:lnTo>
                  <a:lnTo>
                    <a:pt x="39350" y="16758"/>
                  </a:lnTo>
                  <a:lnTo>
                    <a:pt x="38763" y="15388"/>
                  </a:lnTo>
                  <a:lnTo>
                    <a:pt x="38449" y="14487"/>
                  </a:lnTo>
                  <a:lnTo>
                    <a:pt x="38097" y="13430"/>
                  </a:lnTo>
                  <a:lnTo>
                    <a:pt x="37705" y="12255"/>
                  </a:lnTo>
                  <a:lnTo>
                    <a:pt x="37353" y="10963"/>
                  </a:lnTo>
                  <a:lnTo>
                    <a:pt x="36962" y="9514"/>
                  </a:lnTo>
                  <a:lnTo>
                    <a:pt x="36609" y="7948"/>
                  </a:lnTo>
                  <a:lnTo>
                    <a:pt x="36257" y="6226"/>
                  </a:lnTo>
                  <a:lnTo>
                    <a:pt x="35904" y="4385"/>
                  </a:lnTo>
                  <a:lnTo>
                    <a:pt x="35630" y="2428"/>
                  </a:lnTo>
                  <a:lnTo>
                    <a:pt x="35356" y="313"/>
                  </a:lnTo>
                  <a:lnTo>
                    <a:pt x="34886" y="274"/>
                  </a:lnTo>
                  <a:lnTo>
                    <a:pt x="33477" y="118"/>
                  </a:lnTo>
                  <a:lnTo>
                    <a:pt x="32459" y="78"/>
                  </a:lnTo>
                  <a:lnTo>
                    <a:pt x="31167" y="39"/>
                  </a:lnTo>
                  <a:lnTo>
                    <a:pt x="29718" y="0"/>
                  </a:lnTo>
                  <a:close/>
                </a:path>
              </a:pathLst>
            </a:custGeom>
            <a:solidFill>
              <a:srgbClr val="F50244"/>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89" name="Google Shape;189;p32"/>
            <p:cNvSpPr/>
            <p:nvPr/>
          </p:nvSpPr>
          <p:spPr>
            <a:xfrm>
              <a:off x="5531750" y="3459475"/>
              <a:ext cx="265300" cy="212425"/>
            </a:xfrm>
            <a:custGeom>
              <a:rect b="b" l="l" r="r" t="t"/>
              <a:pathLst>
                <a:path extrusionOk="0" h="8497" w="10612">
                  <a:moveTo>
                    <a:pt x="4621" y="0"/>
                  </a:moveTo>
                  <a:lnTo>
                    <a:pt x="3485" y="40"/>
                  </a:lnTo>
                  <a:lnTo>
                    <a:pt x="2232" y="157"/>
                  </a:lnTo>
                  <a:lnTo>
                    <a:pt x="862" y="353"/>
                  </a:lnTo>
                  <a:lnTo>
                    <a:pt x="744" y="627"/>
                  </a:lnTo>
                  <a:lnTo>
                    <a:pt x="588" y="940"/>
                  </a:lnTo>
                  <a:lnTo>
                    <a:pt x="431" y="1449"/>
                  </a:lnTo>
                  <a:lnTo>
                    <a:pt x="275" y="2036"/>
                  </a:lnTo>
                  <a:lnTo>
                    <a:pt x="157" y="2780"/>
                  </a:lnTo>
                  <a:lnTo>
                    <a:pt x="40" y="3642"/>
                  </a:lnTo>
                  <a:lnTo>
                    <a:pt x="1" y="4660"/>
                  </a:lnTo>
                  <a:lnTo>
                    <a:pt x="1" y="5639"/>
                  </a:lnTo>
                  <a:lnTo>
                    <a:pt x="79" y="6461"/>
                  </a:lnTo>
                  <a:lnTo>
                    <a:pt x="196" y="7126"/>
                  </a:lnTo>
                  <a:lnTo>
                    <a:pt x="353" y="7635"/>
                  </a:lnTo>
                  <a:lnTo>
                    <a:pt x="510" y="8027"/>
                  </a:lnTo>
                  <a:lnTo>
                    <a:pt x="627" y="8301"/>
                  </a:lnTo>
                  <a:lnTo>
                    <a:pt x="784" y="8497"/>
                  </a:lnTo>
                  <a:lnTo>
                    <a:pt x="784" y="8379"/>
                  </a:lnTo>
                  <a:lnTo>
                    <a:pt x="784" y="8144"/>
                  </a:lnTo>
                  <a:lnTo>
                    <a:pt x="862" y="7753"/>
                  </a:lnTo>
                  <a:lnTo>
                    <a:pt x="940" y="7518"/>
                  </a:lnTo>
                  <a:lnTo>
                    <a:pt x="1097" y="7244"/>
                  </a:lnTo>
                  <a:lnTo>
                    <a:pt x="1293" y="6970"/>
                  </a:lnTo>
                  <a:lnTo>
                    <a:pt x="1528" y="6696"/>
                  </a:lnTo>
                  <a:lnTo>
                    <a:pt x="1841" y="6422"/>
                  </a:lnTo>
                  <a:lnTo>
                    <a:pt x="2232" y="6108"/>
                  </a:lnTo>
                  <a:lnTo>
                    <a:pt x="2702" y="5834"/>
                  </a:lnTo>
                  <a:lnTo>
                    <a:pt x="3250" y="5521"/>
                  </a:lnTo>
                  <a:lnTo>
                    <a:pt x="3916" y="5247"/>
                  </a:lnTo>
                  <a:lnTo>
                    <a:pt x="4660" y="4973"/>
                  </a:lnTo>
                  <a:lnTo>
                    <a:pt x="7440" y="4112"/>
                  </a:lnTo>
                  <a:lnTo>
                    <a:pt x="8536" y="3759"/>
                  </a:lnTo>
                  <a:lnTo>
                    <a:pt x="9358" y="3446"/>
                  </a:lnTo>
                  <a:lnTo>
                    <a:pt x="9711" y="3289"/>
                  </a:lnTo>
                  <a:lnTo>
                    <a:pt x="9985" y="3133"/>
                  </a:lnTo>
                  <a:lnTo>
                    <a:pt x="10220" y="2976"/>
                  </a:lnTo>
                  <a:lnTo>
                    <a:pt x="10415" y="2820"/>
                  </a:lnTo>
                  <a:lnTo>
                    <a:pt x="10533" y="2663"/>
                  </a:lnTo>
                  <a:lnTo>
                    <a:pt x="10611" y="2467"/>
                  </a:lnTo>
                  <a:lnTo>
                    <a:pt x="10611" y="2271"/>
                  </a:lnTo>
                  <a:lnTo>
                    <a:pt x="10572" y="2076"/>
                  </a:lnTo>
                  <a:lnTo>
                    <a:pt x="10494" y="1919"/>
                  </a:lnTo>
                  <a:lnTo>
                    <a:pt x="10141" y="1606"/>
                  </a:lnTo>
                  <a:lnTo>
                    <a:pt x="9867" y="1410"/>
                  </a:lnTo>
                  <a:lnTo>
                    <a:pt x="9554" y="1175"/>
                  </a:lnTo>
                  <a:lnTo>
                    <a:pt x="9123" y="940"/>
                  </a:lnTo>
                  <a:lnTo>
                    <a:pt x="8614" y="705"/>
                  </a:lnTo>
                  <a:lnTo>
                    <a:pt x="8027" y="509"/>
                  </a:lnTo>
                  <a:lnTo>
                    <a:pt x="7322" y="314"/>
                  </a:lnTo>
                  <a:lnTo>
                    <a:pt x="6539" y="157"/>
                  </a:lnTo>
                  <a:lnTo>
                    <a:pt x="5639" y="40"/>
                  </a:lnTo>
                  <a:lnTo>
                    <a:pt x="4621" y="0"/>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0" name="Google Shape;190;p32"/>
            <p:cNvSpPr/>
            <p:nvPr/>
          </p:nvSpPr>
          <p:spPr>
            <a:xfrm>
              <a:off x="4762375" y="2815400"/>
              <a:ext cx="564825" cy="918175"/>
            </a:xfrm>
            <a:custGeom>
              <a:rect b="b" l="l" r="r" t="t"/>
              <a:pathLst>
                <a:path extrusionOk="0" h="36727" w="22593">
                  <a:moveTo>
                    <a:pt x="1" y="0"/>
                  </a:moveTo>
                  <a:lnTo>
                    <a:pt x="3760" y="36726"/>
                  </a:lnTo>
                  <a:lnTo>
                    <a:pt x="4308" y="35904"/>
                  </a:lnTo>
                  <a:lnTo>
                    <a:pt x="4934" y="34925"/>
                  </a:lnTo>
                  <a:lnTo>
                    <a:pt x="5796" y="33712"/>
                  </a:lnTo>
                  <a:lnTo>
                    <a:pt x="6814" y="32263"/>
                  </a:lnTo>
                  <a:lnTo>
                    <a:pt x="8027" y="30658"/>
                  </a:lnTo>
                  <a:lnTo>
                    <a:pt x="9359" y="28935"/>
                  </a:lnTo>
                  <a:lnTo>
                    <a:pt x="10846" y="27212"/>
                  </a:lnTo>
                  <a:lnTo>
                    <a:pt x="12530" y="25215"/>
                  </a:lnTo>
                  <a:lnTo>
                    <a:pt x="14409" y="22905"/>
                  </a:lnTo>
                  <a:lnTo>
                    <a:pt x="16367" y="20439"/>
                  </a:lnTo>
                  <a:lnTo>
                    <a:pt x="18246" y="18050"/>
                  </a:lnTo>
                  <a:lnTo>
                    <a:pt x="21340" y="14057"/>
                  </a:lnTo>
                  <a:lnTo>
                    <a:pt x="22592" y="12412"/>
                  </a:lnTo>
                  <a:lnTo>
                    <a:pt x="1" y="0"/>
                  </a:lnTo>
                  <a:close/>
                </a:path>
              </a:pathLst>
            </a:custGeom>
            <a:solidFill>
              <a:srgbClr val="FFFFFF"/>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1" name="Google Shape;191;p32"/>
            <p:cNvSpPr/>
            <p:nvPr/>
          </p:nvSpPr>
          <p:spPr>
            <a:xfrm>
              <a:off x="4783925" y="2876075"/>
              <a:ext cx="72450" cy="73450"/>
            </a:xfrm>
            <a:custGeom>
              <a:rect b="b" l="l" r="r" t="t"/>
              <a:pathLst>
                <a:path extrusionOk="0" h="2938" w="2898">
                  <a:moveTo>
                    <a:pt x="1214" y="1"/>
                  </a:moveTo>
                  <a:lnTo>
                    <a:pt x="1097" y="1136"/>
                  </a:lnTo>
                  <a:lnTo>
                    <a:pt x="0" y="1371"/>
                  </a:lnTo>
                  <a:lnTo>
                    <a:pt x="1018" y="1802"/>
                  </a:lnTo>
                  <a:lnTo>
                    <a:pt x="901" y="2937"/>
                  </a:lnTo>
                  <a:lnTo>
                    <a:pt x="1684" y="2115"/>
                  </a:lnTo>
                  <a:lnTo>
                    <a:pt x="2702" y="2546"/>
                  </a:lnTo>
                  <a:lnTo>
                    <a:pt x="2154" y="1567"/>
                  </a:lnTo>
                  <a:lnTo>
                    <a:pt x="2898" y="745"/>
                  </a:lnTo>
                  <a:lnTo>
                    <a:pt x="1801" y="980"/>
                  </a:lnTo>
                  <a:lnTo>
                    <a:pt x="1214"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2" name="Google Shape;192;p32"/>
            <p:cNvSpPr/>
            <p:nvPr/>
          </p:nvSpPr>
          <p:spPr>
            <a:xfrm>
              <a:off x="5217550" y="3098275"/>
              <a:ext cx="72450" cy="74425"/>
            </a:xfrm>
            <a:custGeom>
              <a:rect b="b" l="l" r="r" t="t"/>
              <a:pathLst>
                <a:path extrusionOk="0" h="2977" w="2898">
                  <a:moveTo>
                    <a:pt x="1214" y="1"/>
                  </a:moveTo>
                  <a:lnTo>
                    <a:pt x="1097" y="1136"/>
                  </a:lnTo>
                  <a:lnTo>
                    <a:pt x="0" y="1371"/>
                  </a:lnTo>
                  <a:lnTo>
                    <a:pt x="1018" y="1841"/>
                  </a:lnTo>
                  <a:lnTo>
                    <a:pt x="901" y="2976"/>
                  </a:lnTo>
                  <a:lnTo>
                    <a:pt x="1684" y="2115"/>
                  </a:lnTo>
                  <a:lnTo>
                    <a:pt x="2702" y="2585"/>
                  </a:lnTo>
                  <a:lnTo>
                    <a:pt x="2702" y="2585"/>
                  </a:lnTo>
                  <a:lnTo>
                    <a:pt x="2154" y="1606"/>
                  </a:lnTo>
                  <a:lnTo>
                    <a:pt x="2898" y="745"/>
                  </a:lnTo>
                  <a:lnTo>
                    <a:pt x="1801" y="980"/>
                  </a:lnTo>
                  <a:lnTo>
                    <a:pt x="1214"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3" name="Google Shape;193;p32"/>
            <p:cNvSpPr/>
            <p:nvPr/>
          </p:nvSpPr>
          <p:spPr>
            <a:xfrm>
              <a:off x="4861250" y="3544625"/>
              <a:ext cx="73425" cy="74425"/>
            </a:xfrm>
            <a:custGeom>
              <a:rect b="b" l="l" r="r" t="t"/>
              <a:pathLst>
                <a:path extrusionOk="0" h="2977" w="2937">
                  <a:moveTo>
                    <a:pt x="1253" y="1"/>
                  </a:moveTo>
                  <a:lnTo>
                    <a:pt x="1136" y="1136"/>
                  </a:lnTo>
                  <a:lnTo>
                    <a:pt x="0" y="1371"/>
                  </a:lnTo>
                  <a:lnTo>
                    <a:pt x="1058" y="1841"/>
                  </a:lnTo>
                  <a:lnTo>
                    <a:pt x="940" y="2976"/>
                  </a:lnTo>
                  <a:lnTo>
                    <a:pt x="1684" y="2115"/>
                  </a:lnTo>
                  <a:lnTo>
                    <a:pt x="2741" y="2585"/>
                  </a:lnTo>
                  <a:lnTo>
                    <a:pt x="2154" y="1606"/>
                  </a:lnTo>
                  <a:lnTo>
                    <a:pt x="2937" y="745"/>
                  </a:lnTo>
                  <a:lnTo>
                    <a:pt x="1801" y="980"/>
                  </a:lnTo>
                  <a:lnTo>
                    <a:pt x="1253"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4" name="Google Shape;194;p32"/>
            <p:cNvSpPr/>
            <p:nvPr/>
          </p:nvSpPr>
          <p:spPr>
            <a:xfrm>
              <a:off x="4940525" y="3004325"/>
              <a:ext cx="43100" cy="106700"/>
            </a:xfrm>
            <a:custGeom>
              <a:rect b="b" l="l" r="r" t="t"/>
              <a:pathLst>
                <a:path extrusionOk="0" h="4268" w="1724">
                  <a:moveTo>
                    <a:pt x="745" y="0"/>
                  </a:moveTo>
                  <a:lnTo>
                    <a:pt x="1" y="705"/>
                  </a:lnTo>
                  <a:lnTo>
                    <a:pt x="1097" y="4268"/>
                  </a:lnTo>
                  <a:lnTo>
                    <a:pt x="1410" y="4189"/>
                  </a:lnTo>
                  <a:lnTo>
                    <a:pt x="1724" y="4111"/>
                  </a:lnTo>
                  <a:lnTo>
                    <a:pt x="1645" y="352"/>
                  </a:lnTo>
                  <a:lnTo>
                    <a:pt x="745"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5" name="Google Shape;195;p32"/>
            <p:cNvSpPr/>
            <p:nvPr/>
          </p:nvSpPr>
          <p:spPr>
            <a:xfrm>
              <a:off x="4985550" y="3220625"/>
              <a:ext cx="48000" cy="124350"/>
            </a:xfrm>
            <a:custGeom>
              <a:rect b="b" l="l" r="r" t="t"/>
              <a:pathLst>
                <a:path extrusionOk="0" h="4974" w="1920">
                  <a:moveTo>
                    <a:pt x="667" y="1"/>
                  </a:moveTo>
                  <a:lnTo>
                    <a:pt x="353" y="79"/>
                  </a:lnTo>
                  <a:lnTo>
                    <a:pt x="314" y="79"/>
                  </a:lnTo>
                  <a:lnTo>
                    <a:pt x="1" y="158"/>
                  </a:lnTo>
                  <a:lnTo>
                    <a:pt x="79" y="4504"/>
                  </a:lnTo>
                  <a:lnTo>
                    <a:pt x="1097" y="4973"/>
                  </a:lnTo>
                  <a:lnTo>
                    <a:pt x="1919" y="4112"/>
                  </a:lnTo>
                  <a:lnTo>
                    <a:pt x="66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6" name="Google Shape;196;p32"/>
            <p:cNvSpPr/>
            <p:nvPr/>
          </p:nvSpPr>
          <p:spPr>
            <a:xfrm>
              <a:off x="4987525" y="3016050"/>
              <a:ext cx="19600" cy="85200"/>
            </a:xfrm>
            <a:custGeom>
              <a:rect b="b" l="l" r="r" t="t"/>
              <a:pathLst>
                <a:path extrusionOk="0" h="3408" w="784">
                  <a:moveTo>
                    <a:pt x="157" y="1"/>
                  </a:moveTo>
                  <a:lnTo>
                    <a:pt x="0" y="3407"/>
                  </a:lnTo>
                  <a:lnTo>
                    <a:pt x="274" y="3407"/>
                  </a:lnTo>
                  <a:lnTo>
                    <a:pt x="783" y="275"/>
                  </a:lnTo>
                  <a:lnTo>
                    <a:pt x="15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7" name="Google Shape;197;p32"/>
            <p:cNvSpPr/>
            <p:nvPr/>
          </p:nvSpPr>
          <p:spPr>
            <a:xfrm>
              <a:off x="4920950" y="3029775"/>
              <a:ext cx="42125" cy="80275"/>
            </a:xfrm>
            <a:custGeom>
              <a:rect b="b" l="l" r="r" t="t"/>
              <a:pathLst>
                <a:path extrusionOk="0" h="3211" w="1685">
                  <a:moveTo>
                    <a:pt x="510" y="0"/>
                  </a:moveTo>
                  <a:lnTo>
                    <a:pt x="1" y="509"/>
                  </a:lnTo>
                  <a:lnTo>
                    <a:pt x="1449" y="3211"/>
                  </a:lnTo>
                  <a:lnTo>
                    <a:pt x="1684" y="3093"/>
                  </a:lnTo>
                  <a:lnTo>
                    <a:pt x="510"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8" name="Google Shape;198;p32"/>
            <p:cNvSpPr/>
            <p:nvPr/>
          </p:nvSpPr>
          <p:spPr>
            <a:xfrm>
              <a:off x="4960100" y="3231400"/>
              <a:ext cx="21575" cy="97925"/>
            </a:xfrm>
            <a:custGeom>
              <a:rect b="b" l="l" r="r" t="t"/>
              <a:pathLst>
                <a:path extrusionOk="0" h="3917" w="863">
                  <a:moveTo>
                    <a:pt x="588" y="1"/>
                  </a:moveTo>
                  <a:lnTo>
                    <a:pt x="1" y="3564"/>
                  </a:lnTo>
                  <a:lnTo>
                    <a:pt x="706" y="3916"/>
                  </a:lnTo>
                  <a:lnTo>
                    <a:pt x="862"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199" name="Google Shape;199;p32"/>
            <p:cNvSpPr/>
            <p:nvPr/>
          </p:nvSpPr>
          <p:spPr>
            <a:xfrm>
              <a:off x="5008075" y="3222600"/>
              <a:ext cx="47975" cy="93000"/>
            </a:xfrm>
            <a:custGeom>
              <a:rect b="b" l="l" r="r" t="t"/>
              <a:pathLst>
                <a:path extrusionOk="0" h="3720" w="1919">
                  <a:moveTo>
                    <a:pt x="235" y="0"/>
                  </a:moveTo>
                  <a:lnTo>
                    <a:pt x="0" y="118"/>
                  </a:lnTo>
                  <a:lnTo>
                    <a:pt x="1371" y="3720"/>
                  </a:lnTo>
                  <a:lnTo>
                    <a:pt x="1919" y="3093"/>
                  </a:lnTo>
                  <a:lnTo>
                    <a:pt x="235"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0" name="Google Shape;200;p32"/>
            <p:cNvSpPr/>
            <p:nvPr/>
          </p:nvSpPr>
          <p:spPr>
            <a:xfrm>
              <a:off x="5038425" y="3110025"/>
              <a:ext cx="113550" cy="50925"/>
            </a:xfrm>
            <a:custGeom>
              <a:rect b="b" l="l" r="r" t="t"/>
              <a:pathLst>
                <a:path extrusionOk="0" h="2037" w="4542">
                  <a:moveTo>
                    <a:pt x="3759" y="1"/>
                  </a:moveTo>
                  <a:lnTo>
                    <a:pt x="0" y="1371"/>
                  </a:lnTo>
                  <a:lnTo>
                    <a:pt x="78" y="1723"/>
                  </a:lnTo>
                  <a:lnTo>
                    <a:pt x="118" y="2037"/>
                  </a:lnTo>
                  <a:lnTo>
                    <a:pt x="4150" y="1763"/>
                  </a:lnTo>
                  <a:lnTo>
                    <a:pt x="4542" y="745"/>
                  </a:lnTo>
                  <a:lnTo>
                    <a:pt x="4503" y="745"/>
                  </a:lnTo>
                  <a:lnTo>
                    <a:pt x="3759"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1" name="Google Shape;201;p32"/>
            <p:cNvSpPr/>
            <p:nvPr/>
          </p:nvSpPr>
          <p:spPr>
            <a:xfrm>
              <a:off x="4819150" y="3168750"/>
              <a:ext cx="110650" cy="51900"/>
            </a:xfrm>
            <a:custGeom>
              <a:rect b="b" l="l" r="r" t="t"/>
              <a:pathLst>
                <a:path extrusionOk="0" h="2076" w="4426">
                  <a:moveTo>
                    <a:pt x="4347" y="1"/>
                  </a:moveTo>
                  <a:lnTo>
                    <a:pt x="471" y="275"/>
                  </a:lnTo>
                  <a:lnTo>
                    <a:pt x="1" y="1254"/>
                  </a:lnTo>
                  <a:lnTo>
                    <a:pt x="1" y="1293"/>
                  </a:lnTo>
                  <a:lnTo>
                    <a:pt x="666" y="2076"/>
                  </a:lnTo>
                  <a:lnTo>
                    <a:pt x="4425" y="666"/>
                  </a:lnTo>
                  <a:lnTo>
                    <a:pt x="4386" y="353"/>
                  </a:lnTo>
                  <a:lnTo>
                    <a:pt x="4386" y="314"/>
                  </a:lnTo>
                  <a:lnTo>
                    <a:pt x="434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2" name="Google Shape;202;p32"/>
            <p:cNvSpPr/>
            <p:nvPr/>
          </p:nvSpPr>
          <p:spPr>
            <a:xfrm>
              <a:off x="5048200" y="3164850"/>
              <a:ext cx="90075" cy="17625"/>
            </a:xfrm>
            <a:custGeom>
              <a:rect b="b" l="l" r="r" t="t"/>
              <a:pathLst>
                <a:path extrusionOk="0" h="705" w="3603">
                  <a:moveTo>
                    <a:pt x="1" y="0"/>
                  </a:moveTo>
                  <a:lnTo>
                    <a:pt x="1" y="274"/>
                  </a:lnTo>
                  <a:lnTo>
                    <a:pt x="3290" y="705"/>
                  </a:lnTo>
                  <a:lnTo>
                    <a:pt x="3603"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3" name="Google Shape;203;p32"/>
            <p:cNvSpPr/>
            <p:nvPr/>
          </p:nvSpPr>
          <p:spPr>
            <a:xfrm>
              <a:off x="5041350" y="3090450"/>
              <a:ext cx="84200" cy="48000"/>
            </a:xfrm>
            <a:custGeom>
              <a:rect b="b" l="l" r="r" t="t"/>
              <a:pathLst>
                <a:path extrusionOk="0" h="1920" w="3368">
                  <a:moveTo>
                    <a:pt x="2820" y="1"/>
                  </a:moveTo>
                  <a:lnTo>
                    <a:pt x="1" y="1684"/>
                  </a:lnTo>
                  <a:lnTo>
                    <a:pt x="79" y="1919"/>
                  </a:lnTo>
                  <a:lnTo>
                    <a:pt x="3368" y="470"/>
                  </a:lnTo>
                  <a:lnTo>
                    <a:pt x="2820"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4" name="Google Shape;204;p32"/>
            <p:cNvSpPr/>
            <p:nvPr/>
          </p:nvSpPr>
          <p:spPr>
            <a:xfrm>
              <a:off x="4835800" y="3148200"/>
              <a:ext cx="87150" cy="17650"/>
            </a:xfrm>
            <a:custGeom>
              <a:rect b="b" l="l" r="r" t="t"/>
              <a:pathLst>
                <a:path extrusionOk="0" h="706" w="3486">
                  <a:moveTo>
                    <a:pt x="353" y="1"/>
                  </a:moveTo>
                  <a:lnTo>
                    <a:pt x="0" y="705"/>
                  </a:lnTo>
                  <a:lnTo>
                    <a:pt x="0" y="705"/>
                  </a:lnTo>
                  <a:lnTo>
                    <a:pt x="3446" y="666"/>
                  </a:lnTo>
                  <a:lnTo>
                    <a:pt x="3485" y="431"/>
                  </a:lnTo>
                  <a:lnTo>
                    <a:pt x="353"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5" name="Google Shape;205;p32"/>
            <p:cNvSpPr/>
            <p:nvPr/>
          </p:nvSpPr>
          <p:spPr>
            <a:xfrm>
              <a:off x="4842650" y="3191275"/>
              <a:ext cx="85175" cy="50925"/>
            </a:xfrm>
            <a:custGeom>
              <a:rect b="b" l="l" r="r" t="t"/>
              <a:pathLst>
                <a:path extrusionOk="0" h="2037" w="3407">
                  <a:moveTo>
                    <a:pt x="3329" y="0"/>
                  </a:moveTo>
                  <a:lnTo>
                    <a:pt x="0" y="1488"/>
                  </a:lnTo>
                  <a:lnTo>
                    <a:pt x="509" y="2036"/>
                  </a:lnTo>
                  <a:lnTo>
                    <a:pt x="3407" y="235"/>
                  </a:lnTo>
                  <a:lnTo>
                    <a:pt x="3329"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6" name="Google Shape;206;p32"/>
            <p:cNvSpPr/>
            <p:nvPr/>
          </p:nvSpPr>
          <p:spPr>
            <a:xfrm>
              <a:off x="5011000" y="3024875"/>
              <a:ext cx="78350" cy="96925"/>
            </a:xfrm>
            <a:custGeom>
              <a:rect b="b" l="l" r="r" t="t"/>
              <a:pathLst>
                <a:path extrusionOk="0" h="3877" w="3134">
                  <a:moveTo>
                    <a:pt x="1724" y="0"/>
                  </a:moveTo>
                  <a:lnTo>
                    <a:pt x="1" y="3485"/>
                  </a:lnTo>
                  <a:lnTo>
                    <a:pt x="236" y="3681"/>
                  </a:lnTo>
                  <a:lnTo>
                    <a:pt x="275" y="3681"/>
                  </a:lnTo>
                  <a:lnTo>
                    <a:pt x="510" y="3876"/>
                  </a:lnTo>
                  <a:lnTo>
                    <a:pt x="3133" y="901"/>
                  </a:lnTo>
                  <a:lnTo>
                    <a:pt x="2742"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7" name="Google Shape;207;p32"/>
            <p:cNvSpPr/>
            <p:nvPr/>
          </p:nvSpPr>
          <p:spPr>
            <a:xfrm>
              <a:off x="4873975" y="3209875"/>
              <a:ext cx="84200" cy="106725"/>
            </a:xfrm>
            <a:custGeom>
              <a:rect b="b" l="l" r="r" t="t"/>
              <a:pathLst>
                <a:path extrusionOk="0" h="4269" w="3368">
                  <a:moveTo>
                    <a:pt x="2819" y="0"/>
                  </a:moveTo>
                  <a:lnTo>
                    <a:pt x="0" y="3172"/>
                  </a:lnTo>
                  <a:lnTo>
                    <a:pt x="314" y="4229"/>
                  </a:lnTo>
                  <a:lnTo>
                    <a:pt x="314" y="4268"/>
                  </a:lnTo>
                  <a:lnTo>
                    <a:pt x="353" y="4229"/>
                  </a:lnTo>
                  <a:lnTo>
                    <a:pt x="1410" y="4268"/>
                  </a:lnTo>
                  <a:lnTo>
                    <a:pt x="3368" y="353"/>
                  </a:lnTo>
                  <a:lnTo>
                    <a:pt x="3094" y="196"/>
                  </a:lnTo>
                  <a:lnTo>
                    <a:pt x="3094" y="157"/>
                  </a:lnTo>
                  <a:lnTo>
                    <a:pt x="2819"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8" name="Google Shape;208;p32"/>
            <p:cNvSpPr/>
            <p:nvPr/>
          </p:nvSpPr>
          <p:spPr>
            <a:xfrm>
              <a:off x="5030575" y="3057175"/>
              <a:ext cx="70525" cy="67550"/>
            </a:xfrm>
            <a:custGeom>
              <a:rect b="b" l="l" r="r" t="t"/>
              <a:pathLst>
                <a:path extrusionOk="0" h="2702" w="2821">
                  <a:moveTo>
                    <a:pt x="2546" y="0"/>
                  </a:moveTo>
                  <a:lnTo>
                    <a:pt x="1" y="2506"/>
                  </a:lnTo>
                  <a:lnTo>
                    <a:pt x="197" y="2702"/>
                  </a:lnTo>
                  <a:lnTo>
                    <a:pt x="2820" y="666"/>
                  </a:lnTo>
                  <a:lnTo>
                    <a:pt x="2546"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09" name="Google Shape;209;p32"/>
            <p:cNvSpPr/>
            <p:nvPr/>
          </p:nvSpPr>
          <p:spPr>
            <a:xfrm>
              <a:off x="5004150" y="3024875"/>
              <a:ext cx="40175" cy="80275"/>
            </a:xfrm>
            <a:custGeom>
              <a:rect b="b" l="l" r="r" t="t"/>
              <a:pathLst>
                <a:path extrusionOk="0" h="3211" w="1607">
                  <a:moveTo>
                    <a:pt x="1606" y="0"/>
                  </a:moveTo>
                  <a:lnTo>
                    <a:pt x="862" y="39"/>
                  </a:lnTo>
                  <a:lnTo>
                    <a:pt x="1" y="3133"/>
                  </a:lnTo>
                  <a:lnTo>
                    <a:pt x="236" y="3211"/>
                  </a:lnTo>
                  <a:lnTo>
                    <a:pt x="1606"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0" name="Google Shape;210;p32"/>
            <p:cNvSpPr/>
            <p:nvPr/>
          </p:nvSpPr>
          <p:spPr>
            <a:xfrm>
              <a:off x="4865175" y="3206925"/>
              <a:ext cx="72450" cy="71500"/>
            </a:xfrm>
            <a:custGeom>
              <a:rect b="b" l="l" r="r" t="t"/>
              <a:pathLst>
                <a:path extrusionOk="0" h="2860" w="2898">
                  <a:moveTo>
                    <a:pt x="2741" y="1"/>
                  </a:moveTo>
                  <a:lnTo>
                    <a:pt x="0" y="2115"/>
                  </a:lnTo>
                  <a:lnTo>
                    <a:pt x="196" y="2859"/>
                  </a:lnTo>
                  <a:lnTo>
                    <a:pt x="2897" y="197"/>
                  </a:lnTo>
                  <a:lnTo>
                    <a:pt x="2741"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1" name="Google Shape;211;p32"/>
            <p:cNvSpPr/>
            <p:nvPr/>
          </p:nvSpPr>
          <p:spPr>
            <a:xfrm>
              <a:off x="4920950" y="3226500"/>
              <a:ext cx="44075" cy="90100"/>
            </a:xfrm>
            <a:custGeom>
              <a:rect b="b" l="l" r="r" t="t"/>
              <a:pathLst>
                <a:path extrusionOk="0" h="3604" w="1763">
                  <a:moveTo>
                    <a:pt x="1528" y="1"/>
                  </a:moveTo>
                  <a:lnTo>
                    <a:pt x="1" y="3603"/>
                  </a:lnTo>
                  <a:lnTo>
                    <a:pt x="745" y="3603"/>
                  </a:lnTo>
                  <a:lnTo>
                    <a:pt x="1763" y="118"/>
                  </a:lnTo>
                  <a:lnTo>
                    <a:pt x="1528"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2" name="Google Shape;212;p32"/>
            <p:cNvSpPr/>
            <p:nvPr/>
          </p:nvSpPr>
          <p:spPr>
            <a:xfrm>
              <a:off x="4851450" y="3064025"/>
              <a:ext cx="93025" cy="76375"/>
            </a:xfrm>
            <a:custGeom>
              <a:rect b="b" l="l" r="r" t="t"/>
              <a:pathLst>
                <a:path extrusionOk="0" h="3055" w="3721">
                  <a:moveTo>
                    <a:pt x="1058" y="0"/>
                  </a:moveTo>
                  <a:lnTo>
                    <a:pt x="118" y="392"/>
                  </a:lnTo>
                  <a:lnTo>
                    <a:pt x="79" y="392"/>
                  </a:lnTo>
                  <a:lnTo>
                    <a:pt x="79" y="431"/>
                  </a:lnTo>
                  <a:lnTo>
                    <a:pt x="1" y="1449"/>
                  </a:lnTo>
                  <a:lnTo>
                    <a:pt x="3329" y="3054"/>
                  </a:lnTo>
                  <a:lnTo>
                    <a:pt x="3525" y="2780"/>
                  </a:lnTo>
                  <a:lnTo>
                    <a:pt x="3720" y="2506"/>
                  </a:lnTo>
                  <a:lnTo>
                    <a:pt x="1058"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3" name="Google Shape;213;p32"/>
            <p:cNvSpPr/>
            <p:nvPr/>
          </p:nvSpPr>
          <p:spPr>
            <a:xfrm>
              <a:off x="5026675" y="3190300"/>
              <a:ext cx="100850" cy="85175"/>
            </a:xfrm>
            <a:custGeom>
              <a:rect b="b" l="l" r="r" t="t"/>
              <a:pathLst>
                <a:path extrusionOk="0" h="3407" w="4034">
                  <a:moveTo>
                    <a:pt x="353" y="0"/>
                  </a:moveTo>
                  <a:lnTo>
                    <a:pt x="196" y="274"/>
                  </a:lnTo>
                  <a:lnTo>
                    <a:pt x="157" y="274"/>
                  </a:lnTo>
                  <a:lnTo>
                    <a:pt x="0" y="548"/>
                  </a:lnTo>
                  <a:lnTo>
                    <a:pt x="3015" y="3407"/>
                  </a:lnTo>
                  <a:lnTo>
                    <a:pt x="4033" y="2937"/>
                  </a:lnTo>
                  <a:lnTo>
                    <a:pt x="4033" y="1762"/>
                  </a:lnTo>
                  <a:lnTo>
                    <a:pt x="353"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4" name="Google Shape;214;p32"/>
            <p:cNvSpPr/>
            <p:nvPr/>
          </p:nvSpPr>
          <p:spPr>
            <a:xfrm>
              <a:off x="4887675" y="3053250"/>
              <a:ext cx="60725" cy="66600"/>
            </a:xfrm>
            <a:custGeom>
              <a:rect b="b" l="l" r="r" t="t"/>
              <a:pathLst>
                <a:path extrusionOk="0" h="2664" w="2429">
                  <a:moveTo>
                    <a:pt x="666" y="1"/>
                  </a:moveTo>
                  <a:lnTo>
                    <a:pt x="1" y="275"/>
                  </a:lnTo>
                  <a:lnTo>
                    <a:pt x="2232" y="2663"/>
                  </a:lnTo>
                  <a:lnTo>
                    <a:pt x="2428" y="2507"/>
                  </a:lnTo>
                  <a:lnTo>
                    <a:pt x="666"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5" name="Google Shape;215;p32"/>
            <p:cNvSpPr/>
            <p:nvPr/>
          </p:nvSpPr>
          <p:spPr>
            <a:xfrm>
              <a:off x="4849500" y="3110025"/>
              <a:ext cx="78325" cy="38200"/>
            </a:xfrm>
            <a:custGeom>
              <a:rect b="b" l="l" r="r" t="t"/>
              <a:pathLst>
                <a:path extrusionOk="0" h="1528" w="3133">
                  <a:moveTo>
                    <a:pt x="40" y="1"/>
                  </a:moveTo>
                  <a:lnTo>
                    <a:pt x="1" y="745"/>
                  </a:lnTo>
                  <a:lnTo>
                    <a:pt x="3055" y="1528"/>
                  </a:lnTo>
                  <a:lnTo>
                    <a:pt x="3133" y="1293"/>
                  </a:lnTo>
                  <a:lnTo>
                    <a:pt x="40"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6" name="Google Shape;216;p32"/>
            <p:cNvSpPr/>
            <p:nvPr/>
          </p:nvSpPr>
          <p:spPr>
            <a:xfrm>
              <a:off x="5022750" y="3211825"/>
              <a:ext cx="68550" cy="76375"/>
            </a:xfrm>
            <a:custGeom>
              <a:rect b="b" l="l" r="r" t="t"/>
              <a:pathLst>
                <a:path extrusionOk="0" h="3055" w="2742">
                  <a:moveTo>
                    <a:pt x="197" y="1"/>
                  </a:moveTo>
                  <a:lnTo>
                    <a:pt x="1" y="196"/>
                  </a:lnTo>
                  <a:lnTo>
                    <a:pt x="2037" y="3055"/>
                  </a:lnTo>
                  <a:lnTo>
                    <a:pt x="2741" y="2741"/>
                  </a:lnTo>
                  <a:lnTo>
                    <a:pt x="197"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7" name="Google Shape;217;p32"/>
            <p:cNvSpPr/>
            <p:nvPr/>
          </p:nvSpPr>
          <p:spPr>
            <a:xfrm>
              <a:off x="5043300" y="3182450"/>
              <a:ext cx="84225" cy="41150"/>
            </a:xfrm>
            <a:custGeom>
              <a:rect b="b" l="l" r="r" t="t"/>
              <a:pathLst>
                <a:path extrusionOk="0" h="1646" w="3369">
                  <a:moveTo>
                    <a:pt x="79" y="1"/>
                  </a:moveTo>
                  <a:lnTo>
                    <a:pt x="1" y="236"/>
                  </a:lnTo>
                  <a:lnTo>
                    <a:pt x="3368" y="1645"/>
                  </a:lnTo>
                  <a:lnTo>
                    <a:pt x="3329" y="823"/>
                  </a:lnTo>
                  <a:lnTo>
                    <a:pt x="79" y="1"/>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8" name="Google Shape;218;p32"/>
            <p:cNvSpPr/>
            <p:nvPr/>
          </p:nvSpPr>
          <p:spPr>
            <a:xfrm>
              <a:off x="4912150" y="3093400"/>
              <a:ext cx="142925" cy="146850"/>
            </a:xfrm>
            <a:custGeom>
              <a:rect b="b" l="l" r="r" t="t"/>
              <a:pathLst>
                <a:path extrusionOk="0" h="5874" w="5717">
                  <a:moveTo>
                    <a:pt x="2702" y="0"/>
                  </a:moveTo>
                  <a:lnTo>
                    <a:pt x="2389" y="78"/>
                  </a:lnTo>
                  <a:lnTo>
                    <a:pt x="2115" y="157"/>
                  </a:lnTo>
                  <a:lnTo>
                    <a:pt x="1841" y="235"/>
                  </a:lnTo>
                  <a:lnTo>
                    <a:pt x="1606" y="352"/>
                  </a:lnTo>
                  <a:lnTo>
                    <a:pt x="1371" y="509"/>
                  </a:lnTo>
                  <a:lnTo>
                    <a:pt x="1136" y="705"/>
                  </a:lnTo>
                  <a:lnTo>
                    <a:pt x="940" y="861"/>
                  </a:lnTo>
                  <a:lnTo>
                    <a:pt x="744" y="1096"/>
                  </a:lnTo>
                  <a:lnTo>
                    <a:pt x="588" y="1292"/>
                  </a:lnTo>
                  <a:lnTo>
                    <a:pt x="431" y="1527"/>
                  </a:lnTo>
                  <a:lnTo>
                    <a:pt x="274" y="1801"/>
                  </a:lnTo>
                  <a:lnTo>
                    <a:pt x="196" y="2075"/>
                  </a:lnTo>
                  <a:lnTo>
                    <a:pt x="118" y="2349"/>
                  </a:lnTo>
                  <a:lnTo>
                    <a:pt x="40" y="2623"/>
                  </a:lnTo>
                  <a:lnTo>
                    <a:pt x="0" y="2897"/>
                  </a:lnTo>
                  <a:lnTo>
                    <a:pt x="0" y="3171"/>
                  </a:lnTo>
                  <a:lnTo>
                    <a:pt x="40" y="3485"/>
                  </a:lnTo>
                  <a:lnTo>
                    <a:pt x="79" y="3759"/>
                  </a:lnTo>
                  <a:lnTo>
                    <a:pt x="157" y="4072"/>
                  </a:lnTo>
                  <a:lnTo>
                    <a:pt x="274" y="4346"/>
                  </a:lnTo>
                  <a:lnTo>
                    <a:pt x="392" y="4581"/>
                  </a:lnTo>
                  <a:lnTo>
                    <a:pt x="549" y="4816"/>
                  </a:lnTo>
                  <a:lnTo>
                    <a:pt x="744" y="5012"/>
                  </a:lnTo>
                  <a:lnTo>
                    <a:pt x="940" y="5207"/>
                  </a:lnTo>
                  <a:lnTo>
                    <a:pt x="1136" y="5403"/>
                  </a:lnTo>
                  <a:lnTo>
                    <a:pt x="1371" y="5521"/>
                  </a:lnTo>
                  <a:lnTo>
                    <a:pt x="1645" y="5638"/>
                  </a:lnTo>
                  <a:lnTo>
                    <a:pt x="1880" y="5756"/>
                  </a:lnTo>
                  <a:lnTo>
                    <a:pt x="2154" y="5834"/>
                  </a:lnTo>
                  <a:lnTo>
                    <a:pt x="2428" y="5873"/>
                  </a:lnTo>
                  <a:lnTo>
                    <a:pt x="3015" y="5873"/>
                  </a:lnTo>
                  <a:lnTo>
                    <a:pt x="3289" y="5834"/>
                  </a:lnTo>
                  <a:lnTo>
                    <a:pt x="3603" y="5756"/>
                  </a:lnTo>
                  <a:lnTo>
                    <a:pt x="3877" y="5638"/>
                  </a:lnTo>
                  <a:lnTo>
                    <a:pt x="4151" y="5521"/>
                  </a:lnTo>
                  <a:lnTo>
                    <a:pt x="4386" y="5364"/>
                  </a:lnTo>
                  <a:lnTo>
                    <a:pt x="4621" y="5168"/>
                  </a:lnTo>
                  <a:lnTo>
                    <a:pt x="4816" y="4973"/>
                  </a:lnTo>
                  <a:lnTo>
                    <a:pt x="5012" y="4738"/>
                  </a:lnTo>
                  <a:lnTo>
                    <a:pt x="5208" y="4503"/>
                  </a:lnTo>
                  <a:lnTo>
                    <a:pt x="5325" y="4268"/>
                  </a:lnTo>
                  <a:lnTo>
                    <a:pt x="5482" y="3994"/>
                  </a:lnTo>
                  <a:lnTo>
                    <a:pt x="5560" y="3720"/>
                  </a:lnTo>
                  <a:lnTo>
                    <a:pt x="5638" y="3446"/>
                  </a:lnTo>
                  <a:lnTo>
                    <a:pt x="5678" y="3171"/>
                  </a:lnTo>
                  <a:lnTo>
                    <a:pt x="5717" y="2858"/>
                  </a:lnTo>
                  <a:lnTo>
                    <a:pt x="5717" y="2545"/>
                  </a:lnTo>
                  <a:lnTo>
                    <a:pt x="5678" y="2271"/>
                  </a:lnTo>
                  <a:lnTo>
                    <a:pt x="5599" y="1958"/>
                  </a:lnTo>
                  <a:lnTo>
                    <a:pt x="5521" y="1723"/>
                  </a:lnTo>
                  <a:lnTo>
                    <a:pt x="5404" y="1449"/>
                  </a:lnTo>
                  <a:lnTo>
                    <a:pt x="5247" y="1214"/>
                  </a:lnTo>
                  <a:lnTo>
                    <a:pt x="5090" y="979"/>
                  </a:lnTo>
                  <a:lnTo>
                    <a:pt x="4895" y="783"/>
                  </a:lnTo>
                  <a:lnTo>
                    <a:pt x="4699" y="626"/>
                  </a:lnTo>
                  <a:lnTo>
                    <a:pt x="4503" y="470"/>
                  </a:lnTo>
                  <a:lnTo>
                    <a:pt x="4268" y="313"/>
                  </a:lnTo>
                  <a:lnTo>
                    <a:pt x="4033" y="196"/>
                  </a:lnTo>
                  <a:lnTo>
                    <a:pt x="3759" y="117"/>
                  </a:lnTo>
                  <a:lnTo>
                    <a:pt x="3524" y="39"/>
                  </a:lnTo>
                  <a:lnTo>
                    <a:pt x="3250" y="0"/>
                  </a:lnTo>
                  <a:close/>
                </a:path>
              </a:pathLst>
            </a:custGeom>
            <a:solidFill>
              <a:srgbClr val="FFB600"/>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19" name="Google Shape;219;p32"/>
            <p:cNvSpPr/>
            <p:nvPr/>
          </p:nvSpPr>
          <p:spPr>
            <a:xfrm>
              <a:off x="5705975" y="2708700"/>
              <a:ext cx="81275" cy="489450"/>
            </a:xfrm>
            <a:custGeom>
              <a:rect b="b" l="l" r="r" t="t"/>
              <a:pathLst>
                <a:path extrusionOk="0" h="19578" w="3251">
                  <a:moveTo>
                    <a:pt x="2742" y="1"/>
                  </a:moveTo>
                  <a:lnTo>
                    <a:pt x="118" y="588"/>
                  </a:lnTo>
                  <a:lnTo>
                    <a:pt x="79" y="1214"/>
                  </a:lnTo>
                  <a:lnTo>
                    <a:pt x="1" y="2937"/>
                  </a:lnTo>
                  <a:lnTo>
                    <a:pt x="1" y="5521"/>
                  </a:lnTo>
                  <a:lnTo>
                    <a:pt x="1" y="7127"/>
                  </a:lnTo>
                  <a:lnTo>
                    <a:pt x="40" y="8810"/>
                  </a:lnTo>
                  <a:lnTo>
                    <a:pt x="158" y="11786"/>
                  </a:lnTo>
                  <a:lnTo>
                    <a:pt x="236" y="13352"/>
                  </a:lnTo>
                  <a:lnTo>
                    <a:pt x="392" y="14879"/>
                  </a:lnTo>
                  <a:lnTo>
                    <a:pt x="588" y="16915"/>
                  </a:lnTo>
                  <a:lnTo>
                    <a:pt x="784" y="18403"/>
                  </a:lnTo>
                  <a:lnTo>
                    <a:pt x="941" y="19577"/>
                  </a:lnTo>
                  <a:lnTo>
                    <a:pt x="3251" y="19029"/>
                  </a:lnTo>
                  <a:lnTo>
                    <a:pt x="3055" y="17698"/>
                  </a:lnTo>
                  <a:lnTo>
                    <a:pt x="2859" y="16054"/>
                  </a:lnTo>
                  <a:lnTo>
                    <a:pt x="2702" y="13861"/>
                  </a:lnTo>
                  <a:lnTo>
                    <a:pt x="2546" y="11120"/>
                  </a:lnTo>
                  <a:lnTo>
                    <a:pt x="2507" y="9554"/>
                  </a:lnTo>
                  <a:lnTo>
                    <a:pt x="2468" y="7871"/>
                  </a:lnTo>
                  <a:lnTo>
                    <a:pt x="2507" y="6069"/>
                  </a:lnTo>
                  <a:lnTo>
                    <a:pt x="2546" y="4151"/>
                  </a:lnTo>
                  <a:lnTo>
                    <a:pt x="2624" y="2115"/>
                  </a:lnTo>
                  <a:lnTo>
                    <a:pt x="2742" y="1"/>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0" name="Google Shape;220;p32"/>
            <p:cNvSpPr/>
            <p:nvPr/>
          </p:nvSpPr>
          <p:spPr>
            <a:xfrm>
              <a:off x="5729475" y="3184425"/>
              <a:ext cx="96925" cy="356325"/>
            </a:xfrm>
            <a:custGeom>
              <a:rect b="b" l="l" r="r" t="t"/>
              <a:pathLst>
                <a:path extrusionOk="0" h="14253" w="3877">
                  <a:moveTo>
                    <a:pt x="2311" y="0"/>
                  </a:moveTo>
                  <a:lnTo>
                    <a:pt x="1" y="548"/>
                  </a:lnTo>
                  <a:lnTo>
                    <a:pt x="118" y="1292"/>
                  </a:lnTo>
                  <a:lnTo>
                    <a:pt x="549" y="3524"/>
                  </a:lnTo>
                  <a:lnTo>
                    <a:pt x="1371" y="7439"/>
                  </a:lnTo>
                  <a:lnTo>
                    <a:pt x="1958" y="10024"/>
                  </a:lnTo>
                  <a:lnTo>
                    <a:pt x="2663" y="13078"/>
                  </a:lnTo>
                  <a:lnTo>
                    <a:pt x="2702" y="13195"/>
                  </a:lnTo>
                  <a:lnTo>
                    <a:pt x="2663" y="13313"/>
                  </a:lnTo>
                  <a:lnTo>
                    <a:pt x="2624" y="13508"/>
                  </a:lnTo>
                  <a:lnTo>
                    <a:pt x="2546" y="13704"/>
                  </a:lnTo>
                  <a:lnTo>
                    <a:pt x="2428" y="13900"/>
                  </a:lnTo>
                  <a:lnTo>
                    <a:pt x="2193" y="14096"/>
                  </a:lnTo>
                  <a:lnTo>
                    <a:pt x="1880" y="14252"/>
                  </a:lnTo>
                  <a:lnTo>
                    <a:pt x="1880" y="14252"/>
                  </a:lnTo>
                  <a:lnTo>
                    <a:pt x="2193" y="14135"/>
                  </a:lnTo>
                  <a:lnTo>
                    <a:pt x="2506" y="13939"/>
                  </a:lnTo>
                  <a:lnTo>
                    <a:pt x="2859" y="13704"/>
                  </a:lnTo>
                  <a:lnTo>
                    <a:pt x="3055" y="13508"/>
                  </a:lnTo>
                  <a:lnTo>
                    <a:pt x="3250" y="13313"/>
                  </a:lnTo>
                  <a:lnTo>
                    <a:pt x="3407" y="13078"/>
                  </a:lnTo>
                  <a:lnTo>
                    <a:pt x="3564" y="12804"/>
                  </a:lnTo>
                  <a:lnTo>
                    <a:pt x="3681" y="12490"/>
                  </a:lnTo>
                  <a:lnTo>
                    <a:pt x="3798" y="12138"/>
                  </a:lnTo>
                  <a:lnTo>
                    <a:pt x="3877" y="11746"/>
                  </a:lnTo>
                  <a:lnTo>
                    <a:pt x="3877" y="11355"/>
                  </a:lnTo>
                  <a:lnTo>
                    <a:pt x="3877" y="10846"/>
                  </a:lnTo>
                  <a:lnTo>
                    <a:pt x="3838" y="10298"/>
                  </a:lnTo>
                  <a:lnTo>
                    <a:pt x="3720" y="8966"/>
                  </a:lnTo>
                  <a:lnTo>
                    <a:pt x="3485" y="7479"/>
                  </a:lnTo>
                  <a:lnTo>
                    <a:pt x="3250" y="5912"/>
                  </a:lnTo>
                  <a:lnTo>
                    <a:pt x="2702" y="2702"/>
                  </a:lnTo>
                  <a:lnTo>
                    <a:pt x="2467" y="1253"/>
                  </a:lnTo>
                  <a:lnTo>
                    <a:pt x="2311" y="0"/>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1" name="Google Shape;221;p32"/>
            <p:cNvSpPr/>
            <p:nvPr/>
          </p:nvSpPr>
          <p:spPr>
            <a:xfrm>
              <a:off x="5729475" y="3118850"/>
              <a:ext cx="705775" cy="79300"/>
            </a:xfrm>
            <a:custGeom>
              <a:rect b="b" l="l" r="r" t="t"/>
              <a:pathLst>
                <a:path extrusionOk="0" h="3172" w="28231">
                  <a:moveTo>
                    <a:pt x="21104" y="0"/>
                  </a:moveTo>
                  <a:lnTo>
                    <a:pt x="19342" y="39"/>
                  </a:lnTo>
                  <a:lnTo>
                    <a:pt x="17541" y="117"/>
                  </a:lnTo>
                  <a:lnTo>
                    <a:pt x="15779" y="235"/>
                  </a:lnTo>
                  <a:lnTo>
                    <a:pt x="13978" y="392"/>
                  </a:lnTo>
                  <a:lnTo>
                    <a:pt x="12216" y="587"/>
                  </a:lnTo>
                  <a:lnTo>
                    <a:pt x="10455" y="861"/>
                  </a:lnTo>
                  <a:lnTo>
                    <a:pt x="8693" y="1135"/>
                  </a:lnTo>
                  <a:lnTo>
                    <a:pt x="6931" y="1488"/>
                  </a:lnTo>
                  <a:lnTo>
                    <a:pt x="5169" y="1840"/>
                  </a:lnTo>
                  <a:lnTo>
                    <a:pt x="3446" y="2232"/>
                  </a:lnTo>
                  <a:lnTo>
                    <a:pt x="1723" y="2702"/>
                  </a:lnTo>
                  <a:lnTo>
                    <a:pt x="1" y="3171"/>
                  </a:lnTo>
                  <a:lnTo>
                    <a:pt x="1723" y="2780"/>
                  </a:lnTo>
                  <a:lnTo>
                    <a:pt x="3485" y="2388"/>
                  </a:lnTo>
                  <a:lnTo>
                    <a:pt x="5208" y="2036"/>
                  </a:lnTo>
                  <a:lnTo>
                    <a:pt x="6970" y="1723"/>
                  </a:lnTo>
                  <a:lnTo>
                    <a:pt x="8732" y="1410"/>
                  </a:lnTo>
                  <a:lnTo>
                    <a:pt x="10494" y="1135"/>
                  </a:lnTo>
                  <a:lnTo>
                    <a:pt x="12256" y="901"/>
                  </a:lnTo>
                  <a:lnTo>
                    <a:pt x="13117" y="783"/>
                  </a:lnTo>
                  <a:lnTo>
                    <a:pt x="14018" y="705"/>
                  </a:lnTo>
                  <a:lnTo>
                    <a:pt x="15779" y="509"/>
                  </a:lnTo>
                  <a:lnTo>
                    <a:pt x="17541" y="392"/>
                  </a:lnTo>
                  <a:lnTo>
                    <a:pt x="19342" y="313"/>
                  </a:lnTo>
                  <a:lnTo>
                    <a:pt x="21104" y="235"/>
                  </a:lnTo>
                  <a:lnTo>
                    <a:pt x="24667" y="235"/>
                  </a:lnTo>
                  <a:lnTo>
                    <a:pt x="26468" y="274"/>
                  </a:lnTo>
                  <a:lnTo>
                    <a:pt x="28230" y="352"/>
                  </a:lnTo>
                  <a:lnTo>
                    <a:pt x="26468" y="196"/>
                  </a:lnTo>
                  <a:lnTo>
                    <a:pt x="24667" y="78"/>
                  </a:lnTo>
                  <a:lnTo>
                    <a:pt x="22905" y="39"/>
                  </a:lnTo>
                  <a:lnTo>
                    <a:pt x="21104"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2" name="Google Shape;222;p32"/>
            <p:cNvSpPr/>
            <p:nvPr/>
          </p:nvSpPr>
          <p:spPr>
            <a:xfrm>
              <a:off x="5703050" y="2693050"/>
              <a:ext cx="11775" cy="384700"/>
            </a:xfrm>
            <a:custGeom>
              <a:rect b="b" l="l" r="r" t="t"/>
              <a:pathLst>
                <a:path extrusionOk="0" h="15388" w="471">
                  <a:moveTo>
                    <a:pt x="314" y="0"/>
                  </a:moveTo>
                  <a:lnTo>
                    <a:pt x="157" y="1919"/>
                  </a:lnTo>
                  <a:lnTo>
                    <a:pt x="40" y="3837"/>
                  </a:lnTo>
                  <a:lnTo>
                    <a:pt x="0" y="5756"/>
                  </a:lnTo>
                  <a:lnTo>
                    <a:pt x="0" y="7674"/>
                  </a:lnTo>
                  <a:lnTo>
                    <a:pt x="40" y="9593"/>
                  </a:lnTo>
                  <a:lnTo>
                    <a:pt x="79" y="10572"/>
                  </a:lnTo>
                  <a:lnTo>
                    <a:pt x="118" y="11551"/>
                  </a:lnTo>
                  <a:lnTo>
                    <a:pt x="275" y="13469"/>
                  </a:lnTo>
                  <a:lnTo>
                    <a:pt x="470" y="15388"/>
                  </a:lnTo>
                  <a:lnTo>
                    <a:pt x="431" y="13469"/>
                  </a:lnTo>
                  <a:lnTo>
                    <a:pt x="392" y="12490"/>
                  </a:lnTo>
                  <a:lnTo>
                    <a:pt x="353" y="11511"/>
                  </a:lnTo>
                  <a:lnTo>
                    <a:pt x="314" y="7674"/>
                  </a:lnTo>
                  <a:lnTo>
                    <a:pt x="314" y="3837"/>
                  </a:lnTo>
                  <a:lnTo>
                    <a:pt x="314"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3" name="Google Shape;223;p32"/>
            <p:cNvSpPr/>
            <p:nvPr/>
          </p:nvSpPr>
          <p:spPr>
            <a:xfrm>
              <a:off x="4861250" y="3123725"/>
              <a:ext cx="467900" cy="602025"/>
            </a:xfrm>
            <a:custGeom>
              <a:rect b="b" l="l" r="r" t="t"/>
              <a:pathLst>
                <a:path extrusionOk="0" h="24081" w="18716">
                  <a:moveTo>
                    <a:pt x="18559" y="1"/>
                  </a:moveTo>
                  <a:lnTo>
                    <a:pt x="16132" y="2937"/>
                  </a:lnTo>
                  <a:lnTo>
                    <a:pt x="13743" y="5913"/>
                  </a:lnTo>
                  <a:lnTo>
                    <a:pt x="11355" y="8849"/>
                  </a:lnTo>
                  <a:lnTo>
                    <a:pt x="9006" y="11864"/>
                  </a:lnTo>
                  <a:lnTo>
                    <a:pt x="6696" y="14879"/>
                  </a:lnTo>
                  <a:lnTo>
                    <a:pt x="4425" y="17894"/>
                  </a:lnTo>
                  <a:lnTo>
                    <a:pt x="2154" y="20987"/>
                  </a:lnTo>
                  <a:lnTo>
                    <a:pt x="1058" y="22514"/>
                  </a:lnTo>
                  <a:lnTo>
                    <a:pt x="0" y="24080"/>
                  </a:lnTo>
                  <a:lnTo>
                    <a:pt x="1097" y="22553"/>
                  </a:lnTo>
                  <a:lnTo>
                    <a:pt x="2271" y="21026"/>
                  </a:lnTo>
                  <a:lnTo>
                    <a:pt x="4581" y="18011"/>
                  </a:lnTo>
                  <a:lnTo>
                    <a:pt x="6931" y="15036"/>
                  </a:lnTo>
                  <a:lnTo>
                    <a:pt x="9280" y="12060"/>
                  </a:lnTo>
                  <a:lnTo>
                    <a:pt x="11629" y="9084"/>
                  </a:lnTo>
                  <a:lnTo>
                    <a:pt x="13978" y="6109"/>
                  </a:lnTo>
                  <a:lnTo>
                    <a:pt x="18716" y="157"/>
                  </a:lnTo>
                  <a:lnTo>
                    <a:pt x="18559" y="1"/>
                  </a:lnTo>
                  <a:close/>
                </a:path>
              </a:pathLst>
            </a:custGeom>
            <a:solidFill>
              <a:srgbClr val="AE0136"/>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4" name="Google Shape;224;p32"/>
            <p:cNvSpPr/>
            <p:nvPr/>
          </p:nvSpPr>
          <p:spPr>
            <a:xfrm>
              <a:off x="4762375" y="2815400"/>
              <a:ext cx="940700" cy="314225"/>
            </a:xfrm>
            <a:custGeom>
              <a:rect b="b" l="l" r="r" t="t"/>
              <a:pathLst>
                <a:path extrusionOk="0" h="12569" w="37628">
                  <a:moveTo>
                    <a:pt x="1" y="0"/>
                  </a:moveTo>
                  <a:lnTo>
                    <a:pt x="2781" y="1606"/>
                  </a:lnTo>
                  <a:lnTo>
                    <a:pt x="5600" y="3172"/>
                  </a:lnTo>
                  <a:lnTo>
                    <a:pt x="11238" y="6304"/>
                  </a:lnTo>
                  <a:lnTo>
                    <a:pt x="16876" y="9436"/>
                  </a:lnTo>
                  <a:lnTo>
                    <a:pt x="22514" y="12530"/>
                  </a:lnTo>
                  <a:lnTo>
                    <a:pt x="22592" y="12569"/>
                  </a:lnTo>
                  <a:lnTo>
                    <a:pt x="22671" y="12530"/>
                  </a:lnTo>
                  <a:lnTo>
                    <a:pt x="23571" y="12138"/>
                  </a:lnTo>
                  <a:lnTo>
                    <a:pt x="24511" y="11786"/>
                  </a:lnTo>
                  <a:lnTo>
                    <a:pt x="25451" y="11433"/>
                  </a:lnTo>
                  <a:lnTo>
                    <a:pt x="26390" y="11120"/>
                  </a:lnTo>
                  <a:lnTo>
                    <a:pt x="27330" y="10846"/>
                  </a:lnTo>
                  <a:lnTo>
                    <a:pt x="28309" y="10572"/>
                  </a:lnTo>
                  <a:lnTo>
                    <a:pt x="29249" y="10337"/>
                  </a:lnTo>
                  <a:lnTo>
                    <a:pt x="30227" y="10141"/>
                  </a:lnTo>
                  <a:lnTo>
                    <a:pt x="31245" y="9945"/>
                  </a:lnTo>
                  <a:lnTo>
                    <a:pt x="32224" y="9828"/>
                  </a:lnTo>
                  <a:lnTo>
                    <a:pt x="33203" y="9750"/>
                  </a:lnTo>
                  <a:lnTo>
                    <a:pt x="34691" y="9750"/>
                  </a:lnTo>
                  <a:lnTo>
                    <a:pt x="35200" y="9789"/>
                  </a:lnTo>
                  <a:lnTo>
                    <a:pt x="35709" y="9828"/>
                  </a:lnTo>
                  <a:lnTo>
                    <a:pt x="36179" y="9906"/>
                  </a:lnTo>
                  <a:lnTo>
                    <a:pt x="36688" y="10024"/>
                  </a:lnTo>
                  <a:lnTo>
                    <a:pt x="37158" y="10141"/>
                  </a:lnTo>
                  <a:lnTo>
                    <a:pt x="37627" y="10298"/>
                  </a:lnTo>
                  <a:lnTo>
                    <a:pt x="37158" y="10102"/>
                  </a:lnTo>
                  <a:lnTo>
                    <a:pt x="36688" y="9985"/>
                  </a:lnTo>
                  <a:lnTo>
                    <a:pt x="36218" y="9867"/>
                  </a:lnTo>
                  <a:lnTo>
                    <a:pt x="35709" y="9750"/>
                  </a:lnTo>
                  <a:lnTo>
                    <a:pt x="35200" y="9671"/>
                  </a:lnTo>
                  <a:lnTo>
                    <a:pt x="34730" y="9632"/>
                  </a:lnTo>
                  <a:lnTo>
                    <a:pt x="33203" y="9632"/>
                  </a:lnTo>
                  <a:lnTo>
                    <a:pt x="32185" y="9671"/>
                  </a:lnTo>
                  <a:lnTo>
                    <a:pt x="31206" y="9789"/>
                  </a:lnTo>
                  <a:lnTo>
                    <a:pt x="30188" y="9945"/>
                  </a:lnTo>
                  <a:lnTo>
                    <a:pt x="29209" y="10141"/>
                  </a:lnTo>
                  <a:lnTo>
                    <a:pt x="28231" y="10337"/>
                  </a:lnTo>
                  <a:lnTo>
                    <a:pt x="27252" y="10611"/>
                  </a:lnTo>
                  <a:lnTo>
                    <a:pt x="26312" y="10885"/>
                  </a:lnTo>
                  <a:lnTo>
                    <a:pt x="25333" y="11198"/>
                  </a:lnTo>
                  <a:lnTo>
                    <a:pt x="24394" y="11512"/>
                  </a:lnTo>
                  <a:lnTo>
                    <a:pt x="23454" y="11903"/>
                  </a:lnTo>
                  <a:lnTo>
                    <a:pt x="22619" y="12266"/>
                  </a:lnTo>
                  <a:lnTo>
                    <a:pt x="22619" y="12266"/>
                  </a:lnTo>
                  <a:lnTo>
                    <a:pt x="17033" y="9162"/>
                  </a:lnTo>
                  <a:lnTo>
                    <a:pt x="11355" y="6069"/>
                  </a:lnTo>
                  <a:lnTo>
                    <a:pt x="5678" y="3015"/>
                  </a:lnTo>
                  <a:lnTo>
                    <a:pt x="2820" y="1488"/>
                  </a:lnTo>
                  <a:lnTo>
                    <a:pt x="1" y="0"/>
                  </a:lnTo>
                  <a:close/>
                </a:path>
              </a:pathLst>
            </a:custGeom>
            <a:solidFill>
              <a:srgbClr val="004E82"/>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5" name="Google Shape;225;p32"/>
            <p:cNvSpPr/>
            <p:nvPr/>
          </p:nvSpPr>
          <p:spPr>
            <a:xfrm>
              <a:off x="5549375" y="3213775"/>
              <a:ext cx="249625" cy="458125"/>
            </a:xfrm>
            <a:custGeom>
              <a:rect b="b" l="l" r="r" t="t"/>
              <a:pathLst>
                <a:path extrusionOk="0" h="18325" w="9985">
                  <a:moveTo>
                    <a:pt x="7165" y="1"/>
                  </a:moveTo>
                  <a:lnTo>
                    <a:pt x="7792" y="3055"/>
                  </a:lnTo>
                  <a:lnTo>
                    <a:pt x="8457" y="6070"/>
                  </a:lnTo>
                  <a:lnTo>
                    <a:pt x="9123" y="9124"/>
                  </a:lnTo>
                  <a:lnTo>
                    <a:pt x="9436" y="10651"/>
                  </a:lnTo>
                  <a:lnTo>
                    <a:pt x="9593" y="11395"/>
                  </a:lnTo>
                  <a:lnTo>
                    <a:pt x="9671" y="11786"/>
                  </a:lnTo>
                  <a:lnTo>
                    <a:pt x="9671" y="12139"/>
                  </a:lnTo>
                  <a:lnTo>
                    <a:pt x="9632" y="12295"/>
                  </a:lnTo>
                  <a:lnTo>
                    <a:pt x="9593" y="12452"/>
                  </a:lnTo>
                  <a:lnTo>
                    <a:pt x="9515" y="12569"/>
                  </a:lnTo>
                  <a:lnTo>
                    <a:pt x="9397" y="12687"/>
                  </a:lnTo>
                  <a:lnTo>
                    <a:pt x="9084" y="12882"/>
                  </a:lnTo>
                  <a:lnTo>
                    <a:pt x="8771" y="13039"/>
                  </a:lnTo>
                  <a:lnTo>
                    <a:pt x="8027" y="13313"/>
                  </a:lnTo>
                  <a:lnTo>
                    <a:pt x="7283" y="13509"/>
                  </a:lnTo>
                  <a:lnTo>
                    <a:pt x="5795" y="13900"/>
                  </a:lnTo>
                  <a:lnTo>
                    <a:pt x="5051" y="14096"/>
                  </a:lnTo>
                  <a:lnTo>
                    <a:pt x="4307" y="14370"/>
                  </a:lnTo>
                  <a:lnTo>
                    <a:pt x="3563" y="14644"/>
                  </a:lnTo>
                  <a:lnTo>
                    <a:pt x="2859" y="14958"/>
                  </a:lnTo>
                  <a:lnTo>
                    <a:pt x="2154" y="15310"/>
                  </a:lnTo>
                  <a:lnTo>
                    <a:pt x="1488" y="15741"/>
                  </a:lnTo>
                  <a:lnTo>
                    <a:pt x="1175" y="15976"/>
                  </a:lnTo>
                  <a:lnTo>
                    <a:pt x="862" y="16210"/>
                  </a:lnTo>
                  <a:lnTo>
                    <a:pt x="588" y="16524"/>
                  </a:lnTo>
                  <a:lnTo>
                    <a:pt x="353" y="16837"/>
                  </a:lnTo>
                  <a:lnTo>
                    <a:pt x="157" y="17150"/>
                  </a:lnTo>
                  <a:lnTo>
                    <a:pt x="39" y="17542"/>
                  </a:lnTo>
                  <a:lnTo>
                    <a:pt x="0" y="17737"/>
                  </a:lnTo>
                  <a:lnTo>
                    <a:pt x="0" y="17933"/>
                  </a:lnTo>
                  <a:lnTo>
                    <a:pt x="79" y="18325"/>
                  </a:lnTo>
                  <a:lnTo>
                    <a:pt x="39" y="17933"/>
                  </a:lnTo>
                  <a:lnTo>
                    <a:pt x="39" y="17737"/>
                  </a:lnTo>
                  <a:lnTo>
                    <a:pt x="79" y="17542"/>
                  </a:lnTo>
                  <a:lnTo>
                    <a:pt x="235" y="17189"/>
                  </a:lnTo>
                  <a:lnTo>
                    <a:pt x="431" y="16876"/>
                  </a:lnTo>
                  <a:lnTo>
                    <a:pt x="666" y="16563"/>
                  </a:lnTo>
                  <a:lnTo>
                    <a:pt x="979" y="16328"/>
                  </a:lnTo>
                  <a:lnTo>
                    <a:pt x="1253" y="16093"/>
                  </a:lnTo>
                  <a:lnTo>
                    <a:pt x="1566" y="15858"/>
                  </a:lnTo>
                  <a:lnTo>
                    <a:pt x="2232" y="15467"/>
                  </a:lnTo>
                  <a:lnTo>
                    <a:pt x="2937" y="15153"/>
                  </a:lnTo>
                  <a:lnTo>
                    <a:pt x="3642" y="14840"/>
                  </a:lnTo>
                  <a:lnTo>
                    <a:pt x="4386" y="14605"/>
                  </a:lnTo>
                  <a:lnTo>
                    <a:pt x="5873" y="14135"/>
                  </a:lnTo>
                  <a:lnTo>
                    <a:pt x="7361" y="13783"/>
                  </a:lnTo>
                  <a:lnTo>
                    <a:pt x="8144" y="13587"/>
                  </a:lnTo>
                  <a:lnTo>
                    <a:pt x="8888" y="13313"/>
                  </a:lnTo>
                  <a:lnTo>
                    <a:pt x="9241" y="13157"/>
                  </a:lnTo>
                  <a:lnTo>
                    <a:pt x="9436" y="13039"/>
                  </a:lnTo>
                  <a:lnTo>
                    <a:pt x="9593" y="12922"/>
                  </a:lnTo>
                  <a:lnTo>
                    <a:pt x="9750" y="12765"/>
                  </a:lnTo>
                  <a:lnTo>
                    <a:pt x="9867" y="12569"/>
                  </a:lnTo>
                  <a:lnTo>
                    <a:pt x="9906" y="12491"/>
                  </a:lnTo>
                  <a:lnTo>
                    <a:pt x="9945" y="12373"/>
                  </a:lnTo>
                  <a:lnTo>
                    <a:pt x="9984" y="12139"/>
                  </a:lnTo>
                  <a:lnTo>
                    <a:pt x="9945" y="11747"/>
                  </a:lnTo>
                  <a:lnTo>
                    <a:pt x="9906" y="11355"/>
                  </a:lnTo>
                  <a:lnTo>
                    <a:pt x="9750" y="10572"/>
                  </a:lnTo>
                  <a:lnTo>
                    <a:pt x="9397" y="9045"/>
                  </a:lnTo>
                  <a:lnTo>
                    <a:pt x="8692" y="6031"/>
                  </a:lnTo>
                  <a:lnTo>
                    <a:pt x="7949" y="3016"/>
                  </a:lnTo>
                  <a:lnTo>
                    <a:pt x="7165" y="1"/>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sp>
          <p:nvSpPr>
            <p:cNvPr id="226" name="Google Shape;226;p32"/>
            <p:cNvSpPr/>
            <p:nvPr/>
          </p:nvSpPr>
          <p:spPr>
            <a:xfrm>
              <a:off x="5553275" y="3454575"/>
              <a:ext cx="242800" cy="56800"/>
            </a:xfrm>
            <a:custGeom>
              <a:rect b="b" l="l" r="r" t="t"/>
              <a:pathLst>
                <a:path extrusionOk="0" h="2272" w="9712">
                  <a:moveTo>
                    <a:pt x="3172" y="1"/>
                  </a:moveTo>
                  <a:lnTo>
                    <a:pt x="2507" y="40"/>
                  </a:lnTo>
                  <a:lnTo>
                    <a:pt x="1880" y="118"/>
                  </a:lnTo>
                  <a:lnTo>
                    <a:pt x="1254" y="236"/>
                  </a:lnTo>
                  <a:lnTo>
                    <a:pt x="627" y="353"/>
                  </a:lnTo>
                  <a:lnTo>
                    <a:pt x="1" y="549"/>
                  </a:lnTo>
                  <a:lnTo>
                    <a:pt x="627" y="431"/>
                  </a:lnTo>
                  <a:lnTo>
                    <a:pt x="1254" y="392"/>
                  </a:lnTo>
                  <a:lnTo>
                    <a:pt x="2546" y="314"/>
                  </a:lnTo>
                  <a:lnTo>
                    <a:pt x="3172" y="275"/>
                  </a:lnTo>
                  <a:lnTo>
                    <a:pt x="3799" y="314"/>
                  </a:lnTo>
                  <a:lnTo>
                    <a:pt x="4425" y="353"/>
                  </a:lnTo>
                  <a:lnTo>
                    <a:pt x="5052" y="431"/>
                  </a:lnTo>
                  <a:lnTo>
                    <a:pt x="5678" y="510"/>
                  </a:lnTo>
                  <a:lnTo>
                    <a:pt x="6305" y="666"/>
                  </a:lnTo>
                  <a:lnTo>
                    <a:pt x="6892" y="823"/>
                  </a:lnTo>
                  <a:lnTo>
                    <a:pt x="7518" y="1019"/>
                  </a:lnTo>
                  <a:lnTo>
                    <a:pt x="8067" y="1293"/>
                  </a:lnTo>
                  <a:lnTo>
                    <a:pt x="8654" y="1567"/>
                  </a:lnTo>
                  <a:lnTo>
                    <a:pt x="9202" y="1880"/>
                  </a:lnTo>
                  <a:lnTo>
                    <a:pt x="9711" y="2272"/>
                  </a:lnTo>
                  <a:lnTo>
                    <a:pt x="9476" y="2037"/>
                  </a:lnTo>
                  <a:lnTo>
                    <a:pt x="9241" y="1841"/>
                  </a:lnTo>
                  <a:lnTo>
                    <a:pt x="9006" y="1606"/>
                  </a:lnTo>
                  <a:lnTo>
                    <a:pt x="8732" y="1449"/>
                  </a:lnTo>
                  <a:lnTo>
                    <a:pt x="8184" y="1097"/>
                  </a:lnTo>
                  <a:lnTo>
                    <a:pt x="7597" y="823"/>
                  </a:lnTo>
                  <a:lnTo>
                    <a:pt x="7009" y="549"/>
                  </a:lnTo>
                  <a:lnTo>
                    <a:pt x="6383" y="353"/>
                  </a:lnTo>
                  <a:lnTo>
                    <a:pt x="5757" y="236"/>
                  </a:lnTo>
                  <a:lnTo>
                    <a:pt x="5091" y="118"/>
                  </a:lnTo>
                  <a:lnTo>
                    <a:pt x="4464" y="40"/>
                  </a:lnTo>
                  <a:lnTo>
                    <a:pt x="3799" y="1"/>
                  </a:lnTo>
                  <a:close/>
                </a:path>
              </a:pathLst>
            </a:custGeom>
            <a:solidFill>
              <a:srgbClr val="96263D"/>
            </a:solidFill>
            <a:ln>
              <a:noFill/>
            </a:ln>
          </p:spPr>
          <p:txBody>
            <a:bodyPr anchorCtr="0" anchor="ctr" bIns="45875" lIns="45875" spcFirstLastPara="1" rIns="45875" wrap="square" tIns="4587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3338775" y="-182275"/>
            <a:ext cx="5609700" cy="1395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700"/>
              <a:t>Something recent</a:t>
            </a:r>
            <a:endParaRPr sz="4700"/>
          </a:p>
        </p:txBody>
      </p:sp>
      <p:sp>
        <p:nvSpPr>
          <p:cNvPr id="232" name="Google Shape;232;p33"/>
          <p:cNvSpPr txBox="1"/>
          <p:nvPr>
            <p:ph idx="1" type="body"/>
          </p:nvPr>
        </p:nvSpPr>
        <p:spPr>
          <a:xfrm>
            <a:off x="4572000" y="1684425"/>
            <a:ext cx="3429000" cy="194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900" u="sng">
                <a:hlinkClick r:id="rId3"/>
              </a:rPr>
              <a:t>On june 8th, there was an earthquake that killed 32 people.</a:t>
            </a:r>
            <a:r>
              <a:rPr lang="en" sz="1900"/>
              <a:t> A powerful 7.8 magnitude earthquake struck the southern coast of Mindanao, Philippines. Dozens of people have been </a:t>
            </a:r>
            <a:r>
              <a:rPr lang="en" sz="1900"/>
              <a:t>injured</a:t>
            </a:r>
            <a:r>
              <a:rPr lang="en" sz="1900"/>
              <a:t> and  triggered tsunami warnings across several ‌countries.</a:t>
            </a:r>
            <a:endParaRPr sz="1900"/>
          </a:p>
        </p:txBody>
      </p:sp>
      <p:pic>
        <p:nvPicPr>
          <p:cNvPr id="233" name="Google Shape;233;p33" title="Untitled image.jpg"/>
          <p:cNvPicPr preferRelativeResize="0"/>
          <p:nvPr>
            <p:ph idx="2" type="pic"/>
          </p:nvPr>
        </p:nvPicPr>
        <p:blipFill rotWithShape="1">
          <a:blip r:embed="rId4">
            <a:alphaModFix/>
          </a:blip>
          <a:srcRect b="0" l="31237" r="31237" t="0"/>
          <a:stretch/>
        </p:blipFill>
        <p:spPr>
          <a:xfrm>
            <a:off x="0" y="125"/>
            <a:ext cx="3429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Living from waste on Smokey Mountain,Manila,Philippines (Provided by Getty Images)" id="238" name="Google Shape;238;p34"/>
          <p:cNvPicPr preferRelativeResize="0"/>
          <p:nvPr>
            <p:ph idx="2" type="pic"/>
          </p:nvPr>
        </p:nvPicPr>
        <p:blipFill rotWithShape="1">
          <a:blip r:embed="rId3">
            <a:alphaModFix/>
          </a:blip>
          <a:srcRect b="524" l="0" r="0" t="524"/>
          <a:stretch/>
        </p:blipFill>
        <p:spPr>
          <a:xfrm>
            <a:off x="0" y="125"/>
            <a:ext cx="3429003" cy="5143496"/>
          </a:xfrm>
          <a:prstGeom prst="rect">
            <a:avLst/>
          </a:prstGeom>
        </p:spPr>
      </p:pic>
      <p:sp>
        <p:nvSpPr>
          <p:cNvPr id="239" name="Google Shape;239;p34"/>
          <p:cNvSpPr txBox="1"/>
          <p:nvPr>
            <p:ph idx="1" type="body"/>
          </p:nvPr>
        </p:nvSpPr>
        <p:spPr>
          <a:xfrm>
            <a:off x="3601800" y="1342375"/>
            <a:ext cx="5479800" cy="380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u="sng">
                <a:solidFill>
                  <a:schemeClr val="hlink"/>
                </a:solidFill>
                <a:hlinkClick r:id="rId4"/>
              </a:rPr>
              <a:t>This issue matters  globally because of how it’s </a:t>
            </a:r>
            <a:r>
              <a:rPr lang="en" sz="1300" u="sng">
                <a:solidFill>
                  <a:schemeClr val="hlink"/>
                </a:solidFill>
                <a:hlinkClick r:id="rId5"/>
              </a:rPr>
              <a:t>affecting</a:t>
            </a:r>
            <a:r>
              <a:rPr lang="en" sz="1300" u="sng">
                <a:solidFill>
                  <a:schemeClr val="hlink"/>
                </a:solidFill>
                <a:hlinkClick r:id="rId6"/>
              </a:rPr>
              <a:t> the </a:t>
            </a:r>
            <a:r>
              <a:rPr lang="en" sz="1300" u="sng">
                <a:solidFill>
                  <a:schemeClr val="hlink"/>
                </a:solidFill>
                <a:hlinkClick r:id="rId7"/>
              </a:rPr>
              <a:t>environment</a:t>
            </a:r>
            <a:r>
              <a:rPr lang="en" sz="1300" u="sng">
                <a:solidFill>
                  <a:schemeClr val="hlink"/>
                </a:solidFill>
                <a:hlinkClick r:id="rId8"/>
              </a:rPr>
              <a:t>, and the collective that lives there.</a:t>
            </a:r>
            <a:r>
              <a:rPr lang="en" sz="1300"/>
              <a:t> The Philippines natural resources are </a:t>
            </a:r>
            <a:r>
              <a:rPr lang="en" sz="1300"/>
              <a:t>endangered</a:t>
            </a:r>
            <a:r>
              <a:rPr lang="en" sz="1300"/>
              <a:t> and many lives are at risk. </a:t>
            </a:r>
            <a:r>
              <a:rPr lang="en" sz="1300"/>
              <a:t>Canadians and other people around the world should care and take climate action to help the Philippines reach a better, more sustainable future. </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The top causes of climate change is greenhouse emissions from energy, deforation and land use changes, agricultural practices, an increase in extreme weather events, sea-level rise, and biodiversity loss. The Philippines is the 24th highest methane-emitting country, which makes it a huge contributor to global climate change. </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Sea levels in the Philippines are rising more than the average global sea level rise. Philippines rises at a rate of 5.7-7 per year, while the average is 3.6mm. This causes coral reefs,  coastal ecosystems and coastal communities to be at risk. The Philippines is a huge biodiversity hotspot, by it providing between 70%- 80% of the plant and animal species. So they are also endangered.</a:t>
            </a:r>
            <a:endParaRPr sz="1300"/>
          </a:p>
        </p:txBody>
      </p:sp>
      <p:sp>
        <p:nvSpPr>
          <p:cNvPr id="240" name="Google Shape;240;p34"/>
          <p:cNvSpPr txBox="1"/>
          <p:nvPr/>
        </p:nvSpPr>
        <p:spPr>
          <a:xfrm>
            <a:off x="3342425" y="80263"/>
            <a:ext cx="5652600" cy="12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chemeClr val="dk1"/>
                </a:solidFill>
                <a:latin typeface="Cabin Medium"/>
                <a:ea typeface="Cabin Medium"/>
                <a:cs typeface="Cabin Medium"/>
                <a:sym typeface="Cabin Medium"/>
              </a:rPr>
              <a:t>H</a:t>
            </a:r>
            <a:r>
              <a:rPr lang="en" sz="3500">
                <a:solidFill>
                  <a:schemeClr val="dk1"/>
                </a:solidFill>
                <a:latin typeface="Cabin Medium"/>
                <a:ea typeface="Cabin Medium"/>
                <a:cs typeface="Cabin Medium"/>
                <a:sym typeface="Cabin Medium"/>
              </a:rPr>
              <a:t>ow is it affecting the world?</a:t>
            </a:r>
            <a:endParaRPr sz="3500">
              <a:solidFill>
                <a:schemeClr val="dk1"/>
              </a:solidFill>
              <a:latin typeface="Cabin Medium"/>
              <a:ea typeface="Cabin Medium"/>
              <a:cs typeface="Cabin Medium"/>
              <a:sym typeface="Cabin Medium"/>
            </a:endParaRPr>
          </a:p>
        </p:txBody>
      </p:sp>
      <p:pic>
        <p:nvPicPr>
          <p:cNvPr descr="a blue and green heart with a map of the earth on it (Provided by Tenor)" id="241" name="Google Shape;241;p34"/>
          <p:cNvPicPr preferRelativeResize="0"/>
          <p:nvPr/>
        </p:nvPicPr>
        <p:blipFill>
          <a:blip r:embed="rId9">
            <a:alphaModFix/>
          </a:blip>
          <a:stretch>
            <a:fillRect/>
          </a:stretch>
        </p:blipFill>
        <p:spPr>
          <a:xfrm>
            <a:off x="3429000" y="0"/>
            <a:ext cx="606725" cy="606725"/>
          </a:xfrm>
          <a:prstGeom prst="rect">
            <a:avLst/>
          </a:prstGeom>
          <a:noFill/>
          <a:ln>
            <a:noFill/>
          </a:ln>
        </p:spPr>
      </p:pic>
      <p:pic>
        <p:nvPicPr>
          <p:cNvPr descr="a cartoon drawing of a globe with the words global wealth is global health written around it (Provided by Tenor)" id="242" name="Google Shape;242;p34"/>
          <p:cNvPicPr preferRelativeResize="0"/>
          <p:nvPr/>
        </p:nvPicPr>
        <p:blipFill>
          <a:blip r:embed="rId10">
            <a:alphaModFix/>
          </a:blip>
          <a:stretch>
            <a:fillRect/>
          </a:stretch>
        </p:blipFill>
        <p:spPr>
          <a:xfrm>
            <a:off x="8248050" y="-48525"/>
            <a:ext cx="895950" cy="956950"/>
          </a:xfrm>
          <a:prstGeom prst="rect">
            <a:avLst/>
          </a:prstGeom>
          <a:noFill/>
          <a:ln>
            <a:noFill/>
          </a:ln>
        </p:spPr>
      </p:pic>
      <p:pic>
        <p:nvPicPr>
          <p:cNvPr descr="a blue and green globe with a map of africa on it (Provided by Tenor)" id="243" name="Google Shape;243;p34"/>
          <p:cNvPicPr preferRelativeResize="0"/>
          <p:nvPr/>
        </p:nvPicPr>
        <p:blipFill>
          <a:blip r:embed="rId11">
            <a:alphaModFix/>
          </a:blip>
          <a:stretch>
            <a:fillRect/>
          </a:stretch>
        </p:blipFill>
        <p:spPr>
          <a:xfrm>
            <a:off x="6845875" y="731175"/>
            <a:ext cx="431650" cy="431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idx="1" type="body"/>
          </p:nvPr>
        </p:nvSpPr>
        <p:spPr>
          <a:xfrm>
            <a:off x="3646575" y="950275"/>
            <a:ext cx="5270400" cy="374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Peoples health are getting affected. Many have experiences heat-</a:t>
            </a:r>
            <a:r>
              <a:rPr lang="en" sz="1400"/>
              <a:t>related</a:t>
            </a:r>
            <a:r>
              <a:rPr lang="en" sz="1400"/>
              <a:t> illnesses and deaths. The economic growth and </a:t>
            </a:r>
            <a:r>
              <a:rPr lang="en" sz="1400"/>
              <a:t>food</a:t>
            </a:r>
            <a:r>
              <a:rPr lang="en" sz="1400"/>
              <a:t> </a:t>
            </a:r>
            <a:r>
              <a:rPr lang="en" sz="1400"/>
              <a:t>security is also at vulnerable.</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rPr lang="en" sz="1400"/>
              <a:t> Agriculture</a:t>
            </a:r>
            <a:r>
              <a:rPr lang="en" sz="1400"/>
              <a:t> employs 23% of the workforce. Ever since the 2024 Typhoon Enteng, it had suffered 39 Million in damage. Fisheries have also been impacted by the oceans warming. The catch </a:t>
            </a:r>
            <a:r>
              <a:rPr lang="en" sz="1400"/>
              <a:t>potential</a:t>
            </a:r>
            <a:r>
              <a:rPr lang="en" sz="1400"/>
              <a:t> has now gone down by 24%. Tourism has also gone down from all of the </a:t>
            </a:r>
            <a:r>
              <a:rPr lang="en" sz="1400"/>
              <a:t>natural</a:t>
            </a:r>
            <a:r>
              <a:rPr lang="en" sz="1400"/>
              <a:t> disasters, which has caused the </a:t>
            </a:r>
            <a:r>
              <a:rPr lang="en" sz="1400"/>
              <a:t>country's</a:t>
            </a:r>
            <a:r>
              <a:rPr lang="en" sz="1400"/>
              <a:t> gdp (Gross Domestic Product) to go down.</a:t>
            </a:r>
            <a:r>
              <a:rPr lang="en" sz="1400" u="sng">
                <a:solidFill>
                  <a:schemeClr val="hlink"/>
                </a:solidFill>
                <a:hlinkClick r:id="rId3"/>
              </a:rPr>
              <a:t> </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rPr lang="en" sz="1400" u="sng">
                <a:solidFill>
                  <a:schemeClr val="hlink"/>
                </a:solidFill>
                <a:hlinkClick r:id="rId4"/>
              </a:rPr>
              <a:t>People in the </a:t>
            </a:r>
            <a:r>
              <a:rPr lang="en" sz="1400" u="sng">
                <a:solidFill>
                  <a:schemeClr val="hlink"/>
                </a:solidFill>
                <a:hlinkClick r:id="rId5"/>
              </a:rPr>
              <a:t>country</a:t>
            </a:r>
            <a:r>
              <a:rPr lang="en" sz="1400" u="sng">
                <a:solidFill>
                  <a:schemeClr val="hlink"/>
                </a:solidFill>
                <a:hlinkClick r:id="rId6"/>
              </a:rPr>
              <a:t> are also getting blamed for these floods</a:t>
            </a:r>
            <a:r>
              <a:rPr lang="en" sz="1400"/>
              <a:t>. People say </a:t>
            </a:r>
            <a:r>
              <a:rPr lang="en" sz="1400"/>
              <a:t>because</a:t>
            </a:r>
            <a:r>
              <a:rPr lang="en" sz="1400"/>
              <a:t> of factors like clogging waterways, those who live along riverbanks, and much more, the floods are caused by the </a:t>
            </a:r>
            <a:r>
              <a:rPr lang="en" sz="1400"/>
              <a:t>citizens</a:t>
            </a:r>
            <a:r>
              <a:rPr lang="en" sz="1400"/>
              <a:t> lack of </a:t>
            </a:r>
            <a:r>
              <a:rPr lang="en" sz="1400"/>
              <a:t>discipline</a:t>
            </a:r>
            <a:r>
              <a:rPr lang="en" sz="1400"/>
              <a:t>. In reality, it’s how </a:t>
            </a:r>
            <a:r>
              <a:rPr lang="en" sz="1400"/>
              <a:t>politicians and contractors stole money from fake flood control projects. This resulted in prompting a public protest. If some people survive these disasters, they could also deal with much stress, and be in bad condition</a:t>
            </a:r>
            <a:r>
              <a:rPr lang="en" sz="1500"/>
              <a:t>.</a:t>
            </a:r>
            <a:endParaRPr sz="1500"/>
          </a:p>
        </p:txBody>
      </p:sp>
      <p:pic>
        <p:nvPicPr>
          <p:cNvPr descr="Blurred image of crowd (Provided by Getty Images)" id="249" name="Google Shape;249;p35"/>
          <p:cNvPicPr preferRelativeResize="0"/>
          <p:nvPr>
            <p:ph idx="2" type="pic"/>
          </p:nvPr>
        </p:nvPicPr>
        <p:blipFill rotWithShape="1">
          <a:blip r:embed="rId7">
            <a:alphaModFix/>
          </a:blip>
          <a:srcRect b="0" l="28776" r="28776" t="0"/>
          <a:stretch/>
        </p:blipFill>
        <p:spPr>
          <a:xfrm>
            <a:off x="0" y="125"/>
            <a:ext cx="3429002" cy="5143501"/>
          </a:xfrm>
          <a:prstGeom prst="rect">
            <a:avLst/>
          </a:prstGeom>
        </p:spPr>
      </p:pic>
      <p:sp>
        <p:nvSpPr>
          <p:cNvPr id="250" name="Google Shape;250;p35"/>
          <p:cNvSpPr txBox="1"/>
          <p:nvPr>
            <p:ph type="title"/>
          </p:nvPr>
        </p:nvSpPr>
        <p:spPr>
          <a:xfrm>
            <a:off x="3424275" y="212850"/>
            <a:ext cx="5715000" cy="6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How is it affecting  people?</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idx="2" type="title"/>
          </p:nvPr>
        </p:nvSpPr>
        <p:spPr>
          <a:xfrm>
            <a:off x="1062275" y="80350"/>
            <a:ext cx="3429000" cy="79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Action</a:t>
            </a:r>
            <a:endParaRPr/>
          </a:p>
        </p:txBody>
      </p:sp>
      <p:sp>
        <p:nvSpPr>
          <p:cNvPr id="256" name="Google Shape;256;p36"/>
          <p:cNvSpPr txBox="1"/>
          <p:nvPr>
            <p:ph idx="1" type="subTitle"/>
          </p:nvPr>
        </p:nvSpPr>
        <p:spPr>
          <a:xfrm>
            <a:off x="279075" y="938750"/>
            <a:ext cx="5362500" cy="393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solidFill>
                  <a:schemeClr val="lt1"/>
                </a:solidFill>
              </a:rPr>
              <a:t>The Philippines has planned out and tried to reduce the effects of natural disasters by giving better and improved warning systems for storms and floods. Some evacuation centers have been built,  training rescue teams for people, and having drills to prepare for disaster. </a:t>
            </a:r>
            <a:endParaRPr sz="1400">
              <a:solidFill>
                <a:schemeClr val="lt1"/>
              </a:solidFill>
            </a:endParaRPr>
          </a:p>
          <a:p>
            <a:pPr indent="0" lvl="0" marL="0" rtl="0" algn="ctr">
              <a:spcBef>
                <a:spcPts val="0"/>
              </a:spcBef>
              <a:spcAft>
                <a:spcPts val="0"/>
              </a:spcAft>
              <a:buNone/>
            </a:pPr>
            <a:r>
              <a:t/>
            </a:r>
            <a:endParaRPr sz="1400">
              <a:solidFill>
                <a:schemeClr val="lt1"/>
              </a:solidFill>
            </a:endParaRPr>
          </a:p>
          <a:p>
            <a:pPr indent="0" lvl="0" marL="0" rtl="0" algn="ctr">
              <a:spcBef>
                <a:spcPts val="0"/>
              </a:spcBef>
              <a:spcAft>
                <a:spcPts val="0"/>
              </a:spcAft>
              <a:buNone/>
            </a:pPr>
            <a:r>
              <a:rPr lang="en" sz="1400">
                <a:solidFill>
                  <a:schemeClr val="lt1"/>
                </a:solidFill>
              </a:rPr>
              <a:t>The government has also created laws and plans for managing disasters, upgraded flood control projects, built stronger infrastructure, relocated people from dangerous areas, restored forests and mangroves, create a emergency bill to buy food and protect </a:t>
            </a:r>
            <a:r>
              <a:rPr lang="en" sz="1400">
                <a:solidFill>
                  <a:schemeClr val="lt1"/>
                </a:solidFill>
              </a:rPr>
              <a:t>their</a:t>
            </a:r>
            <a:r>
              <a:rPr lang="en" sz="1400">
                <a:solidFill>
                  <a:schemeClr val="lt1"/>
                </a:solidFill>
              </a:rPr>
              <a:t> home before disasters,  give help/aid and support to communities affected by disasters. </a:t>
            </a:r>
            <a:endParaRPr sz="1400">
              <a:solidFill>
                <a:schemeClr val="lt1"/>
              </a:solidFill>
            </a:endParaRPr>
          </a:p>
          <a:p>
            <a:pPr indent="0" lvl="0" marL="0" rtl="0" algn="ctr">
              <a:spcBef>
                <a:spcPts val="0"/>
              </a:spcBef>
              <a:spcAft>
                <a:spcPts val="0"/>
              </a:spcAft>
              <a:buNone/>
            </a:pPr>
            <a:r>
              <a:t/>
            </a:r>
            <a:endParaRPr sz="1400">
              <a:solidFill>
                <a:schemeClr val="lt1"/>
              </a:solidFill>
            </a:endParaRPr>
          </a:p>
          <a:p>
            <a:pPr indent="0" lvl="0" marL="0" rtl="0" algn="ctr">
              <a:spcBef>
                <a:spcPts val="0"/>
              </a:spcBef>
              <a:spcAft>
                <a:spcPts val="0"/>
              </a:spcAft>
              <a:buNone/>
            </a:pPr>
            <a:r>
              <a:rPr lang="en" sz="1400">
                <a:solidFill>
                  <a:schemeClr val="lt1"/>
                </a:solidFill>
              </a:rPr>
              <a:t>This helps protect people and redu</a:t>
            </a:r>
            <a:r>
              <a:rPr lang="en" sz="1400">
                <a:solidFill>
                  <a:schemeClr val="lt1"/>
                </a:solidFill>
              </a:rPr>
              <a:t>ce damage when disasters happen. Studies show that these actions showed improvement in household food security. The evacuations have been successful, The amount of deaths has been lowered,  and the drills have been effective. </a:t>
            </a:r>
            <a:endParaRPr sz="1400">
              <a:solidFill>
                <a:schemeClr val="lt1"/>
              </a:solidFill>
            </a:endParaRPr>
          </a:p>
        </p:txBody>
      </p:sp>
      <p:pic>
        <p:nvPicPr>
          <p:cNvPr descr="Devon Floods (Provided by Getty Images)" id="257" name="Google Shape;257;p36"/>
          <p:cNvPicPr preferRelativeResize="0"/>
          <p:nvPr>
            <p:ph idx="3" type="pic"/>
          </p:nvPr>
        </p:nvPicPr>
        <p:blipFill rotWithShape="1">
          <a:blip r:embed="rId3">
            <a:alphaModFix/>
          </a:blip>
          <a:srcRect b="0" l="25637" r="25632" t="0"/>
          <a:stretch/>
        </p:blipFill>
        <p:spPr>
          <a:xfrm>
            <a:off x="5715000" y="125"/>
            <a:ext cx="3429002" cy="51435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title"/>
          </p:nvPr>
        </p:nvSpPr>
        <p:spPr>
          <a:xfrm>
            <a:off x="629100" y="224500"/>
            <a:ext cx="4457100" cy="79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Programs</a:t>
            </a:r>
            <a:endParaRPr/>
          </a:p>
        </p:txBody>
      </p:sp>
      <p:sp>
        <p:nvSpPr>
          <p:cNvPr id="263" name="Google Shape;263;p37"/>
          <p:cNvSpPr txBox="1"/>
          <p:nvPr>
            <p:ph idx="1" type="subTitle"/>
          </p:nvPr>
        </p:nvSpPr>
        <p:spPr>
          <a:xfrm>
            <a:off x="0" y="1023700"/>
            <a:ext cx="5715300" cy="4119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rPr>
              <a:t>Projects such as </a:t>
            </a:r>
            <a:r>
              <a:rPr lang="en" sz="1200" u="sng">
                <a:solidFill>
                  <a:schemeClr val="lt1"/>
                </a:solidFill>
                <a:hlinkClick r:id="rId3">
                  <a:extLst>
                    <a:ext uri="{A12FA001-AC4F-418D-AE19-62706E023703}">
                      <ahyp:hlinkClr val="tx"/>
                    </a:ext>
                  </a:extLst>
                </a:hlinkClick>
              </a:rPr>
              <a:t>Declaration of State of Imminent Disaster Act (RA 12287)</a:t>
            </a:r>
            <a:r>
              <a:rPr lang="en" sz="1200">
                <a:solidFill>
                  <a:schemeClr val="lt1"/>
                </a:solidFill>
              </a:rPr>
              <a:t> is </a:t>
            </a:r>
            <a:r>
              <a:rPr lang="en" sz="1200">
                <a:solidFill>
                  <a:schemeClr val="lt1"/>
                </a:solidFill>
              </a:rPr>
              <a:t>a </a:t>
            </a:r>
            <a:r>
              <a:rPr lang="en" sz="1200">
                <a:solidFill>
                  <a:schemeClr val="lt1"/>
                </a:solidFill>
              </a:rPr>
              <a:t> </a:t>
            </a:r>
            <a:r>
              <a:rPr lang="en" sz="1200" u="sng">
                <a:solidFill>
                  <a:schemeClr val="lt1"/>
                </a:solidFill>
                <a:hlinkClick r:id="rId4">
                  <a:extLst>
                    <a:ext uri="{A12FA001-AC4F-418D-AE19-62706E023703}">
                      <ahyp:hlinkClr val="tx"/>
                    </a:ext>
                  </a:extLst>
                </a:hlinkClick>
              </a:rPr>
              <a:t>emergency cash transfer</a:t>
            </a:r>
            <a:r>
              <a:rPr lang="en" sz="1200">
                <a:solidFill>
                  <a:schemeClr val="lt1"/>
                </a:solidFill>
              </a:rPr>
              <a:t> that is given to protect families ahead of a crisis. Another law is DIsaster risk reduction and management act (DRRM) which tries to plan ahead and prepare before disasters happen, rather than </a:t>
            </a:r>
            <a:r>
              <a:rPr lang="en" sz="1200">
                <a:solidFill>
                  <a:schemeClr val="lt1"/>
                </a:solidFill>
              </a:rPr>
              <a:t>responding</a:t>
            </a:r>
            <a:r>
              <a:rPr lang="en" sz="1200">
                <a:solidFill>
                  <a:schemeClr val="lt1"/>
                </a:solidFill>
              </a:rPr>
              <a:t> after one. </a:t>
            </a:r>
            <a:r>
              <a:rPr lang="en" sz="1200" u="sng">
                <a:solidFill>
                  <a:schemeClr val="lt1"/>
                </a:solidFill>
                <a:hlinkClick r:id="rId5">
                  <a:extLst>
                    <a:ext uri="{A12FA001-AC4F-418D-AE19-62706E023703}">
                      <ahyp:hlinkClr val="tx"/>
                    </a:ext>
                  </a:extLst>
                </a:hlinkClick>
              </a:rPr>
              <a:t>It’s</a:t>
            </a:r>
            <a:r>
              <a:rPr lang="en" sz="1200" u="sng">
                <a:solidFill>
                  <a:schemeClr val="lt1"/>
                </a:solidFill>
                <a:hlinkClick r:id="rId6">
                  <a:extLst>
                    <a:ext uri="{A12FA001-AC4F-418D-AE19-62706E023703}">
                      <ahyp:hlinkClr val="tx"/>
                    </a:ext>
                  </a:extLst>
                </a:hlinkClick>
              </a:rPr>
              <a:t> a law which transforms the Philippines’ disaster management system from disaster relief and response towards disaster risk reduction (DRR).</a:t>
            </a:r>
            <a:r>
              <a:rPr lang="en" sz="1200">
                <a:solidFill>
                  <a:schemeClr val="lt1"/>
                </a:solidFill>
              </a:rPr>
              <a:t> </a:t>
            </a:r>
            <a:r>
              <a:rPr lang="en" sz="1200">
                <a:solidFill>
                  <a:schemeClr val="lt1"/>
                </a:solidFill>
              </a:rPr>
              <a:t>Multi-Hazard impact-based Forecasting, which sets up early warning systems so communities are safer before disasters hit. </a:t>
            </a:r>
            <a:endParaRPr sz="1200">
              <a:solidFill>
                <a:schemeClr val="lt1"/>
              </a:solidFill>
            </a:endParaRPr>
          </a:p>
          <a:p>
            <a:pPr indent="0" lvl="0" marL="0" rtl="0" algn="ctr">
              <a:spcBef>
                <a:spcPts val="0"/>
              </a:spcBef>
              <a:spcAft>
                <a:spcPts val="0"/>
              </a:spcAft>
              <a:buNone/>
            </a:pPr>
            <a:r>
              <a:t/>
            </a:r>
            <a:endParaRPr sz="1200">
              <a:solidFill>
                <a:schemeClr val="lt1"/>
              </a:solidFill>
            </a:endParaRPr>
          </a:p>
          <a:p>
            <a:pPr indent="0" lvl="0" marL="0" rtl="0" algn="ctr">
              <a:spcBef>
                <a:spcPts val="0"/>
              </a:spcBef>
              <a:spcAft>
                <a:spcPts val="0"/>
              </a:spcAft>
              <a:buNone/>
            </a:pPr>
            <a:r>
              <a:rPr lang="en" sz="1200">
                <a:solidFill>
                  <a:schemeClr val="lt1"/>
                </a:solidFill>
              </a:rPr>
              <a:t>The Philippine Atmospheric, Geophysical and Astronomical Services Administration (DOST-PAGASA) is a service which delivers weather </a:t>
            </a:r>
            <a:r>
              <a:rPr lang="en" sz="1200">
                <a:solidFill>
                  <a:schemeClr val="lt1"/>
                </a:solidFill>
              </a:rPr>
              <a:t>related</a:t>
            </a:r>
            <a:r>
              <a:rPr lang="en" sz="1200">
                <a:solidFill>
                  <a:schemeClr val="lt1"/>
                </a:solidFill>
              </a:rPr>
              <a:t> information, products and services to help and develop </a:t>
            </a:r>
            <a:r>
              <a:rPr lang="en" sz="1200">
                <a:solidFill>
                  <a:schemeClr val="lt1"/>
                </a:solidFill>
              </a:rPr>
              <a:t>communities resilient to these natural disasters.</a:t>
            </a:r>
            <a:r>
              <a:rPr lang="en" sz="1200">
                <a:solidFill>
                  <a:schemeClr val="lt1"/>
                </a:solidFill>
              </a:rPr>
              <a:t> The National Disaster Risk Reduction and Management Council (NDRRMC) Is a national act that prepares for disasters, has </a:t>
            </a:r>
            <a:r>
              <a:rPr lang="en" sz="1200">
                <a:solidFill>
                  <a:schemeClr val="lt1"/>
                </a:solidFill>
              </a:rPr>
              <a:t>protocols to be prepared, and tries to reduce community vulnerabilities .Its the Philippines primary disaster management. </a:t>
            </a:r>
            <a:endParaRPr sz="1200">
              <a:solidFill>
                <a:schemeClr val="lt1"/>
              </a:solidFill>
            </a:endParaRPr>
          </a:p>
          <a:p>
            <a:pPr indent="0" lvl="0" marL="0" rtl="0" algn="ctr">
              <a:spcBef>
                <a:spcPts val="0"/>
              </a:spcBef>
              <a:spcAft>
                <a:spcPts val="0"/>
              </a:spcAft>
              <a:buNone/>
            </a:pPr>
            <a:r>
              <a:t/>
            </a:r>
            <a:endParaRPr sz="1200">
              <a:solidFill>
                <a:schemeClr val="lt1"/>
              </a:solidFill>
            </a:endParaRPr>
          </a:p>
          <a:p>
            <a:pPr indent="0" lvl="0" marL="0" rtl="0" algn="ctr">
              <a:spcBef>
                <a:spcPts val="0"/>
              </a:spcBef>
              <a:spcAft>
                <a:spcPts val="0"/>
              </a:spcAft>
              <a:buNone/>
            </a:pPr>
            <a:r>
              <a:rPr lang="en" sz="1200">
                <a:solidFill>
                  <a:schemeClr val="lt1"/>
                </a:solidFill>
              </a:rPr>
              <a:t>They have also launched the National Adaptation plan which is targeted to help countries with climate change. Disaster risk management (DRM),  and Department of Public works and Highways (DPWH) are trying to make building safer. There have been meetings with 100 technical experts, government officials representatives and more.. This is so builds are more stable.</a:t>
            </a:r>
            <a:endParaRPr sz="1200">
              <a:solidFill>
                <a:schemeClr val="lt1"/>
              </a:solidFill>
            </a:endParaRPr>
          </a:p>
        </p:txBody>
      </p:sp>
      <p:pic>
        <p:nvPicPr>
          <p:cNvPr descr="Philippines   flag on map isolated  on white or transparent  background,Symbol of Philippines,template for banner,advertising, commercial, and business matching country,vector illustration (Provided by Getty Images)" id="264" name="Google Shape;264;p37"/>
          <p:cNvPicPr preferRelativeResize="0"/>
          <p:nvPr>
            <p:ph idx="3" type="pic"/>
          </p:nvPr>
        </p:nvPicPr>
        <p:blipFill rotWithShape="1">
          <a:blip r:embed="rId7">
            <a:alphaModFix/>
          </a:blip>
          <a:srcRect b="0" l="10449" r="10449" t="0"/>
          <a:stretch/>
        </p:blipFill>
        <p:spPr>
          <a:xfrm>
            <a:off x="5715000" y="125"/>
            <a:ext cx="3429001" cy="51435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715050" y="223625"/>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Consequences</a:t>
            </a:r>
            <a:endParaRPr sz="4600"/>
          </a:p>
        </p:txBody>
      </p:sp>
      <p:sp>
        <p:nvSpPr>
          <p:cNvPr id="270" name="Google Shape;270;p38"/>
          <p:cNvSpPr txBox="1"/>
          <p:nvPr>
            <p:ph idx="1" type="body"/>
          </p:nvPr>
        </p:nvSpPr>
        <p:spPr>
          <a:xfrm>
            <a:off x="645900" y="1175200"/>
            <a:ext cx="3856800" cy="36039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Short term effects:</a:t>
            </a:r>
            <a:endParaRPr/>
          </a:p>
          <a:p>
            <a:pPr indent="0" lvl="0" marL="0" rtl="0" algn="l">
              <a:spcBef>
                <a:spcPts val="0"/>
              </a:spcBef>
              <a:spcAft>
                <a:spcPts val="0"/>
              </a:spcAft>
              <a:buNone/>
            </a:pPr>
            <a:r>
              <a:rPr lang="en"/>
              <a:t>-</a:t>
            </a:r>
            <a:r>
              <a:rPr lang="en"/>
              <a:t>Loss of lives and injuries.</a:t>
            </a:r>
            <a:endParaRPr/>
          </a:p>
          <a:p>
            <a:pPr indent="0" lvl="0" marL="0" rtl="0" algn="l">
              <a:spcBef>
                <a:spcPts val="0"/>
              </a:spcBef>
              <a:spcAft>
                <a:spcPts val="0"/>
              </a:spcAft>
              <a:buNone/>
            </a:pPr>
            <a:r>
              <a:rPr lang="en"/>
              <a:t>-evicting families and communities.</a:t>
            </a:r>
            <a:endParaRPr/>
          </a:p>
          <a:p>
            <a:pPr indent="0" lvl="0" marL="0" rtl="0" algn="l">
              <a:spcBef>
                <a:spcPts val="0"/>
              </a:spcBef>
              <a:spcAft>
                <a:spcPts val="0"/>
              </a:spcAft>
              <a:buNone/>
            </a:pPr>
            <a:r>
              <a:rPr lang="en"/>
              <a:t>-a pause in education due to damaged schools.</a:t>
            </a:r>
            <a:endParaRPr/>
          </a:p>
          <a:p>
            <a:pPr indent="0" lvl="0" marL="0" rtl="0" algn="l">
              <a:spcBef>
                <a:spcPts val="0"/>
              </a:spcBef>
              <a:spcAft>
                <a:spcPts val="0"/>
              </a:spcAft>
              <a:buNone/>
            </a:pPr>
            <a:r>
              <a:rPr lang="en"/>
              <a:t>-Increased health risks from contaminated water and overcrowded evacuation centers.</a:t>
            </a:r>
            <a:endParaRPr/>
          </a:p>
          <a:p>
            <a:pPr indent="0" lvl="0" marL="0" rtl="0" algn="l">
              <a:spcBef>
                <a:spcPts val="0"/>
              </a:spcBef>
              <a:spcAft>
                <a:spcPts val="0"/>
              </a:spcAft>
              <a:buNone/>
            </a:pPr>
            <a:r>
              <a:rPr lang="en"/>
              <a:t>-Damage to homes, businesses, roads, and bridges.</a:t>
            </a:r>
            <a:endParaRPr/>
          </a:p>
          <a:p>
            <a:pPr indent="0" lvl="0" marL="0" rtl="0" algn="l">
              <a:spcBef>
                <a:spcPts val="0"/>
              </a:spcBef>
              <a:spcAft>
                <a:spcPts val="0"/>
              </a:spcAft>
              <a:buNone/>
            </a:pPr>
            <a:r>
              <a:rPr lang="en"/>
              <a:t>-Loss of income for farmers, fishers, and workers.</a:t>
            </a:r>
            <a:endParaRPr/>
          </a:p>
          <a:p>
            <a:pPr indent="0" lvl="0" marL="0" rtl="0" algn="l">
              <a:spcBef>
                <a:spcPts val="0"/>
              </a:spcBef>
              <a:spcAft>
                <a:spcPts val="0"/>
              </a:spcAft>
              <a:buNone/>
            </a:pPr>
            <a:r>
              <a:rPr lang="en"/>
              <a:t>-Increased government spending on emergency relief and recovery.</a:t>
            </a:r>
            <a:endParaRPr/>
          </a:p>
          <a:p>
            <a:pPr indent="0" lvl="0" marL="0" rtl="0" algn="l">
              <a:spcBef>
                <a:spcPts val="0"/>
              </a:spcBef>
              <a:spcAft>
                <a:spcPts val="0"/>
              </a:spcAft>
              <a:buNone/>
            </a:pPr>
            <a:r>
              <a:rPr lang="en"/>
              <a:t>-Soil erosion and landslides.</a:t>
            </a:r>
            <a:endParaRPr/>
          </a:p>
          <a:p>
            <a:pPr indent="0" lvl="0" marL="0" rtl="0" algn="l">
              <a:spcBef>
                <a:spcPts val="0"/>
              </a:spcBef>
              <a:spcAft>
                <a:spcPts val="0"/>
              </a:spcAft>
              <a:buNone/>
            </a:pPr>
            <a:r>
              <a:rPr lang="en"/>
              <a:t>-Destruction of forests, coral reefs, and coastal ecosystems.</a:t>
            </a:r>
            <a:endParaRPr/>
          </a:p>
          <a:p>
            <a:pPr indent="0" lvl="0" marL="0" rtl="0" algn="l">
              <a:spcBef>
                <a:spcPts val="0"/>
              </a:spcBef>
              <a:spcAft>
                <a:spcPts val="0"/>
              </a:spcAft>
              <a:buNone/>
            </a:pPr>
            <a:r>
              <a:rPr lang="en"/>
              <a:t>-Water contamination from flooding</a:t>
            </a:r>
            <a:endParaRPr/>
          </a:p>
          <a:p>
            <a:pPr indent="0" lvl="0" marL="0" rtl="0" algn="l">
              <a:spcBef>
                <a:spcPts val="0"/>
              </a:spcBef>
              <a:spcAft>
                <a:spcPts val="0"/>
              </a:spcAft>
              <a:buNone/>
            </a:pPr>
            <a:r>
              <a:t/>
            </a:r>
            <a:endParaRPr/>
          </a:p>
        </p:txBody>
      </p:sp>
      <p:sp>
        <p:nvSpPr>
          <p:cNvPr id="271" name="Google Shape;271;p38"/>
          <p:cNvSpPr txBox="1"/>
          <p:nvPr>
            <p:ph idx="2" type="body"/>
          </p:nvPr>
        </p:nvSpPr>
        <p:spPr>
          <a:xfrm>
            <a:off x="4572150" y="1175200"/>
            <a:ext cx="3856800" cy="326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Long term effects:</a:t>
            </a:r>
            <a:endParaRPr/>
          </a:p>
          <a:p>
            <a:pPr indent="0" lvl="0" marL="0" rtl="0" algn="l">
              <a:spcBef>
                <a:spcPts val="0"/>
              </a:spcBef>
              <a:spcAft>
                <a:spcPts val="0"/>
              </a:spcAft>
              <a:buNone/>
            </a:pPr>
            <a:r>
              <a:rPr lang="en"/>
              <a:t>-</a:t>
            </a:r>
            <a:r>
              <a:rPr lang="en"/>
              <a:t>Long-term displacement and migration.</a:t>
            </a:r>
            <a:endParaRPr/>
          </a:p>
          <a:p>
            <a:pPr indent="0" lvl="0" marL="0" rtl="0" algn="l">
              <a:spcBef>
                <a:spcPts val="0"/>
              </a:spcBef>
              <a:spcAft>
                <a:spcPts val="0"/>
              </a:spcAft>
              <a:buNone/>
            </a:pPr>
            <a:r>
              <a:rPr lang="en"/>
              <a:t>-Mental health impact on people</a:t>
            </a:r>
            <a:endParaRPr/>
          </a:p>
          <a:p>
            <a:pPr indent="0" lvl="0" marL="0" rtl="0" algn="l">
              <a:spcBef>
                <a:spcPts val="0"/>
              </a:spcBef>
              <a:spcAft>
                <a:spcPts val="0"/>
              </a:spcAft>
              <a:buNone/>
            </a:pPr>
            <a:r>
              <a:rPr lang="en"/>
              <a:t>-Increased poverty and inequality.</a:t>
            </a:r>
            <a:endParaRPr/>
          </a:p>
          <a:p>
            <a:pPr indent="0" lvl="0" marL="0" rtl="0" algn="l">
              <a:spcBef>
                <a:spcPts val="0"/>
              </a:spcBef>
              <a:spcAft>
                <a:spcPts val="0"/>
              </a:spcAft>
              <a:buNone/>
            </a:pPr>
            <a:r>
              <a:rPr lang="en"/>
              <a:t>-Slower economic growth in some areas.</a:t>
            </a:r>
            <a:endParaRPr/>
          </a:p>
          <a:p>
            <a:pPr indent="0" lvl="0" marL="0" rtl="0" algn="l">
              <a:spcBef>
                <a:spcPts val="0"/>
              </a:spcBef>
              <a:spcAft>
                <a:spcPts val="0"/>
              </a:spcAft>
              <a:buNone/>
            </a:pPr>
            <a:r>
              <a:rPr lang="en"/>
              <a:t>-Farms growing less food than before.</a:t>
            </a:r>
            <a:endParaRPr/>
          </a:p>
          <a:p>
            <a:pPr indent="0" lvl="0" marL="0" rtl="0" algn="l">
              <a:spcBef>
                <a:spcPts val="0"/>
              </a:spcBef>
              <a:spcAft>
                <a:spcPts val="0"/>
              </a:spcAft>
              <a:buNone/>
            </a:pPr>
            <a:r>
              <a:rPr lang="en"/>
              <a:t>-High reconstruction costs.</a:t>
            </a:r>
            <a:endParaRPr/>
          </a:p>
          <a:p>
            <a:pPr indent="0" lvl="0" marL="0" rtl="0" algn="l">
              <a:spcBef>
                <a:spcPts val="0"/>
              </a:spcBef>
              <a:spcAft>
                <a:spcPts val="0"/>
              </a:spcAft>
              <a:buNone/>
            </a:pPr>
            <a:r>
              <a:rPr lang="en"/>
              <a:t>-Loss of biodiversity.</a:t>
            </a:r>
            <a:endParaRPr/>
          </a:p>
          <a:p>
            <a:pPr indent="0" lvl="0" marL="0" rtl="0" algn="l">
              <a:spcBef>
                <a:spcPts val="0"/>
              </a:spcBef>
              <a:spcAft>
                <a:spcPts val="0"/>
              </a:spcAft>
              <a:buNone/>
            </a:pPr>
            <a:r>
              <a:rPr lang="en"/>
              <a:t>-The coastal breaking down which causes more danger to future disasters</a:t>
            </a:r>
            <a:endParaRPr/>
          </a:p>
          <a:p>
            <a:pPr indent="0" lvl="0" marL="0" rtl="0" algn="l">
              <a:spcBef>
                <a:spcPts val="0"/>
              </a:spcBef>
              <a:spcAft>
                <a:spcPts val="0"/>
              </a:spcAft>
              <a:buNone/>
            </a:pPr>
            <a:r>
              <a:rPr lang="en"/>
              <a:t>-Changes in ecosystems and natural resources.</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564700" y="128950"/>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Consequences</a:t>
            </a:r>
            <a:endParaRPr sz="4600"/>
          </a:p>
        </p:txBody>
      </p:sp>
      <p:sp>
        <p:nvSpPr>
          <p:cNvPr id="277" name="Google Shape;277;p39"/>
          <p:cNvSpPr txBox="1"/>
          <p:nvPr>
            <p:ph idx="1" type="body"/>
          </p:nvPr>
        </p:nvSpPr>
        <p:spPr>
          <a:xfrm>
            <a:off x="715100" y="1389550"/>
            <a:ext cx="3856800" cy="2081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a:t>
            </a:r>
            <a:r>
              <a:rPr lang="en"/>
              <a:t>intended</a:t>
            </a:r>
            <a:r>
              <a:rPr lang="en"/>
              <a:t> Consequences: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500"/>
              <a:t>None of these disasters are intended. Beaches and cliffs start to crumble into the sea from erosion. W</a:t>
            </a:r>
            <a:r>
              <a:rPr lang="en" sz="1500"/>
              <a:t>hen coastal trees and reefs are cut down, that means the </a:t>
            </a:r>
            <a:r>
              <a:rPr lang="en" sz="1500"/>
              <a:t>barriers</a:t>
            </a:r>
            <a:r>
              <a:rPr lang="en" sz="1500"/>
              <a:t> are gonna stop big storm waves from rushing much farther in land and cause worse flooding.</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 This also ruins the areas where fish live and lay eggs, so the fish eggs are destroyed. The salty ocean water pushes into the ground, which ruins the clean freshwater that local people need for drinking and farming.</a:t>
            </a:r>
            <a:endParaRPr sz="1500"/>
          </a:p>
          <a:p>
            <a:pPr indent="0" lvl="0" marL="0" rtl="0" algn="l">
              <a:spcBef>
                <a:spcPts val="0"/>
              </a:spcBef>
              <a:spcAft>
                <a:spcPts val="0"/>
              </a:spcAft>
              <a:buNone/>
            </a:pPr>
            <a:r>
              <a:t/>
            </a:r>
            <a:endParaRPr/>
          </a:p>
        </p:txBody>
      </p:sp>
      <p:sp>
        <p:nvSpPr>
          <p:cNvPr id="278" name="Google Shape;278;p39"/>
          <p:cNvSpPr txBox="1"/>
          <p:nvPr>
            <p:ph idx="2" type="body"/>
          </p:nvPr>
        </p:nvSpPr>
        <p:spPr>
          <a:xfrm>
            <a:off x="4571900" y="1261650"/>
            <a:ext cx="3856800" cy="29985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200"/>
              <a:t>Who </a:t>
            </a:r>
            <a:r>
              <a:rPr lang="en" sz="1200"/>
              <a:t>Benefits</a:t>
            </a:r>
            <a:r>
              <a:rPr lang="en" sz="1200"/>
              <a:t>? Who suffers?</a:t>
            </a:r>
            <a:endParaRPr sz="1200"/>
          </a:p>
          <a:p>
            <a:pPr indent="0" lvl="0" marL="0" rtl="0" algn="l">
              <a:lnSpc>
                <a:spcPct val="115000"/>
              </a:lnSpc>
              <a:spcBef>
                <a:spcPts val="1200"/>
              </a:spcBef>
              <a:spcAft>
                <a:spcPts val="0"/>
              </a:spcAft>
              <a:buNone/>
            </a:pPr>
            <a:r>
              <a:rPr lang="en" sz="1300"/>
              <a:t>Before the land is destroyed c</a:t>
            </a:r>
            <a:r>
              <a:rPr lang="en" sz="1300"/>
              <a:t>orporations</a:t>
            </a:r>
            <a:r>
              <a:rPr lang="en" sz="1300"/>
              <a:t> and property developers make lots of money by building big beachfront hotels, fancy houses, and ports for large ships. Before the land is gone, they sell it for money. </a:t>
            </a:r>
            <a:endParaRPr sz="1300"/>
          </a:p>
          <a:p>
            <a:pPr indent="0" lvl="0" marL="0" rtl="0" algn="l">
              <a:lnSpc>
                <a:spcPct val="115000"/>
              </a:lnSpc>
              <a:spcBef>
                <a:spcPts val="1200"/>
              </a:spcBef>
              <a:spcAft>
                <a:spcPts val="0"/>
              </a:spcAft>
              <a:buNone/>
            </a:pPr>
            <a:r>
              <a:rPr lang="en" sz="1300"/>
              <a:t>Tourist businesses also make money from travelers who come to visit. But this causes big problems for the regular people who actually live there. Local families lose their homes when the land washes into the sea, and local fishers lose their jobs because the fish have nowhere left to live.They need to pay to fix the damage and the future generations might start to live on bad land.</a:t>
            </a:r>
            <a:endParaRPr sz="1300"/>
          </a:p>
          <a:p>
            <a:pPr indent="0" lvl="0" marL="0" rtl="0" algn="l">
              <a:spcBef>
                <a:spcPts val="1200"/>
              </a:spcBef>
              <a:spcAft>
                <a:spcPts val="0"/>
              </a:spcAft>
              <a:buNone/>
            </a:pPr>
            <a:r>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type="title"/>
          </p:nvPr>
        </p:nvSpPr>
        <p:spPr>
          <a:xfrm>
            <a:off x="4340325" y="125"/>
            <a:ext cx="3856800" cy="75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Canada </a:t>
            </a:r>
            <a:r>
              <a:rPr lang="en" sz="3200"/>
              <a:t>Comparison</a:t>
            </a:r>
            <a:endParaRPr sz="3200"/>
          </a:p>
        </p:txBody>
      </p:sp>
      <p:sp>
        <p:nvSpPr>
          <p:cNvPr id="284" name="Google Shape;284;p40"/>
          <p:cNvSpPr txBox="1"/>
          <p:nvPr>
            <p:ph idx="1" type="body"/>
          </p:nvPr>
        </p:nvSpPr>
        <p:spPr>
          <a:xfrm>
            <a:off x="3516225" y="862775"/>
            <a:ext cx="5505000" cy="4100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Canada’s Climate compared to the philippines is pretty different. Canada has 4 seasons, while the Philippines is normally hot and humid all year round. It’s only divided into wet and dry seasons. For Canada, the Winter </a:t>
            </a:r>
            <a:r>
              <a:rPr lang="en" sz="1100"/>
              <a:t>temperature</a:t>
            </a:r>
            <a:r>
              <a:rPr lang="en" sz="1100"/>
              <a:t> is normally around -10C, and in summer the temperature it often reaches 20C to 30C.  Canada’s response to natural disasters, uses</a:t>
            </a:r>
            <a:r>
              <a:rPr lang="en" sz="1100" u="sng">
                <a:hlinkClick r:id="rId3"/>
              </a:rPr>
              <a:t> </a:t>
            </a:r>
            <a:r>
              <a:rPr lang="en" sz="1100" u="sng">
                <a:hlinkClick r:id="rId4"/>
              </a:rPr>
              <a:t>The Federally Identified Flood Risk Areas (FIFRA) ,  and Community Risk Index (CRI) </a:t>
            </a:r>
            <a:r>
              <a:rPr lang="en"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a:t>
            </a:r>
            <a:r>
              <a:rPr lang="en" sz="1000"/>
              <a:t>he FIFRA help increase flood resilience across Canada by providing Canada-wide flood hazard information. The CRI is a data product that visualizes and communicates community-level flood risk for all of Canada. The Canadian government is creating an affordable national flood insurance program for high-risk homes. There is also something called Canada Structures, which is a government database that maps where buildings are to find out which ones are in danger of disasters like floods and wildfires.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a:t>
            </a:r>
            <a:r>
              <a:rPr lang="en" sz="1000" u="sng">
                <a:hlinkClick r:id="rId5"/>
              </a:rPr>
              <a:t>Provincial and territorial governments have responsibility for emergency management within their respective jurisdictions. </a:t>
            </a:r>
            <a:r>
              <a:rPr lang="en" sz="1000"/>
              <a:t>Most disasters happen locally, so the province handle it. If a disaster gets too big for a province to handle and they need more resources,, the federal government can provide extra help. </a:t>
            </a:r>
            <a:r>
              <a:rPr lang="en" sz="1000">
                <a:solidFill>
                  <a:srgbClr val="333333"/>
                </a:solidFill>
              </a:rPr>
              <a:t>When they ask the federal government for help, it can include CAF personnel, equipment, and facilities when required and available. When the CAF responds to such a crisis, it is known as Operation LENTUS. </a:t>
            </a:r>
            <a:r>
              <a:rPr lang="en" sz="1000" u="sng">
                <a:hlinkClick r:id="rId6"/>
              </a:rPr>
              <a:t>Operation LENTUS is the Canadian Armed Forces (CAF) response to natural disasters in Canada.</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The Canadian Red Cross is at the scene of disasters and emergencies both at home and around the world. </a:t>
            </a:r>
            <a:r>
              <a:rPr lang="en" sz="1000" u="sng">
                <a:solidFill>
                  <a:schemeClr val="hlink"/>
                </a:solidFill>
                <a:hlinkClick r:id="rId7"/>
              </a:rPr>
              <a:t>Red Cross and Salvation Army provide food and shelter.</a:t>
            </a:r>
            <a:r>
              <a:rPr lang="en" sz="1000" u="sng">
                <a:hlinkClick r:id="rId8"/>
              </a:rPr>
              <a:t>  Canada also uses the Disaster Assistance Response Team (DART)</a:t>
            </a:r>
            <a:r>
              <a:rPr lang="en" sz="1000"/>
              <a:t> to help other countries! </a:t>
            </a:r>
            <a:endParaRPr sz="1000"/>
          </a:p>
          <a:p>
            <a:pPr indent="0" lvl="0" marL="0" rtl="0" algn="l">
              <a:spcBef>
                <a:spcPts val="0"/>
              </a:spcBef>
              <a:spcAft>
                <a:spcPts val="0"/>
              </a:spcAft>
              <a:buNone/>
            </a:pPr>
            <a:r>
              <a:t/>
            </a:r>
            <a:endParaRPr sz="1100"/>
          </a:p>
        </p:txBody>
      </p:sp>
      <p:pic>
        <p:nvPicPr>
          <p:cNvPr descr="Island Hopping (Provided by Getty Images)" id="285" name="Google Shape;285;p40"/>
          <p:cNvPicPr preferRelativeResize="0"/>
          <p:nvPr>
            <p:ph idx="2" type="pic"/>
          </p:nvPr>
        </p:nvPicPr>
        <p:blipFill rotWithShape="1">
          <a:blip r:embed="rId9">
            <a:alphaModFix/>
          </a:blip>
          <a:srcRect b="0" l="27769" r="27765" t="0"/>
          <a:stretch/>
        </p:blipFill>
        <p:spPr>
          <a:xfrm>
            <a:off x="0" y="125"/>
            <a:ext cx="3429002" cy="5143499"/>
          </a:xfrm>
          <a:prstGeom prst="rect">
            <a:avLst/>
          </a:prstGeom>
        </p:spPr>
      </p:pic>
      <p:pic>
        <p:nvPicPr>
          <p:cNvPr descr="a red and white circle with a maple leaf in the center (Provided by Tenor)" id="286" name="Google Shape;286;p40"/>
          <p:cNvPicPr preferRelativeResize="0"/>
          <p:nvPr/>
        </p:nvPicPr>
        <p:blipFill>
          <a:blip r:embed="rId10">
            <a:alphaModFix/>
          </a:blip>
          <a:stretch>
            <a:fillRect/>
          </a:stretch>
        </p:blipFill>
        <p:spPr>
          <a:xfrm>
            <a:off x="8645400" y="4644900"/>
            <a:ext cx="498600" cy="498600"/>
          </a:xfrm>
          <a:prstGeom prst="rect">
            <a:avLst/>
          </a:prstGeom>
          <a:noFill/>
          <a:ln>
            <a:noFill/>
          </a:ln>
        </p:spPr>
      </p:pic>
      <p:pic>
        <p:nvPicPr>
          <p:cNvPr descr="a red white and blue flag with a yellow sun and stars (Provided by Tenor)" id="287" name="Google Shape;287;p40"/>
          <p:cNvPicPr preferRelativeResize="0"/>
          <p:nvPr/>
        </p:nvPicPr>
        <p:blipFill>
          <a:blip r:embed="rId11">
            <a:alphaModFix/>
          </a:blip>
          <a:stretch>
            <a:fillRect/>
          </a:stretch>
        </p:blipFill>
        <p:spPr>
          <a:xfrm>
            <a:off x="3429000" y="0"/>
            <a:ext cx="535000" cy="535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idx="1" type="body"/>
          </p:nvPr>
        </p:nvSpPr>
        <p:spPr>
          <a:xfrm>
            <a:off x="4572000" y="1778200"/>
            <a:ext cx="3856800" cy="229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in short, Canada also has stuff set up for natural disasters. Municipal first responders handle the initial crisis.Regional governments step in when cities can’t handle it. Sends immediate emergency alerts to cell phones, TV, and radio. Canada normally gets ready after the Natural disaster. They rebuild the communities, and they provide financial aid to families, businesses, and local governments to help them recover from the economic losses.</a:t>
            </a:r>
            <a:endParaRPr/>
          </a:p>
        </p:txBody>
      </p:sp>
      <p:pic>
        <p:nvPicPr>
          <p:cNvPr descr="Canada doubles value of coronavirus stimulus economic response plan Canadian flags canadian dollar bills on background (Provided by Getty Images)" id="293" name="Google Shape;293;p41"/>
          <p:cNvPicPr preferRelativeResize="0"/>
          <p:nvPr>
            <p:ph idx="2" type="pic"/>
          </p:nvPr>
        </p:nvPicPr>
        <p:blipFill rotWithShape="1">
          <a:blip r:embed="rId3">
            <a:alphaModFix/>
          </a:blip>
          <a:srcRect b="0" l="30113" r="30109" t="0"/>
          <a:stretch/>
        </p:blipFill>
        <p:spPr>
          <a:xfrm>
            <a:off x="0" y="125"/>
            <a:ext cx="3429002" cy="5143499"/>
          </a:xfrm>
          <a:prstGeom prst="rect">
            <a:avLst/>
          </a:prstGeom>
        </p:spPr>
      </p:pic>
      <p:sp>
        <p:nvSpPr>
          <p:cNvPr id="294" name="Google Shape;294;p41"/>
          <p:cNvSpPr txBox="1"/>
          <p:nvPr/>
        </p:nvSpPr>
        <p:spPr>
          <a:xfrm>
            <a:off x="3925300" y="375975"/>
            <a:ext cx="4090800" cy="70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Cabin"/>
                <a:ea typeface="Cabin"/>
                <a:cs typeface="Cabin"/>
                <a:sym typeface="Cabin"/>
              </a:rPr>
              <a:t>Conclusion </a:t>
            </a:r>
            <a:endParaRPr sz="3600">
              <a:solidFill>
                <a:schemeClr val="dk1"/>
              </a:solidFill>
              <a:latin typeface="Cabin"/>
              <a:ea typeface="Cabin"/>
              <a:cs typeface="Cabin"/>
              <a:sym typeface="Cab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4572000" y="535000"/>
            <a:ext cx="3856800" cy="10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will Canada handle the “Big one”</a:t>
            </a:r>
            <a:endParaRPr/>
          </a:p>
        </p:txBody>
      </p:sp>
      <p:sp>
        <p:nvSpPr>
          <p:cNvPr id="300" name="Google Shape;300;p42"/>
          <p:cNvSpPr txBox="1"/>
          <p:nvPr>
            <p:ph idx="1" type="body"/>
          </p:nvPr>
        </p:nvSpPr>
        <p:spPr>
          <a:xfrm>
            <a:off x="3611975" y="1755125"/>
            <a:ext cx="5431800" cy="25974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300"/>
              <a:t>Canada must build a financial safety net before a disaster happens, rather than waiting for an earthquake to hit and trying to fix the damage afterward. Emergency planning is another big part of Canada’s response, with planned stuff between local, provincial, and federal governments to handle search and rescue, medical care, and emergency shelters. Public education encourages </a:t>
            </a:r>
            <a:r>
              <a:rPr lang="en" sz="1300"/>
              <a:t>people to</a:t>
            </a:r>
            <a:r>
              <a:rPr lang="en" sz="1300"/>
              <a:t> prepare emergency kits and practice safety actions like “Drop, Cover, and Hold On.” </a:t>
            </a:r>
            <a:r>
              <a:rPr lang="en" sz="1300" u="sng">
                <a:solidFill>
                  <a:schemeClr val="hlink"/>
                </a:solidFill>
                <a:hlinkClick r:id="rId3"/>
              </a:rPr>
              <a:t>Canadian government is planning a financial safety system to help people and insurance companies after a major disaster, like a big earthquake. </a:t>
            </a:r>
            <a:r>
              <a:rPr lang="en" sz="1300"/>
              <a:t>If the damage is too bad, the governments would have no choice but to help pay for the damage. They would have to spend a lot of money that they were not prepared for, which would reduce the amount of money available in public funds for other needs. </a:t>
            </a:r>
            <a:endParaRPr sz="1300"/>
          </a:p>
          <a:p>
            <a:pPr indent="0" lvl="0" marL="0" rtl="0" algn="l">
              <a:spcBef>
                <a:spcPts val="1200"/>
              </a:spcBef>
              <a:spcAft>
                <a:spcPts val="0"/>
              </a:spcAft>
              <a:buNone/>
            </a:pPr>
            <a:r>
              <a:t/>
            </a:r>
            <a:endParaRPr sz="1600"/>
          </a:p>
        </p:txBody>
      </p:sp>
      <p:pic>
        <p:nvPicPr>
          <p:cNvPr descr="Earthquake encountered house in city isolated on white background (Provided by Getty Images)" id="301" name="Google Shape;301;p42"/>
          <p:cNvPicPr preferRelativeResize="0"/>
          <p:nvPr>
            <p:ph idx="2" type="pic"/>
          </p:nvPr>
        </p:nvPicPr>
        <p:blipFill rotWithShape="1">
          <a:blip r:embed="rId4">
            <a:alphaModFix/>
          </a:blip>
          <a:srcRect b="0" l="16667" r="16667" t="0"/>
          <a:stretch/>
        </p:blipFill>
        <p:spPr>
          <a:xfrm>
            <a:off x="0" y="125"/>
            <a:ext cx="3429002" cy="51435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idx="1" type="subTitle"/>
          </p:nvPr>
        </p:nvSpPr>
        <p:spPr>
          <a:xfrm>
            <a:off x="715100" y="2037825"/>
            <a:ext cx="7713900" cy="614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Canadians should care because the Philippines has many natural disasters and has learned how to deal with them. Canada can learn from their experience to improve how it prepares for floods, fires, storms, and earthquakes. Disasters in other countries can still affect Canada through the economy and global support, so it helps to understand and learn from each other. Climate change is a global issue.</a:t>
            </a:r>
            <a:endParaRPr/>
          </a:p>
          <a:p>
            <a:pPr indent="0" lvl="0" marL="0" rtl="0" algn="l">
              <a:spcBef>
                <a:spcPts val="1200"/>
              </a:spcBef>
              <a:spcAft>
                <a:spcPts val="0"/>
              </a:spcAft>
              <a:buNone/>
            </a:pPr>
            <a:r>
              <a:t/>
            </a:r>
            <a:endParaRPr/>
          </a:p>
        </p:txBody>
      </p:sp>
      <p:sp>
        <p:nvSpPr>
          <p:cNvPr id="307" name="Google Shape;307;p43"/>
          <p:cNvSpPr txBox="1"/>
          <p:nvPr>
            <p:ph idx="3" type="subTitle"/>
          </p:nvPr>
        </p:nvSpPr>
        <p:spPr>
          <a:xfrm>
            <a:off x="715100" y="1653825"/>
            <a:ext cx="7713900" cy="46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should Canadians care?</a:t>
            </a:r>
            <a:endParaRPr/>
          </a:p>
        </p:txBody>
      </p:sp>
      <p:sp>
        <p:nvSpPr>
          <p:cNvPr id="308" name="Google Shape;308;p43"/>
          <p:cNvSpPr txBox="1"/>
          <p:nvPr>
            <p:ph type="title"/>
          </p:nvPr>
        </p:nvSpPr>
        <p:spPr>
          <a:xfrm>
            <a:off x="715100" y="535000"/>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Reflection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type="title"/>
          </p:nvPr>
        </p:nvSpPr>
        <p:spPr>
          <a:xfrm>
            <a:off x="0" y="-66600"/>
            <a:ext cx="77139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a:t>
            </a:r>
            <a:endParaRPr/>
          </a:p>
        </p:txBody>
      </p:sp>
      <p:sp>
        <p:nvSpPr>
          <p:cNvPr id="314" name="Google Shape;314;p44"/>
          <p:cNvSpPr txBox="1"/>
          <p:nvPr/>
        </p:nvSpPr>
        <p:spPr>
          <a:xfrm>
            <a:off x="0" y="827175"/>
            <a:ext cx="8933400" cy="437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California State University, Bakersfield. (Unknown). Culture and Tourism. https://www.csub.edu/pacificrim/countryprospectus/culture.htm</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CBC news. (2026). Philippines earthquake leads to landslide, raising death toll to at least 32. https://www.google.com/url?q=https://www.cbc.ca/news/world/philippines-earthquake-9.7226889&amp;sa=D&amp;source=editors&amp;ust=1781285676934450&amp;usg=AOvVaw2V-jT_5NV9Tw712Lo-S_rk</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Climate Impacts Tracker Asia. (2024). Climate Change In The Philippines: Causes, Effects and Solutions. https://www.climateimpactstracker.com/climate-change-in-the-philippines-causes-effects-and-solutions/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Government of Canada. (2026). Natural hazard risk assessment. https://www.google.com/url?q=https://issuances-library.senate.gov.ph/legislative-issuance/republic-act-no-12287&amp;sa=D&amp;source=editors&amp;ust=1781285818426497&amp;usg=AOvVaw3n4KgnOZoyl-Y4VDso2dvj</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Government of Canada. (2022). Emergency Management Strategy for Canada: Toward a Resilient 2030. https://www.publicsafety.gc.ca/cnt/rsrcs/pblctns/mrgncy-mngmnt-strtgy/index-en.aspx</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Government of Canada. (2020). Disaster Assistance Response Team (DART). https://www.canada.ca/en/department-national-defence/services/operations/military-operations/types/dart.html</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GOVPH. (unknown). Climate of the Philippines. https://www.google.com/url?q=https://www.pagasa.dost.gov.ph/information/climate-philippines&amp;sa=D&amp;source=editors&amp;ust=1781285018975839&amp;usg=AOvVaw2pvAwWXwSgscNrD1MM2hkb</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Jason Clark, National Director, Climate Change Advocacy, IBC. (2024). The Big One: Is Canada Prepared for an Earthquake Catastrophe?. https://www.ibc.ca/news-insights/in-focus/the-big-one-is-canada-prepared-for-an-earthquake-catastrophe-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Macario Lacbawan. (2025). Climate resilience in the Philippines starts with accountability. https://eastasiaforum.org/2025/10/15/climate-resilience-in-the-philippines-starts-with-accountability/</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The Climate Reality Project. (2016). How Is Climate Change Affecting the Philippines?. https://www.google.com/url?q=https://www.climaterealityproject.org/blog/how-climate-change-affecting-philippines&amp;sa=D&amp;source=editors&amp;ust=1781285589782308&amp;usg=AOvVaw3HWRNjyE99H8srxHVqzXxq</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The World Bank. (2016). Protecting Lives and Property from Disaster Risk in the Philippines. https://www.gfdrr.org/en/feature-story/protecting-lives-and-property-disaster-risk-philippines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Wikipedia. (2026). Regions of the Philippines. </a:t>
            </a:r>
            <a:r>
              <a:rPr lang="en" sz="800" u="sng">
                <a:solidFill>
                  <a:schemeClr val="hlink"/>
                </a:solidFill>
                <a:hlinkClick r:id="rId3"/>
              </a:rPr>
              <a:t>https://www.google.com/url?q=https://en.wikipedia.org/wiki/Regions_of_the_Philippines&amp;sa=D&amp;source=editors&amp;ust=1781284671505538&amp;usg=AOvVaw1RZ-fXH_j3qyJ8yrDw6tEK</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ational Parks of the World by Slidesgo">
  <a:themeElements>
    <a:clrScheme name="Simple Light">
      <a:dk1>
        <a:srgbClr val="403936"/>
      </a:dk1>
      <a:lt1>
        <a:srgbClr val="E0D4CC"/>
      </a:lt1>
      <a:dk2>
        <a:srgbClr val="AA9F9A"/>
      </a:dk2>
      <a:lt2>
        <a:srgbClr val="858874"/>
      </a:lt2>
      <a:accent1>
        <a:srgbClr val="FFFFFF"/>
      </a:accent1>
      <a:accent2>
        <a:srgbClr val="FFFFFF"/>
      </a:accent2>
      <a:accent3>
        <a:srgbClr val="FFFFFF"/>
      </a:accent3>
      <a:accent4>
        <a:srgbClr val="FFFFFF"/>
      </a:accent4>
      <a:accent5>
        <a:srgbClr val="FFFFFF"/>
      </a:accent5>
      <a:accent6>
        <a:srgbClr val="FFFFFF"/>
      </a:accent6>
      <a:hlink>
        <a:srgbClr val="4039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