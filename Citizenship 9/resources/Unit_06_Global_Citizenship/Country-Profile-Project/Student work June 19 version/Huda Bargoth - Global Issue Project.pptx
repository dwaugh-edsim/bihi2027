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4bd8558c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e4bd8558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e4bd8558c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4bd8558c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4bd8558c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e4bd8558c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4bd8558c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e4bd8558c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e4bd8558c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e4bd8558c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A86E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166133" y="691463"/>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cuba</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solidFill>
                  <a:srgbClr val="000000"/>
                </a:solidFill>
              </a:rPr>
              <a:t>               </a:t>
            </a:r>
            <a:r>
              <a:rPr lang="en">
                <a:solidFill>
                  <a:srgbClr val="000000"/>
                </a:solidFill>
              </a:rPr>
              <a:t>Political Freedom and Economic sanctions</a:t>
            </a:r>
            <a:endParaRPr>
              <a:solidFill>
                <a:srgbClr val="000000"/>
              </a:solidFill>
            </a:endParaRPr>
          </a:p>
          <a:p>
            <a:pPr indent="0" lvl="0" marL="0" rtl="0" algn="l">
              <a:spcBef>
                <a:spcPts val="0"/>
              </a:spcBef>
              <a:spcAft>
                <a:spcPts val="0"/>
              </a:spcAft>
              <a:buNone/>
            </a:pPr>
            <a:r>
              <a:rPr lang="en">
                <a:solidFill>
                  <a:srgbClr val="000000"/>
                </a:solidFill>
              </a:rPr>
              <a:t>                                By: Huda bargoth</a:t>
            </a:r>
            <a:endParaRPr>
              <a:solidFill>
                <a:srgbClr val="000000"/>
              </a:solidFill>
            </a:endParaRPr>
          </a:p>
        </p:txBody>
      </p:sp>
      <p:pic>
        <p:nvPicPr>
          <p:cNvPr id="56" name="Google Shape;56;p13" title="download.png"/>
          <p:cNvPicPr preferRelativeResize="0"/>
          <p:nvPr/>
        </p:nvPicPr>
        <p:blipFill>
          <a:blip r:embed="rId3">
            <a:alphaModFix/>
          </a:blip>
          <a:stretch>
            <a:fillRect/>
          </a:stretch>
        </p:blipFill>
        <p:spPr>
          <a:xfrm>
            <a:off x="396625" y="781525"/>
            <a:ext cx="2201150" cy="1100575"/>
          </a:xfrm>
          <a:prstGeom prst="rect">
            <a:avLst/>
          </a:prstGeom>
          <a:noFill/>
          <a:ln>
            <a:noFill/>
          </a:ln>
        </p:spPr>
      </p:pic>
      <p:pic>
        <p:nvPicPr>
          <p:cNvPr id="57" name="Google Shape;57;p13" title="download.png"/>
          <p:cNvPicPr preferRelativeResize="0"/>
          <p:nvPr/>
        </p:nvPicPr>
        <p:blipFill>
          <a:blip r:embed="rId3">
            <a:alphaModFix/>
          </a:blip>
          <a:stretch>
            <a:fillRect/>
          </a:stretch>
        </p:blipFill>
        <p:spPr>
          <a:xfrm>
            <a:off x="6163750" y="3716775"/>
            <a:ext cx="2201150" cy="1100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Cuba's</a:t>
            </a:r>
            <a:r>
              <a:rPr lang="en"/>
              <a:t> </a:t>
            </a:r>
            <a:r>
              <a:rPr lang="en"/>
              <a:t>traditions</a:t>
            </a:r>
            <a:endParaRPr/>
          </a:p>
        </p:txBody>
      </p:sp>
      <p:sp>
        <p:nvSpPr>
          <p:cNvPr id="63" name="Google Shape;63;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In cuban culture they dance son cubano, and rumba and they dance </a:t>
            </a:r>
            <a:r>
              <a:rPr lang="en">
                <a:solidFill>
                  <a:schemeClr val="dk1"/>
                </a:solidFill>
              </a:rPr>
              <a:t>a lot</a:t>
            </a:r>
            <a:r>
              <a:rPr lang="en">
                <a:solidFill>
                  <a:schemeClr val="dk1"/>
                </a:solidFill>
              </a:rPr>
              <a:t> and have street parties and even have a </a:t>
            </a:r>
            <a:r>
              <a:rPr lang="en">
                <a:solidFill>
                  <a:schemeClr val="dk1"/>
                </a:solidFill>
              </a:rPr>
              <a:t>tradition called Havana carnival. Not only that but there's many other traditions which are santeria it's a  religious tradition also includes african and catholic. In cuba the people there speak spanish. people in Cuba speak Spanish, but it's also kinda different because in cuba they have an accent and their spanish is called cuban spanish because Cuban Spanish sounds a little different from the Spanish thats spoken in Spain because again it has its own accent. </a:t>
            </a:r>
            <a:endParaRPr sz="1600">
              <a:solidFill>
                <a:schemeClr val="dk1"/>
              </a:solidFill>
              <a:highlight>
                <a:schemeClr val="accen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Cuba and the U.S.</a:t>
            </a:r>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 american government made a rule that americans were not allowed to travel to cuba and canadians were allowed to. but the reason why americans weren't allowed was because the government of the US disagreed with the policies that cuba's government had so the government of US stopped trading with them and also stopped americans from traveling there. The reason why canadian government don't have those rules was because canadian government did not think it was a good way to solve things and band tourism.</a:t>
            </a:r>
            <a:endParaRPr sz="1600">
              <a:solidFill>
                <a:schemeClr val="dk1"/>
              </a:solidFill>
              <a:highlight>
                <a:schemeClr val="accent1"/>
              </a:highlight>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Cuba in 2026 (what’s happening now?)</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Right now in cuba 2026, </a:t>
            </a:r>
            <a:r>
              <a:rPr lang="en">
                <a:solidFill>
                  <a:schemeClr val="dk1"/>
                </a:solidFill>
              </a:rPr>
              <a:t>there's</a:t>
            </a:r>
            <a:r>
              <a:rPr lang="en">
                <a:solidFill>
                  <a:schemeClr val="dk1"/>
                </a:solidFill>
              </a:rPr>
              <a:t> so many problems such as not enough electricity, no money, prices are to high, people have to wait in long lines just to get basics like food </a:t>
            </a:r>
            <a:r>
              <a:rPr lang="en">
                <a:solidFill>
                  <a:schemeClr val="dk1"/>
                </a:solidFill>
              </a:rPr>
              <a:t>and supplies. people are protesting for those kinds of stuff they protest for a better living conditions.This is happening because there's not enough fuel and the country is not earning enough money so its a weak economy and there's also the pressure coming from outside witch is U.S and they are making it hard for the people what i mean by that is they don't allow people in cuba to buy stuff from stores and the workers in the stores are being told not to sell anything to anyone so thats why its really hard for people in cuba.</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Cuba and Trump: war?</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Trump is not letting cuba have oil he is making it hard for cuba to get oil from other </a:t>
            </a:r>
            <a:r>
              <a:rPr lang="en">
                <a:solidFill>
                  <a:schemeClr val="dk1"/>
                </a:solidFill>
              </a:rPr>
              <a:t>countries</a:t>
            </a:r>
            <a:r>
              <a:rPr lang="en">
                <a:solidFill>
                  <a:schemeClr val="dk1"/>
                </a:solidFill>
              </a:rPr>
              <a:t> and its really bad because </a:t>
            </a:r>
            <a:r>
              <a:rPr lang="en">
                <a:solidFill>
                  <a:schemeClr val="dk1"/>
                </a:solidFill>
              </a:rPr>
              <a:t>that's</a:t>
            </a:r>
            <a:r>
              <a:rPr lang="en">
                <a:solidFill>
                  <a:schemeClr val="dk1"/>
                </a:solidFill>
              </a:rPr>
              <a:t> what </a:t>
            </a:r>
            <a:r>
              <a:rPr lang="en">
                <a:solidFill>
                  <a:schemeClr val="dk1"/>
                </a:solidFill>
              </a:rPr>
              <a:t>prevents basic stuff to go to people such as electricity starts to go off maybe for hours or maybe even for weeks to.also water pumps stop working and people will have water shortages and also food will be hard to get and cubans daily life will star to be difficult  and trump is causing all that.</a:t>
            </a:r>
            <a:r>
              <a:rPr lang="en">
                <a:solidFill>
                  <a:schemeClr val="dk1"/>
                </a:solidFill>
              </a:rPr>
              <a:t> </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Cuba and </a:t>
            </a:r>
            <a:r>
              <a:rPr lang="en"/>
              <a:t>the</a:t>
            </a:r>
            <a:r>
              <a:rPr lang="en"/>
              <a:t> world: who are its friends</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100">
                <a:solidFill>
                  <a:schemeClr val="dk1"/>
                </a:solidFill>
              </a:rPr>
              <a:t>.</a:t>
            </a:r>
            <a:r>
              <a:rPr lang="en">
                <a:solidFill>
                  <a:schemeClr val="dk1"/>
                </a:solidFill>
              </a:rPr>
              <a:t>Cuba's main allies are China and Russia. They help Cuba with money, trade, and support. Cuba is also friendly with Venezuela, Vietnam, and Iran because they have similar ideas about the government. Cuba also works with a group of allied countries its a group of countries that help each other through trade and </a:t>
            </a:r>
            <a:r>
              <a:rPr lang="en">
                <a:solidFill>
                  <a:schemeClr val="dk1"/>
                </a:solidFill>
              </a:rPr>
              <a:t>teamwork</a:t>
            </a:r>
            <a:r>
              <a:rPr lang="en">
                <a:solidFill>
                  <a:schemeClr val="dk1"/>
                </a:solidFill>
              </a:rPr>
              <a:t> These relationships help Cuba get support and strengthen its economy. which is </a:t>
            </a:r>
            <a:r>
              <a:rPr lang="en">
                <a:solidFill>
                  <a:schemeClr val="dk1"/>
                </a:solidFill>
              </a:rPr>
              <a:t>means</a:t>
            </a:r>
            <a:r>
              <a:rPr lang="en">
                <a:solidFill>
                  <a:schemeClr val="dk1"/>
                </a:solidFill>
              </a:rPr>
              <a:t> its to help a country to earn and use money through jobs ,</a:t>
            </a:r>
            <a:r>
              <a:rPr lang="en">
                <a:solidFill>
                  <a:schemeClr val="dk1"/>
                </a:solidFill>
              </a:rPr>
              <a:t>businesses,</a:t>
            </a:r>
            <a:r>
              <a:rPr lang="en">
                <a:solidFill>
                  <a:schemeClr val="dk1"/>
                </a:solidFill>
              </a:rPr>
              <a:t> and trade.</a:t>
            </a:r>
            <a:endParaRPr sz="25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